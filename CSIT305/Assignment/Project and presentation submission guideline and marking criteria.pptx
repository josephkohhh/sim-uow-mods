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theme+xml" PartName="/ppt/theme/theme1.xml"/>
  <Override ContentType="application/vnd.openxmlformats-officedocument.theme+xml" PartName="/ppt/theme/theme2.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custom-properties+xml" PartName="/docProps/custom.xml"/>
  <Override ContentType="application/binary" PartName="/ppt/metadata"/>
  <Override ContentType="application/vnd.openxmlformats-officedocument.presentationml.notesMaster+xml" PartName="/ppt/notesMasters/notesMaster1.xml"/>
  <Override ContentType="application/vnd.openxmlformats-officedocument.presentationml.presProps+xml" PartName="/ppt/presProps.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custom-properties" Target="docProps/custom.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showSpecialPlsOnTitleSld="0">
  <p:sldMasterIdLst>
    <p:sldMasterId id="2147483648" r:id="rId5"/>
  </p:sldMasterIdLst>
  <p:notesMasterIdLst>
    <p:notesMasterId r:id="rId6"/>
  </p:notesMasterIdLst>
  <p:sldIdLst>
    <p:sldId id="256" r:id="rId7"/>
    <p:sldId id="257" r:id="rId8"/>
    <p:sldId id="258" r:id="rId9"/>
    <p:sldId id="259" r:id="rId10"/>
  </p:sldIdLst>
  <p:sldSz cy="6858000" cx="9144000"/>
  <p:notesSz cx="9144000" cy="6858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0">
          <p15:clr>
            <a:srgbClr val="A4A3A4"/>
          </p15:clr>
        </p15:guide>
        <p15:guide id="2" pos="2160">
          <p15:clr>
            <a:srgbClr val="A4A3A4"/>
          </p15:clr>
        </p15:guide>
      </p15:sldGuideLst>
    </p:ext>
    <p:ext uri="GoogleSlidesCustomDataVersion2">
      <go:slidesCustomData xmlns:go="http://customooxmlschemas.google.com/" r:id="rId11" roundtripDataSignature="AMtx7mj0tf0Fp3qc+NIte18LphxiOYi+T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E5C82666-4931-4144-A34E-F10340D3CBBA}">
  <a:tblStyle styleId="{E5C82666-4931-4144-A34E-F10340D3CBBA}" styleName="Table_0">
    <a:wholeTbl>
      <a:tcTxStyle b="off" i="off">
        <a:font>
          <a:latin typeface="Calibri"/>
          <a:ea typeface="Calibri"/>
          <a:cs typeface="Calibri"/>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8ECF4"/>
          </a:solidFill>
        </a:fill>
      </a:tcStyle>
    </a:wholeTbl>
    <a:band1H>
      <a:tcTxStyle/>
      <a:tcStyle>
        <a:fill>
          <a:solidFill>
            <a:srgbClr val="CFD7E7"/>
          </a:solidFill>
        </a:fill>
      </a:tcStyle>
    </a:band1H>
    <a:band2H>
      <a:tcTxStyle/>
    </a:band2H>
    <a:band1V>
      <a:tcTxStyle/>
      <a:tcStyle>
        <a:fill>
          <a:solidFill>
            <a:srgbClr val="CFD7E7"/>
          </a:solidFill>
        </a:fill>
      </a:tcStyle>
    </a:band1V>
    <a:band2V>
      <a:tcTxStyle/>
    </a:band2V>
    <a:lastCol>
      <a:tcTxStyle b="on" i="off">
        <a:font>
          <a:latin typeface="Calibri"/>
          <a:ea typeface="Calibri"/>
          <a:cs typeface="Calibri"/>
        </a:font>
        <a:schemeClr val="lt1"/>
      </a:tcTxStyle>
      <a:tcStyle>
        <a:fill>
          <a:solidFill>
            <a:schemeClr val="accent1"/>
          </a:solidFill>
        </a:fill>
      </a:tcStyle>
    </a:lastCol>
    <a:firstCol>
      <a:tcTxStyle b="on" i="off">
        <a:font>
          <a:latin typeface="Calibri"/>
          <a:ea typeface="Calibri"/>
          <a:cs typeface="Calibri"/>
        </a:font>
        <a:schemeClr val="lt1"/>
      </a:tcTxStyle>
      <a:tcStyle>
        <a:fill>
          <a:solidFill>
            <a:schemeClr val="accent1"/>
          </a:solidFill>
        </a:fill>
      </a:tcStyle>
    </a:firstCol>
    <a:lastRow>
      <a:tcTxStyle b="on" i="off">
        <a:font>
          <a:latin typeface="Calibri"/>
          <a:ea typeface="Calibri"/>
          <a:cs typeface="Calibri"/>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Calibri"/>
          <a:ea typeface="Calibri"/>
          <a:cs typeface="Calibri"/>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0" orient="horz"/>
        <p:guide pos="216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11" Type="http://customschemas.google.com/relationships/presentationmetadata" Target="metadata"/><Relationship Id="rId10" Type="http://schemas.openxmlformats.org/officeDocument/2006/relationships/slide" Target="slides/slide4.xml"/><Relationship Id="rId9" Type="http://schemas.openxmlformats.org/officeDocument/2006/relationships/slide" Target="slides/slide3.xml"/><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962400" cy="344488"/>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sz="1200"/>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4" name="Google Shape;4;n"/>
          <p:cNvSpPr txBox="1"/>
          <p:nvPr>
            <p:ph idx="10" type="dt"/>
          </p:nvPr>
        </p:nvSpPr>
        <p:spPr>
          <a:xfrm>
            <a:off x="5180013" y="0"/>
            <a:ext cx="3962400" cy="344488"/>
          </a:xfrm>
          <a:prstGeom prst="rect">
            <a:avLst/>
          </a:prstGeom>
          <a:noFill/>
          <a:ln>
            <a:noFill/>
          </a:ln>
        </p:spPr>
        <p:txBody>
          <a:bodyPr anchorCtr="0" anchor="t" bIns="45700" lIns="91425" spcFirstLastPara="1" rIns="91425" wrap="square" tIns="45700">
            <a:noAutofit/>
          </a:bodyPr>
          <a:lstStyle>
            <a:lvl1pPr lvl="0" algn="r">
              <a:spcBef>
                <a:spcPts val="0"/>
              </a:spcBef>
              <a:spcAft>
                <a:spcPts val="0"/>
              </a:spcAft>
              <a:buSzPts val="1400"/>
              <a:buNone/>
              <a:defRPr sz="1200"/>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5" name="Google Shape;5;n"/>
          <p:cNvSpPr/>
          <p:nvPr>
            <p:ph idx="3" type="sldImg"/>
          </p:nvPr>
        </p:nvSpPr>
        <p:spPr>
          <a:xfrm>
            <a:off x="3028950" y="857250"/>
            <a:ext cx="30861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914400" y="3300413"/>
            <a:ext cx="7315200" cy="2700337"/>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6513513"/>
            <a:ext cx="3962400" cy="344487"/>
          </a:xfrm>
          <a:prstGeom prst="rect">
            <a:avLst/>
          </a:prstGeom>
          <a:noFill/>
          <a:ln>
            <a:noFill/>
          </a:ln>
        </p:spPr>
        <p:txBody>
          <a:bodyPr anchorCtr="0" anchor="b" bIns="45700" lIns="91425" spcFirstLastPara="1" rIns="91425" wrap="square" tIns="45700">
            <a:noAutofit/>
          </a:bodyPr>
          <a:lstStyle>
            <a:lvl1pPr lvl="0" algn="l">
              <a:spcBef>
                <a:spcPts val="0"/>
              </a:spcBef>
              <a:spcAft>
                <a:spcPts val="0"/>
              </a:spcAft>
              <a:buSzPts val="1400"/>
              <a:buNone/>
              <a:defRPr sz="1200"/>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8" name="Google Shape;8;n"/>
          <p:cNvSpPr txBox="1"/>
          <p:nvPr>
            <p:ph idx="12" type="sldNum"/>
          </p:nvPr>
        </p:nvSpPr>
        <p:spPr>
          <a:xfrm>
            <a:off x="5180013" y="6513513"/>
            <a:ext cx="3962400" cy="3444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AU" sz="1200"/>
              <a:t>‹#›</a:t>
            </a:fld>
            <a:endParaRPr sz="1200"/>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 name="Shape 29"/>
        <p:cNvGrpSpPr/>
        <p:nvPr/>
      </p:nvGrpSpPr>
      <p:grpSpPr>
        <a:xfrm>
          <a:off x="0" y="0"/>
          <a:ext cx="0" cy="0"/>
          <a:chOff x="0" y="0"/>
          <a:chExt cx="0" cy="0"/>
        </a:xfrm>
      </p:grpSpPr>
      <p:sp>
        <p:nvSpPr>
          <p:cNvPr id="30" name="Google Shape;30;p1:notes"/>
          <p:cNvSpPr/>
          <p:nvPr>
            <p:ph idx="2" type="sldImg"/>
          </p:nvPr>
        </p:nvSpPr>
        <p:spPr>
          <a:xfrm>
            <a:off x="3028950" y="857250"/>
            <a:ext cx="30861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 name="Google Shape;31;p1:notes"/>
          <p:cNvSpPr txBox="1"/>
          <p:nvPr>
            <p:ph idx="1" type="body"/>
          </p:nvPr>
        </p:nvSpPr>
        <p:spPr>
          <a:xfrm>
            <a:off x="914400" y="3300413"/>
            <a:ext cx="7315200" cy="270033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2" name="Google Shape;32;p1:notes"/>
          <p:cNvSpPr txBox="1"/>
          <p:nvPr>
            <p:ph idx="11" type="ftr"/>
          </p:nvPr>
        </p:nvSpPr>
        <p:spPr>
          <a:xfrm>
            <a:off x="0" y="6513513"/>
            <a:ext cx="3962400" cy="344487"/>
          </a:xfrm>
          <a:prstGeom prst="rect">
            <a:avLst/>
          </a:prstGeom>
          <a:noFill/>
          <a:ln>
            <a:noFill/>
          </a:ln>
        </p:spPr>
        <p:txBody>
          <a:bodyPr anchorCtr="0" anchor="b" bIns="45700" lIns="91425" spcFirstLastPara="1" rIns="91425" wrap="square" tIns="45700">
            <a:noAutofit/>
          </a:bodyPr>
          <a:lstStyle/>
          <a:p>
            <a:pPr indent="0" lvl="0" marL="0" rtl="0" algn="l">
              <a:spcBef>
                <a:spcPts val="0"/>
              </a:spcBef>
              <a:spcAft>
                <a:spcPts val="0"/>
              </a:spcAft>
              <a:buNone/>
            </a:pPr>
            <a:r>
              <a:t/>
            </a:r>
            <a:endParaRPr/>
          </a:p>
        </p:txBody>
      </p:sp>
      <p:sp>
        <p:nvSpPr>
          <p:cNvPr id="33" name="Google Shape;33;p1:notes"/>
          <p:cNvSpPr txBox="1"/>
          <p:nvPr>
            <p:ph idx="12" type="sldNum"/>
          </p:nvPr>
        </p:nvSpPr>
        <p:spPr>
          <a:xfrm>
            <a:off x="5180013" y="6513513"/>
            <a:ext cx="3962400" cy="3444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AU"/>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 name="Shape 38"/>
        <p:cNvGrpSpPr/>
        <p:nvPr/>
      </p:nvGrpSpPr>
      <p:grpSpPr>
        <a:xfrm>
          <a:off x="0" y="0"/>
          <a:ext cx="0" cy="0"/>
          <a:chOff x="0" y="0"/>
          <a:chExt cx="0" cy="0"/>
        </a:xfrm>
      </p:grpSpPr>
      <p:sp>
        <p:nvSpPr>
          <p:cNvPr id="39" name="Google Shape;39;p2:notes"/>
          <p:cNvSpPr/>
          <p:nvPr>
            <p:ph idx="2" type="sldImg"/>
          </p:nvPr>
        </p:nvSpPr>
        <p:spPr>
          <a:xfrm>
            <a:off x="3028950" y="857250"/>
            <a:ext cx="30861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 name="Google Shape;40;p2:notes"/>
          <p:cNvSpPr txBox="1"/>
          <p:nvPr>
            <p:ph idx="1" type="body"/>
          </p:nvPr>
        </p:nvSpPr>
        <p:spPr>
          <a:xfrm>
            <a:off x="914400" y="3300413"/>
            <a:ext cx="7315200" cy="270033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1" name="Google Shape;41;p2:notes"/>
          <p:cNvSpPr txBox="1"/>
          <p:nvPr>
            <p:ph idx="11" type="ftr"/>
          </p:nvPr>
        </p:nvSpPr>
        <p:spPr>
          <a:xfrm>
            <a:off x="0" y="6513513"/>
            <a:ext cx="3962400" cy="344487"/>
          </a:xfrm>
          <a:prstGeom prst="rect">
            <a:avLst/>
          </a:prstGeom>
          <a:noFill/>
          <a:ln>
            <a:noFill/>
          </a:ln>
        </p:spPr>
        <p:txBody>
          <a:bodyPr anchorCtr="0" anchor="b" bIns="45700" lIns="91425" spcFirstLastPara="1" rIns="91425" wrap="square" tIns="45700">
            <a:noAutofit/>
          </a:bodyPr>
          <a:lstStyle/>
          <a:p>
            <a:pPr indent="0" lvl="0" marL="0" rtl="0" algn="l">
              <a:spcBef>
                <a:spcPts val="0"/>
              </a:spcBef>
              <a:spcAft>
                <a:spcPts val="0"/>
              </a:spcAft>
              <a:buNone/>
            </a:pPr>
            <a:r>
              <a:t/>
            </a:r>
            <a:endParaRPr/>
          </a:p>
        </p:txBody>
      </p:sp>
      <p:sp>
        <p:nvSpPr>
          <p:cNvPr id="42" name="Google Shape;42;p2:notes"/>
          <p:cNvSpPr txBox="1"/>
          <p:nvPr>
            <p:ph idx="12" type="sldNum"/>
          </p:nvPr>
        </p:nvSpPr>
        <p:spPr>
          <a:xfrm>
            <a:off x="5180013" y="6513513"/>
            <a:ext cx="3962400" cy="3444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AU"/>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 name="Shape 46"/>
        <p:cNvGrpSpPr/>
        <p:nvPr/>
      </p:nvGrpSpPr>
      <p:grpSpPr>
        <a:xfrm>
          <a:off x="0" y="0"/>
          <a:ext cx="0" cy="0"/>
          <a:chOff x="0" y="0"/>
          <a:chExt cx="0" cy="0"/>
        </a:xfrm>
      </p:grpSpPr>
      <p:sp>
        <p:nvSpPr>
          <p:cNvPr id="47" name="Google Shape;47;p3:notes"/>
          <p:cNvSpPr/>
          <p:nvPr>
            <p:ph idx="2" type="sldImg"/>
          </p:nvPr>
        </p:nvSpPr>
        <p:spPr>
          <a:xfrm>
            <a:off x="3028950" y="857250"/>
            <a:ext cx="30861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 name="Google Shape;48;p3:notes"/>
          <p:cNvSpPr txBox="1"/>
          <p:nvPr>
            <p:ph idx="1" type="body"/>
          </p:nvPr>
        </p:nvSpPr>
        <p:spPr>
          <a:xfrm>
            <a:off x="914400" y="3300413"/>
            <a:ext cx="7315200" cy="270033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9" name="Google Shape;49;p3:notes"/>
          <p:cNvSpPr txBox="1"/>
          <p:nvPr>
            <p:ph idx="11" type="ftr"/>
          </p:nvPr>
        </p:nvSpPr>
        <p:spPr>
          <a:xfrm>
            <a:off x="0" y="6513513"/>
            <a:ext cx="3962400" cy="344487"/>
          </a:xfrm>
          <a:prstGeom prst="rect">
            <a:avLst/>
          </a:prstGeom>
          <a:noFill/>
          <a:ln>
            <a:noFill/>
          </a:ln>
        </p:spPr>
        <p:txBody>
          <a:bodyPr anchorCtr="0" anchor="b" bIns="45700" lIns="91425" spcFirstLastPara="1" rIns="91425" wrap="square" tIns="45700">
            <a:noAutofit/>
          </a:bodyPr>
          <a:lstStyle/>
          <a:p>
            <a:pPr indent="0" lvl="0" marL="0" rtl="0" algn="l">
              <a:spcBef>
                <a:spcPts val="0"/>
              </a:spcBef>
              <a:spcAft>
                <a:spcPts val="0"/>
              </a:spcAft>
              <a:buNone/>
            </a:pPr>
            <a:r>
              <a:t/>
            </a:r>
            <a:endParaRPr/>
          </a:p>
        </p:txBody>
      </p:sp>
      <p:sp>
        <p:nvSpPr>
          <p:cNvPr id="50" name="Google Shape;50;p3:notes"/>
          <p:cNvSpPr txBox="1"/>
          <p:nvPr>
            <p:ph idx="12" type="sldNum"/>
          </p:nvPr>
        </p:nvSpPr>
        <p:spPr>
          <a:xfrm>
            <a:off x="5180013" y="6513513"/>
            <a:ext cx="3962400" cy="3444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AU"/>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 name="Shape 54"/>
        <p:cNvGrpSpPr/>
        <p:nvPr/>
      </p:nvGrpSpPr>
      <p:grpSpPr>
        <a:xfrm>
          <a:off x="0" y="0"/>
          <a:ext cx="0" cy="0"/>
          <a:chOff x="0" y="0"/>
          <a:chExt cx="0" cy="0"/>
        </a:xfrm>
      </p:grpSpPr>
      <p:sp>
        <p:nvSpPr>
          <p:cNvPr id="55" name="Google Shape;55;p4:notes"/>
          <p:cNvSpPr/>
          <p:nvPr>
            <p:ph idx="2" type="sldImg"/>
          </p:nvPr>
        </p:nvSpPr>
        <p:spPr>
          <a:xfrm>
            <a:off x="3028950" y="857250"/>
            <a:ext cx="30861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 name="Google Shape;56;p4:notes"/>
          <p:cNvSpPr txBox="1"/>
          <p:nvPr>
            <p:ph idx="1" type="body"/>
          </p:nvPr>
        </p:nvSpPr>
        <p:spPr>
          <a:xfrm>
            <a:off x="914400" y="3300413"/>
            <a:ext cx="7315200" cy="270033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7" name="Google Shape;57;p4:notes"/>
          <p:cNvSpPr txBox="1"/>
          <p:nvPr>
            <p:ph idx="11" type="ftr"/>
          </p:nvPr>
        </p:nvSpPr>
        <p:spPr>
          <a:xfrm>
            <a:off x="0" y="6513513"/>
            <a:ext cx="3962400" cy="344487"/>
          </a:xfrm>
          <a:prstGeom prst="rect">
            <a:avLst/>
          </a:prstGeom>
          <a:noFill/>
          <a:ln>
            <a:noFill/>
          </a:ln>
        </p:spPr>
        <p:txBody>
          <a:bodyPr anchorCtr="0" anchor="b" bIns="45700" lIns="91425" spcFirstLastPara="1" rIns="91425" wrap="square" tIns="45700">
            <a:noAutofit/>
          </a:bodyPr>
          <a:lstStyle/>
          <a:p>
            <a:pPr indent="0" lvl="0" marL="0" rtl="0" algn="l">
              <a:spcBef>
                <a:spcPts val="0"/>
              </a:spcBef>
              <a:spcAft>
                <a:spcPts val="0"/>
              </a:spcAft>
              <a:buNone/>
            </a:pPr>
            <a:r>
              <a:t/>
            </a:r>
            <a:endParaRPr/>
          </a:p>
        </p:txBody>
      </p:sp>
      <p:sp>
        <p:nvSpPr>
          <p:cNvPr id="58" name="Google Shape;58;p4:notes"/>
          <p:cNvSpPr txBox="1"/>
          <p:nvPr>
            <p:ph idx="12" type="sldNum"/>
          </p:nvPr>
        </p:nvSpPr>
        <p:spPr>
          <a:xfrm>
            <a:off x="5180013" y="6513513"/>
            <a:ext cx="3962400" cy="3444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AU"/>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5" name="Shape 15"/>
        <p:cNvGrpSpPr/>
        <p:nvPr/>
      </p:nvGrpSpPr>
      <p:grpSpPr>
        <a:xfrm>
          <a:off x="0" y="0"/>
          <a:ext cx="0" cy="0"/>
          <a:chOff x="0" y="0"/>
          <a:chExt cx="0" cy="0"/>
        </a:xfrm>
      </p:grpSpPr>
      <p:sp>
        <p:nvSpPr>
          <p:cNvPr id="16" name="Google Shape;16;p6"/>
          <p:cNvSpPr txBox="1"/>
          <p:nvPr>
            <p:ph type="title"/>
          </p:nvPr>
        </p:nvSpPr>
        <p:spPr>
          <a:xfrm>
            <a:off x="444500" y="383285"/>
            <a:ext cx="7797800" cy="574040"/>
          </a:xfrm>
          <a:prstGeom prst="rect">
            <a:avLst/>
          </a:prstGeom>
          <a:noFill/>
          <a:ln>
            <a:noFill/>
          </a:ln>
        </p:spPr>
        <p:txBody>
          <a:bodyPr anchorCtr="0" anchor="t" bIns="0" lIns="0" spcFirstLastPara="1" rIns="0" wrap="square" tIns="0">
            <a:spAutoFit/>
          </a:bodyPr>
          <a:lstStyle>
            <a:lvl1pPr lvl="0" algn="l">
              <a:spcBef>
                <a:spcPts val="0"/>
              </a:spcBef>
              <a:spcAft>
                <a:spcPts val="0"/>
              </a:spcAft>
              <a:buSzPts val="1400"/>
              <a:buNone/>
              <a:defRPr b="0" i="0" sz="3600">
                <a:solidFill>
                  <a:srgbClr val="0C2240"/>
                </a:solidFill>
                <a:latin typeface="Times New Roman"/>
                <a:ea typeface="Times New Roman"/>
                <a:cs typeface="Times New Roman"/>
                <a:sym typeface="Times New Roman"/>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6"/>
          <p:cNvSpPr txBox="1"/>
          <p:nvPr>
            <p:ph idx="1" type="body"/>
          </p:nvPr>
        </p:nvSpPr>
        <p:spPr>
          <a:xfrm>
            <a:off x="339039" y="1370457"/>
            <a:ext cx="7522845" cy="4445635"/>
          </a:xfrm>
          <a:prstGeom prst="rect">
            <a:avLst/>
          </a:prstGeom>
          <a:noFill/>
          <a:ln>
            <a:noFill/>
          </a:ln>
        </p:spPr>
        <p:txBody>
          <a:bodyPr anchorCtr="0" anchor="t" bIns="0" lIns="0" spcFirstLastPara="1" rIns="0" wrap="square" tIns="0">
            <a:spAutoFit/>
          </a:bodyPr>
          <a:lstStyle>
            <a:lvl1pPr indent="-228600" lvl="0" marL="457200" algn="l">
              <a:spcBef>
                <a:spcPts val="0"/>
              </a:spcBef>
              <a:spcAft>
                <a:spcPts val="0"/>
              </a:spcAft>
              <a:buSzPts val="1400"/>
              <a:buNone/>
              <a:defRPr b="0" i="0" sz="2400">
                <a:solidFill>
                  <a:srgbClr val="0D0D0D"/>
                </a:solidFill>
                <a:latin typeface="Times New Roman"/>
                <a:ea typeface="Times New Roman"/>
                <a:cs typeface="Times New Roman"/>
                <a:sym typeface="Times New Roman"/>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18" name="Google Shape;18;p6"/>
          <p:cNvSpPr txBox="1"/>
          <p:nvPr/>
        </p:nvSpPr>
        <p:spPr>
          <a:xfrm>
            <a:off x="4194810" y="6480810"/>
            <a:ext cx="356188" cy="261610"/>
          </a:xfrm>
          <a:prstGeom prst="rect">
            <a:avLst/>
          </a:prstGeom>
          <a:noFill/>
          <a:ln>
            <a:noFill/>
          </a:ln>
        </p:spPr>
        <p:txBody>
          <a:bodyPr anchorCtr="0" anchor="t" bIns="45700" lIns="91425" spcFirstLastPara="1" rIns="91425" wrap="square" tIns="45700">
            <a:spAutoFit/>
          </a:bodyPr>
          <a:lstStyle/>
          <a:p>
            <a:pPr indent="0" lvl="0" marL="0" rtl="0" algn="l">
              <a:spcBef>
                <a:spcPts val="0"/>
              </a:spcBef>
              <a:spcAft>
                <a:spcPts val="0"/>
              </a:spcAft>
              <a:buNone/>
            </a:pPr>
            <a:fld id="{00000000-1234-1234-1234-123412341234}" type="slidenum">
              <a:rPr lang="en-AU" sz="1100"/>
              <a:t>‹#›</a:t>
            </a:fld>
            <a:endParaRPr sz="1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p:cSld name="Title Slide">
    <p:bg>
      <p:bgPr>
        <a:solidFill>
          <a:schemeClr val="lt1"/>
        </a:solidFill>
      </p:bgPr>
    </p:bg>
    <p:spTree>
      <p:nvGrpSpPr>
        <p:cNvPr id="19" name="Shape 19"/>
        <p:cNvGrpSpPr/>
        <p:nvPr/>
      </p:nvGrpSpPr>
      <p:grpSpPr>
        <a:xfrm>
          <a:off x="0" y="0"/>
          <a:ext cx="0" cy="0"/>
          <a:chOff x="0" y="0"/>
          <a:chExt cx="0" cy="0"/>
        </a:xfrm>
      </p:grpSpPr>
      <p:sp>
        <p:nvSpPr>
          <p:cNvPr id="20" name="Google Shape;20;p7"/>
          <p:cNvSpPr txBox="1"/>
          <p:nvPr>
            <p:ph type="ctrTitle"/>
          </p:nvPr>
        </p:nvSpPr>
        <p:spPr>
          <a:xfrm>
            <a:off x="2046858" y="2094941"/>
            <a:ext cx="4960620" cy="848994"/>
          </a:xfrm>
          <a:prstGeom prst="rect">
            <a:avLst/>
          </a:prstGeom>
          <a:noFill/>
          <a:ln>
            <a:noFill/>
          </a:ln>
        </p:spPr>
        <p:txBody>
          <a:bodyPr anchorCtr="0" anchor="t" bIns="0" lIns="0" spcFirstLastPara="1" rIns="0" wrap="square" tIns="0">
            <a:spAutoFit/>
          </a:bodyPr>
          <a:lstStyle>
            <a:lvl1pPr lvl="0" algn="l">
              <a:spcBef>
                <a:spcPts val="0"/>
              </a:spcBef>
              <a:spcAft>
                <a:spcPts val="0"/>
              </a:spcAft>
              <a:buSzPts val="1400"/>
              <a:buNone/>
              <a:defRPr b="0" i="0" sz="3600">
                <a:solidFill>
                  <a:srgbClr val="0C2240"/>
                </a:solidFill>
                <a:latin typeface="Times New Roman"/>
                <a:ea typeface="Times New Roman"/>
                <a:cs typeface="Times New Roman"/>
                <a:sym typeface="Times New Roman"/>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1" name="Google Shape;21;p7"/>
          <p:cNvSpPr txBox="1"/>
          <p:nvPr>
            <p:ph idx="1" type="subTitle"/>
          </p:nvPr>
        </p:nvSpPr>
        <p:spPr>
          <a:xfrm>
            <a:off x="1371600" y="3840480"/>
            <a:ext cx="6400800" cy="1714500"/>
          </a:xfrm>
          <a:prstGeom prst="rect">
            <a:avLst/>
          </a:prstGeom>
          <a:noFill/>
          <a:ln>
            <a:noFill/>
          </a:ln>
        </p:spPr>
        <p:txBody>
          <a:bodyPr anchorCtr="0" anchor="t" bIns="0" lIns="0" spcFirstLastPara="1" rIns="0" wrap="square" tIns="0">
            <a:spAutoFit/>
          </a:bodyPr>
          <a:lstStyle>
            <a:lvl1pPr lvl="0" algn="l">
              <a:spcBef>
                <a:spcPts val="0"/>
              </a:spcBef>
              <a:spcAft>
                <a:spcPts val="0"/>
              </a:spcAft>
              <a:buSzPts val="1400"/>
              <a:buNone/>
              <a:defRPr b="0" i="0" sz="2400">
                <a:solidFill>
                  <a:srgbClr val="0D0D0D"/>
                </a:solidFill>
                <a:latin typeface="Times New Roman"/>
                <a:ea typeface="Times New Roman"/>
                <a:cs typeface="Times New Roman"/>
                <a:sym typeface="Times New Roman"/>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p:cSld name="Two Content">
    <p:spTree>
      <p:nvGrpSpPr>
        <p:cNvPr id="22" name="Shape 22"/>
        <p:cNvGrpSpPr/>
        <p:nvPr/>
      </p:nvGrpSpPr>
      <p:grpSpPr>
        <a:xfrm>
          <a:off x="0" y="0"/>
          <a:ext cx="0" cy="0"/>
          <a:chOff x="0" y="0"/>
          <a:chExt cx="0" cy="0"/>
        </a:xfrm>
      </p:grpSpPr>
      <p:sp>
        <p:nvSpPr>
          <p:cNvPr id="23" name="Google Shape;23;p8"/>
          <p:cNvSpPr txBox="1"/>
          <p:nvPr>
            <p:ph type="title"/>
          </p:nvPr>
        </p:nvSpPr>
        <p:spPr>
          <a:xfrm>
            <a:off x="444500" y="383285"/>
            <a:ext cx="7797800" cy="574040"/>
          </a:xfrm>
          <a:prstGeom prst="rect">
            <a:avLst/>
          </a:prstGeom>
          <a:noFill/>
          <a:ln>
            <a:noFill/>
          </a:ln>
        </p:spPr>
        <p:txBody>
          <a:bodyPr anchorCtr="0" anchor="t" bIns="0" lIns="0" spcFirstLastPara="1" rIns="0" wrap="square" tIns="0">
            <a:spAutoFit/>
          </a:bodyPr>
          <a:lstStyle>
            <a:lvl1pPr lvl="0" algn="l">
              <a:spcBef>
                <a:spcPts val="0"/>
              </a:spcBef>
              <a:spcAft>
                <a:spcPts val="0"/>
              </a:spcAft>
              <a:buSzPts val="1400"/>
              <a:buNone/>
              <a:defRPr b="0" i="0" sz="3600">
                <a:solidFill>
                  <a:srgbClr val="0C2240"/>
                </a:solidFill>
                <a:latin typeface="Times New Roman"/>
                <a:ea typeface="Times New Roman"/>
                <a:cs typeface="Times New Roman"/>
                <a:sym typeface="Times New Roman"/>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4" name="Google Shape;24;p8"/>
          <p:cNvSpPr txBox="1"/>
          <p:nvPr>
            <p:ph idx="1" type="body"/>
          </p:nvPr>
        </p:nvSpPr>
        <p:spPr>
          <a:xfrm>
            <a:off x="457200" y="1577340"/>
            <a:ext cx="3977640" cy="4526280"/>
          </a:xfrm>
          <a:prstGeom prst="rect">
            <a:avLst/>
          </a:prstGeom>
          <a:noFill/>
          <a:ln>
            <a:noFill/>
          </a:ln>
        </p:spPr>
        <p:txBody>
          <a:bodyPr anchorCtr="0" anchor="t" bIns="0" lIns="0" spcFirstLastPara="1" rIns="0" wrap="square" tIns="0">
            <a:sp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25" name="Google Shape;25;p8"/>
          <p:cNvSpPr txBox="1"/>
          <p:nvPr>
            <p:ph idx="2" type="body"/>
          </p:nvPr>
        </p:nvSpPr>
        <p:spPr>
          <a:xfrm>
            <a:off x="4709160" y="1577340"/>
            <a:ext cx="3977640" cy="4526280"/>
          </a:xfrm>
          <a:prstGeom prst="rect">
            <a:avLst/>
          </a:prstGeom>
          <a:noFill/>
          <a:ln>
            <a:noFill/>
          </a:ln>
        </p:spPr>
        <p:txBody>
          <a:bodyPr anchorCtr="0" anchor="t" bIns="0" lIns="0" spcFirstLastPara="1" rIns="0" wrap="square" tIns="0">
            <a:sp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showMasterSp="0">
  <p:cSld name="Title Only">
    <p:bg>
      <p:bgPr>
        <a:solidFill>
          <a:schemeClr val="lt1"/>
        </a:solidFill>
      </p:bgPr>
    </p:bg>
    <p:spTree>
      <p:nvGrpSpPr>
        <p:cNvPr id="26" name="Shape 26"/>
        <p:cNvGrpSpPr/>
        <p:nvPr/>
      </p:nvGrpSpPr>
      <p:grpSpPr>
        <a:xfrm>
          <a:off x="0" y="0"/>
          <a:ext cx="0" cy="0"/>
          <a:chOff x="0" y="0"/>
          <a:chExt cx="0" cy="0"/>
        </a:xfrm>
      </p:grpSpPr>
      <p:sp>
        <p:nvSpPr>
          <p:cNvPr id="27" name="Google Shape;27;p9"/>
          <p:cNvSpPr txBox="1"/>
          <p:nvPr>
            <p:ph type="title"/>
          </p:nvPr>
        </p:nvSpPr>
        <p:spPr>
          <a:xfrm>
            <a:off x="444500" y="383285"/>
            <a:ext cx="7797800" cy="574040"/>
          </a:xfrm>
          <a:prstGeom prst="rect">
            <a:avLst/>
          </a:prstGeom>
          <a:noFill/>
          <a:ln>
            <a:noFill/>
          </a:ln>
        </p:spPr>
        <p:txBody>
          <a:bodyPr anchorCtr="0" anchor="t" bIns="0" lIns="0" spcFirstLastPara="1" rIns="0" wrap="square" tIns="0">
            <a:spAutoFit/>
          </a:bodyPr>
          <a:lstStyle>
            <a:lvl1pPr lvl="0" algn="l">
              <a:spcBef>
                <a:spcPts val="0"/>
              </a:spcBef>
              <a:spcAft>
                <a:spcPts val="0"/>
              </a:spcAft>
              <a:buSzPts val="1400"/>
              <a:buNone/>
              <a:defRPr b="0" i="0" sz="3600">
                <a:solidFill>
                  <a:srgbClr val="0C2240"/>
                </a:solidFill>
                <a:latin typeface="Times New Roman"/>
                <a:ea typeface="Times New Roman"/>
                <a:cs typeface="Times New Roman"/>
                <a:sym typeface="Times New Roman"/>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p:cSld name="Blank">
    <p:bg>
      <p:bgPr>
        <a:solidFill>
          <a:schemeClr val="lt1"/>
        </a:solidFill>
      </p:bgPr>
    </p:bg>
    <p:spTree>
      <p:nvGrpSpPr>
        <p:cNvPr id="28" name="Shape 28"/>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1.xml"/><Relationship Id="rId4" Type="http://schemas.openxmlformats.org/officeDocument/2006/relationships/slideLayout" Target="../slideLayouts/slideLayout2.xml"/><Relationship Id="rId5" Type="http://schemas.openxmlformats.org/officeDocument/2006/relationships/slideLayout" Target="../slideLayouts/slideLayout3.xml"/><Relationship Id="rId6" Type="http://schemas.openxmlformats.org/officeDocument/2006/relationships/slideLayout" Target="../slideLayouts/slideLayout4.xml"/><Relationship Id="rId7" Type="http://schemas.openxmlformats.org/officeDocument/2006/relationships/slideLayout" Target="../slideLayouts/slideLayout5.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5"/>
          <p:cNvSpPr/>
          <p:nvPr/>
        </p:nvSpPr>
        <p:spPr>
          <a:xfrm>
            <a:off x="457200" y="6420611"/>
            <a:ext cx="7536180" cy="0"/>
          </a:xfrm>
          <a:custGeom>
            <a:rect b="b" l="l" r="r" t="t"/>
            <a:pathLst>
              <a:path extrusionOk="0" h="120000" w="7536180">
                <a:moveTo>
                  <a:pt x="0" y="0"/>
                </a:moveTo>
                <a:lnTo>
                  <a:pt x="7536053" y="0"/>
                </a:lnTo>
              </a:path>
            </a:pathLst>
          </a:custGeom>
          <a:noFill/>
          <a:ln cap="flat" cmpd="sng" w="9525">
            <a:solidFill>
              <a:srgbClr val="000000"/>
            </a:solidFill>
            <a:prstDash val="solid"/>
            <a:round/>
            <a:headEnd len="sm" w="sm" type="none"/>
            <a:tailEnd len="sm" w="sm" type="none"/>
          </a:ln>
        </p:spPr>
        <p:txBody>
          <a:bodyPr anchorCtr="0" anchor="t" bIns="0" lIns="0" spcFirstLastPara="1" rIns="0" wrap="square" tIns="0">
            <a:noAutofit/>
          </a:bodyPr>
          <a:lstStyle/>
          <a:p>
            <a:pPr indent="0" lvl="0" marL="0" rtl="0" algn="l">
              <a:spcBef>
                <a:spcPts val="0"/>
              </a:spcBef>
              <a:spcAft>
                <a:spcPts val="0"/>
              </a:spcAft>
              <a:buNone/>
            </a:pPr>
            <a:r>
              <a:t/>
            </a:r>
            <a:endParaRPr sz="1800"/>
          </a:p>
        </p:txBody>
      </p:sp>
      <p:pic>
        <p:nvPicPr>
          <p:cNvPr id="11" name="Google Shape;11;p5"/>
          <p:cNvPicPr preferRelativeResize="0"/>
          <p:nvPr/>
        </p:nvPicPr>
        <p:blipFill rotWithShape="1">
          <a:blip r:embed="rId1">
            <a:alphaModFix/>
          </a:blip>
          <a:srcRect b="0" l="0" r="0" t="0"/>
          <a:stretch/>
        </p:blipFill>
        <p:spPr>
          <a:xfrm>
            <a:off x="8114362" y="6390446"/>
            <a:ext cx="885788" cy="248302"/>
          </a:xfrm>
          <a:prstGeom prst="rect">
            <a:avLst/>
          </a:prstGeom>
          <a:noFill/>
          <a:ln>
            <a:noFill/>
          </a:ln>
        </p:spPr>
      </p:pic>
      <p:pic>
        <p:nvPicPr>
          <p:cNvPr id="12" name="Google Shape;12;p5"/>
          <p:cNvPicPr preferRelativeResize="0"/>
          <p:nvPr/>
        </p:nvPicPr>
        <p:blipFill rotWithShape="1">
          <a:blip r:embed="rId2">
            <a:alphaModFix/>
          </a:blip>
          <a:srcRect b="0" l="0" r="0" t="0"/>
          <a:stretch/>
        </p:blipFill>
        <p:spPr>
          <a:xfrm>
            <a:off x="8117291" y="5947738"/>
            <a:ext cx="305498" cy="377901"/>
          </a:xfrm>
          <a:prstGeom prst="rect">
            <a:avLst/>
          </a:prstGeom>
          <a:noFill/>
          <a:ln>
            <a:noFill/>
          </a:ln>
        </p:spPr>
      </p:pic>
      <p:sp>
        <p:nvSpPr>
          <p:cNvPr id="13" name="Google Shape;13;p5"/>
          <p:cNvSpPr txBox="1"/>
          <p:nvPr>
            <p:ph type="title"/>
          </p:nvPr>
        </p:nvSpPr>
        <p:spPr>
          <a:xfrm>
            <a:off x="444500" y="383285"/>
            <a:ext cx="7797800" cy="574040"/>
          </a:xfrm>
          <a:prstGeom prst="rect">
            <a:avLst/>
          </a:prstGeom>
          <a:noFill/>
          <a:ln>
            <a:noFill/>
          </a:ln>
        </p:spPr>
        <p:txBody>
          <a:bodyPr anchorCtr="0" anchor="t" bIns="0" lIns="0" spcFirstLastPara="1" rIns="0" wrap="square" tIns="0">
            <a:spAutoFit/>
          </a:bodyPr>
          <a:lstStyle>
            <a:lvl1pPr lvl="0" marR="0" rtl="0" algn="l">
              <a:spcBef>
                <a:spcPts val="0"/>
              </a:spcBef>
              <a:spcAft>
                <a:spcPts val="0"/>
              </a:spcAft>
              <a:buSzPts val="1400"/>
              <a:buNone/>
              <a:defRPr b="0" i="0" sz="3600" u="none" cap="none" strike="noStrike">
                <a:solidFill>
                  <a:srgbClr val="0C2240"/>
                </a:solidFill>
                <a:latin typeface="Times New Roman"/>
                <a:ea typeface="Times New Roman"/>
                <a:cs typeface="Times New Roman"/>
                <a:sym typeface="Times New Roman"/>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4" name="Google Shape;14;p5"/>
          <p:cNvSpPr txBox="1"/>
          <p:nvPr>
            <p:ph idx="1" type="body"/>
          </p:nvPr>
        </p:nvSpPr>
        <p:spPr>
          <a:xfrm>
            <a:off x="339039" y="1370457"/>
            <a:ext cx="7522845" cy="4445635"/>
          </a:xfrm>
          <a:prstGeom prst="rect">
            <a:avLst/>
          </a:prstGeom>
          <a:noFill/>
          <a:ln>
            <a:noFill/>
          </a:ln>
        </p:spPr>
        <p:txBody>
          <a:bodyPr anchorCtr="0" anchor="t" bIns="0" lIns="0" spcFirstLastPara="1" rIns="0" wrap="square" tIns="0">
            <a:spAutoFit/>
          </a:bodyPr>
          <a:lstStyle>
            <a:lvl1pPr indent="-228600" lvl="0" marL="457200" marR="0" rtl="0" algn="l">
              <a:spcBef>
                <a:spcPts val="0"/>
              </a:spcBef>
              <a:spcAft>
                <a:spcPts val="0"/>
              </a:spcAft>
              <a:buSzPts val="1400"/>
              <a:buNone/>
              <a:defRPr b="0" i="0" sz="2400" u="none" cap="none" strike="noStrike">
                <a:solidFill>
                  <a:srgbClr val="0D0D0D"/>
                </a:solidFill>
                <a:latin typeface="Times New Roman"/>
                <a:ea typeface="Times New Roman"/>
                <a:cs typeface="Times New Roman"/>
                <a:sym typeface="Times New Roman"/>
              </a:defRPr>
            </a:lvl1pPr>
            <a:lvl2pPr indent="-228600" lvl="1" marL="914400" marR="0" rtl="0" algn="l">
              <a:spcBef>
                <a:spcPts val="0"/>
              </a:spcBef>
              <a:spcAft>
                <a:spcPts val="0"/>
              </a:spcAft>
              <a:buSzPts val="1400"/>
              <a:buNone/>
              <a:defRPr b="0" i="0" sz="1800" u="none" cap="none" strike="noStrike">
                <a:latin typeface="Calibri"/>
                <a:ea typeface="Calibri"/>
                <a:cs typeface="Calibri"/>
                <a:sym typeface="Calibri"/>
              </a:defRPr>
            </a:lvl2pPr>
            <a:lvl3pPr indent="-228600" lvl="2" marL="1371600" marR="0" rtl="0" algn="l">
              <a:spcBef>
                <a:spcPts val="0"/>
              </a:spcBef>
              <a:spcAft>
                <a:spcPts val="0"/>
              </a:spcAft>
              <a:buSzPts val="1400"/>
              <a:buNone/>
              <a:defRPr b="0" i="0" sz="1800" u="none" cap="none" strike="noStrike">
                <a:latin typeface="Calibri"/>
                <a:ea typeface="Calibri"/>
                <a:cs typeface="Calibri"/>
                <a:sym typeface="Calibri"/>
              </a:defRPr>
            </a:lvl3pPr>
            <a:lvl4pPr indent="-228600" lvl="3" marL="1828800" marR="0" rtl="0" algn="l">
              <a:spcBef>
                <a:spcPts val="0"/>
              </a:spcBef>
              <a:spcAft>
                <a:spcPts val="0"/>
              </a:spcAft>
              <a:buSzPts val="1400"/>
              <a:buNone/>
              <a:defRPr b="0" i="0" sz="1800" u="none" cap="none" strike="noStrike">
                <a:latin typeface="Calibri"/>
                <a:ea typeface="Calibri"/>
                <a:cs typeface="Calibri"/>
                <a:sym typeface="Calibri"/>
              </a:defRPr>
            </a:lvl4pPr>
            <a:lvl5pPr indent="-228600" lvl="4" marL="2286000" marR="0" rtl="0" algn="l">
              <a:spcBef>
                <a:spcPts val="0"/>
              </a:spcBef>
              <a:spcAft>
                <a:spcPts val="0"/>
              </a:spcAft>
              <a:buSzPts val="1400"/>
              <a:buNone/>
              <a:defRPr b="0" i="0" sz="1800" u="none" cap="none" strike="noStrike">
                <a:latin typeface="Calibri"/>
                <a:ea typeface="Calibri"/>
                <a:cs typeface="Calibri"/>
                <a:sym typeface="Calibri"/>
              </a:defRPr>
            </a:lvl5pPr>
            <a:lvl6pPr indent="-228600" lvl="5" marL="2743200" marR="0" rtl="0" algn="l">
              <a:spcBef>
                <a:spcPts val="0"/>
              </a:spcBef>
              <a:spcAft>
                <a:spcPts val="0"/>
              </a:spcAft>
              <a:buSzPts val="1400"/>
              <a:buNone/>
              <a:defRPr b="0" i="0" sz="1800" u="none" cap="none" strike="noStrike">
                <a:latin typeface="Calibri"/>
                <a:ea typeface="Calibri"/>
                <a:cs typeface="Calibri"/>
                <a:sym typeface="Calibri"/>
              </a:defRPr>
            </a:lvl6pPr>
            <a:lvl7pPr indent="-228600" lvl="6" marL="3200400" marR="0" rtl="0" algn="l">
              <a:spcBef>
                <a:spcPts val="0"/>
              </a:spcBef>
              <a:spcAft>
                <a:spcPts val="0"/>
              </a:spcAft>
              <a:buSzPts val="1400"/>
              <a:buNone/>
              <a:defRPr b="0" i="0" sz="1800" u="none" cap="none" strike="noStrike">
                <a:latin typeface="Calibri"/>
                <a:ea typeface="Calibri"/>
                <a:cs typeface="Calibri"/>
                <a:sym typeface="Calibri"/>
              </a:defRPr>
            </a:lvl7pPr>
            <a:lvl8pPr indent="-228600" lvl="7" marL="3657600" marR="0" rtl="0" algn="l">
              <a:spcBef>
                <a:spcPts val="0"/>
              </a:spcBef>
              <a:spcAft>
                <a:spcPts val="0"/>
              </a:spcAft>
              <a:buSzPts val="1400"/>
              <a:buNone/>
              <a:defRPr b="0" i="0" sz="1800" u="none" cap="none" strike="noStrike">
                <a:latin typeface="Calibri"/>
                <a:ea typeface="Calibri"/>
                <a:cs typeface="Calibri"/>
                <a:sym typeface="Calibri"/>
              </a:defRPr>
            </a:lvl8pPr>
            <a:lvl9pPr indent="-228600" lvl="8" marL="4114800" marR="0" rtl="0" algn="l">
              <a:spcBef>
                <a:spcPts val="0"/>
              </a:spcBef>
              <a:spcAft>
                <a:spcPts val="0"/>
              </a:spcAft>
              <a:buSzPts val="1400"/>
              <a:buNone/>
              <a:defRPr b="0" i="0" sz="1800" u="none" cap="none" strike="noStrike">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9" r:id="rId3"/>
    <p:sldLayoutId id="2147483650" r:id="rId4"/>
    <p:sldLayoutId id="2147483651" r:id="rId5"/>
    <p:sldLayoutId id="2147483652" r:id="rId6"/>
    <p:sldLayoutId id="2147483653" r:id="rId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 name="Shape 34"/>
        <p:cNvGrpSpPr/>
        <p:nvPr/>
      </p:nvGrpSpPr>
      <p:grpSpPr>
        <a:xfrm>
          <a:off x="0" y="0"/>
          <a:ext cx="0" cy="0"/>
          <a:chOff x="0" y="0"/>
          <a:chExt cx="0" cy="0"/>
        </a:xfrm>
      </p:grpSpPr>
      <p:sp>
        <p:nvSpPr>
          <p:cNvPr id="35" name="Google Shape;35;p1"/>
          <p:cNvSpPr txBox="1"/>
          <p:nvPr>
            <p:ph type="title"/>
          </p:nvPr>
        </p:nvSpPr>
        <p:spPr>
          <a:xfrm>
            <a:off x="444500" y="383285"/>
            <a:ext cx="8623300" cy="566822"/>
          </a:xfrm>
          <a:prstGeom prst="rect">
            <a:avLst/>
          </a:prstGeom>
          <a:noFill/>
          <a:ln>
            <a:noFill/>
          </a:ln>
        </p:spPr>
        <p:txBody>
          <a:bodyPr anchorCtr="0" anchor="t" bIns="0" lIns="0" spcFirstLastPara="1" rIns="0" wrap="square" tIns="12700">
            <a:spAutoFit/>
          </a:bodyPr>
          <a:lstStyle/>
          <a:p>
            <a:pPr indent="0" lvl="0" marL="12700" rtl="0" algn="l">
              <a:lnSpc>
                <a:spcPct val="100000"/>
              </a:lnSpc>
              <a:spcBef>
                <a:spcPts val="0"/>
              </a:spcBef>
              <a:spcAft>
                <a:spcPts val="0"/>
              </a:spcAft>
              <a:buNone/>
            </a:pPr>
            <a:r>
              <a:rPr lang="en-AU"/>
              <a:t>What you need to submit to the moodle site?</a:t>
            </a:r>
            <a:endParaRPr/>
          </a:p>
        </p:txBody>
      </p:sp>
      <p:sp>
        <p:nvSpPr>
          <p:cNvPr id="36" name="Google Shape;36;p1"/>
          <p:cNvSpPr txBox="1"/>
          <p:nvPr/>
        </p:nvSpPr>
        <p:spPr>
          <a:xfrm>
            <a:off x="544778" y="1405509"/>
            <a:ext cx="8142021" cy="2793201"/>
          </a:xfrm>
          <a:prstGeom prst="rect">
            <a:avLst/>
          </a:prstGeom>
          <a:noFill/>
          <a:ln>
            <a:noFill/>
          </a:ln>
        </p:spPr>
        <p:txBody>
          <a:bodyPr anchorCtr="0" anchor="t" bIns="0" lIns="0" spcFirstLastPara="1" rIns="0" wrap="square" tIns="12050">
            <a:spAutoFit/>
          </a:bodyPr>
          <a:lstStyle/>
          <a:p>
            <a:pPr indent="-342900" lvl="0" marL="355600" marR="5080" rtl="0" algn="just">
              <a:lnSpc>
                <a:spcPct val="120000"/>
              </a:lnSpc>
              <a:spcBef>
                <a:spcPts val="0"/>
              </a:spcBef>
              <a:spcAft>
                <a:spcPts val="0"/>
              </a:spcAft>
              <a:buClr>
                <a:srgbClr val="FF0000"/>
              </a:buClr>
              <a:buSzPts val="2000"/>
              <a:buFont typeface="Arial"/>
              <a:buChar char="•"/>
            </a:pPr>
            <a:r>
              <a:rPr lang="en-AU" sz="2000">
                <a:solidFill>
                  <a:srgbClr val="FF0000"/>
                </a:solidFill>
                <a:latin typeface="Times New Roman"/>
                <a:ea typeface="Times New Roman"/>
                <a:cs typeface="Times New Roman"/>
                <a:sym typeface="Times New Roman"/>
              </a:rPr>
              <a:t>A group project presentation slide </a:t>
            </a:r>
            <a:endParaRPr/>
          </a:p>
          <a:p>
            <a:pPr indent="-342900" lvl="5" marL="720000" marR="5080" rtl="0" algn="just">
              <a:lnSpc>
                <a:spcPct val="120000"/>
              </a:lnSpc>
              <a:spcBef>
                <a:spcPts val="95"/>
              </a:spcBef>
              <a:spcAft>
                <a:spcPts val="0"/>
              </a:spcAft>
              <a:buClr>
                <a:schemeClr val="dk1"/>
              </a:buClr>
              <a:buSzPts val="1800"/>
              <a:buFont typeface="Arial"/>
              <a:buChar char="•"/>
            </a:pPr>
            <a:r>
              <a:rPr lang="en-AU" sz="1800">
                <a:solidFill>
                  <a:schemeClr val="dk1"/>
                </a:solidFill>
                <a:latin typeface="Times New Roman"/>
                <a:ea typeface="Times New Roman"/>
                <a:cs typeface="Times New Roman"/>
                <a:sym typeface="Times New Roman"/>
              </a:rPr>
              <a:t>Format: ppt or pdf</a:t>
            </a:r>
            <a:endParaRPr/>
          </a:p>
          <a:p>
            <a:pPr indent="-342900" lvl="5" marL="720000" marR="5080" rtl="0" algn="just">
              <a:lnSpc>
                <a:spcPct val="120000"/>
              </a:lnSpc>
              <a:spcBef>
                <a:spcPts val="95"/>
              </a:spcBef>
              <a:spcAft>
                <a:spcPts val="0"/>
              </a:spcAft>
              <a:buClr>
                <a:schemeClr val="dk1"/>
              </a:buClr>
              <a:buSzPts val="1800"/>
              <a:buFont typeface="Arial"/>
              <a:buChar char="•"/>
            </a:pPr>
            <a:r>
              <a:rPr lang="en-AU" sz="1800">
                <a:solidFill>
                  <a:schemeClr val="dk1"/>
                </a:solidFill>
                <a:latin typeface="Times New Roman"/>
                <a:ea typeface="Times New Roman"/>
                <a:cs typeface="Times New Roman"/>
                <a:sym typeface="Times New Roman"/>
              </a:rPr>
              <a:t>Due date: Your last tutorial (It would be better to submit before the presentation date for the tutor to read beforehand.)</a:t>
            </a:r>
            <a:endParaRPr sz="1800">
              <a:solidFill>
                <a:schemeClr val="dk1"/>
              </a:solidFill>
              <a:latin typeface="Times New Roman"/>
              <a:ea typeface="Times New Roman"/>
              <a:cs typeface="Times New Roman"/>
              <a:sym typeface="Times New Roman"/>
            </a:endParaRPr>
          </a:p>
          <a:p>
            <a:pPr indent="-342900" lvl="0" marL="355600" marR="5080" rtl="0" algn="just">
              <a:lnSpc>
                <a:spcPct val="120000"/>
              </a:lnSpc>
              <a:spcBef>
                <a:spcPts val="95"/>
              </a:spcBef>
              <a:spcAft>
                <a:spcPts val="0"/>
              </a:spcAft>
              <a:buClr>
                <a:srgbClr val="FF0000"/>
              </a:buClr>
              <a:buSzPts val="2000"/>
              <a:buFont typeface="Arial"/>
              <a:buChar char="•"/>
            </a:pPr>
            <a:r>
              <a:rPr lang="en-AU" sz="2000">
                <a:solidFill>
                  <a:srgbClr val="FF0000"/>
                </a:solidFill>
                <a:latin typeface="Times New Roman"/>
                <a:ea typeface="Times New Roman"/>
                <a:cs typeface="Times New Roman"/>
                <a:sym typeface="Times New Roman"/>
              </a:rPr>
              <a:t>A group project report</a:t>
            </a:r>
            <a:endParaRPr/>
          </a:p>
          <a:p>
            <a:pPr indent="-342900" lvl="0" marL="720000" marR="5080" rtl="0" algn="just">
              <a:lnSpc>
                <a:spcPct val="120000"/>
              </a:lnSpc>
              <a:spcBef>
                <a:spcPts val="95"/>
              </a:spcBef>
              <a:spcAft>
                <a:spcPts val="0"/>
              </a:spcAft>
              <a:buClr>
                <a:schemeClr val="dk1"/>
              </a:buClr>
              <a:buSzPts val="1800"/>
              <a:buFont typeface="Arial"/>
              <a:buChar char="•"/>
            </a:pPr>
            <a:r>
              <a:rPr lang="en-AU" sz="1800">
                <a:solidFill>
                  <a:schemeClr val="dk1"/>
                </a:solidFill>
                <a:latin typeface="Times New Roman"/>
                <a:ea typeface="Times New Roman"/>
                <a:cs typeface="Times New Roman"/>
                <a:sym typeface="Times New Roman"/>
              </a:rPr>
              <a:t>Format: pdf</a:t>
            </a:r>
            <a:endParaRPr/>
          </a:p>
          <a:p>
            <a:pPr indent="-342900" lvl="0" marL="720000" marR="5080" rtl="0" algn="just">
              <a:lnSpc>
                <a:spcPct val="120000"/>
              </a:lnSpc>
              <a:spcBef>
                <a:spcPts val="95"/>
              </a:spcBef>
              <a:spcAft>
                <a:spcPts val="0"/>
              </a:spcAft>
              <a:buClr>
                <a:schemeClr val="dk1"/>
              </a:buClr>
              <a:buSzPts val="1800"/>
              <a:buFont typeface="Arial"/>
              <a:buChar char="•"/>
            </a:pPr>
            <a:r>
              <a:rPr lang="en-AU" sz="1800">
                <a:solidFill>
                  <a:schemeClr val="dk1"/>
                </a:solidFill>
                <a:latin typeface="Times New Roman"/>
                <a:ea typeface="Times New Roman"/>
                <a:cs typeface="Times New Roman"/>
                <a:sym typeface="Times New Roman"/>
              </a:rPr>
              <a:t>Due date: 25</a:t>
            </a:r>
            <a:r>
              <a:rPr baseline="30000" lang="en-AU" sz="1800">
                <a:solidFill>
                  <a:schemeClr val="dk1"/>
                </a:solidFill>
                <a:latin typeface="Times New Roman"/>
                <a:ea typeface="Times New Roman"/>
                <a:cs typeface="Times New Roman"/>
                <a:sym typeface="Times New Roman"/>
              </a:rPr>
              <a:t>th</a:t>
            </a:r>
            <a:r>
              <a:rPr lang="en-AU" sz="1800">
                <a:solidFill>
                  <a:schemeClr val="dk1"/>
                </a:solidFill>
                <a:latin typeface="Times New Roman"/>
                <a:ea typeface="Times New Roman"/>
                <a:cs typeface="Times New Roman"/>
                <a:sym typeface="Times New Roman"/>
              </a:rPr>
              <a:t> August by 11:55pm.</a:t>
            </a:r>
            <a:endParaRPr/>
          </a:p>
          <a:p>
            <a:pPr indent="-228600" lvl="0" marL="720000" marR="5080" rtl="0" algn="just">
              <a:lnSpc>
                <a:spcPct val="120000"/>
              </a:lnSpc>
              <a:spcBef>
                <a:spcPts val="95"/>
              </a:spcBef>
              <a:spcAft>
                <a:spcPts val="0"/>
              </a:spcAft>
              <a:buSzPts val="1800"/>
              <a:buFont typeface="Arial"/>
              <a:buNone/>
            </a:pPr>
            <a:r>
              <a:t/>
            </a:r>
            <a:endParaRPr sz="1800">
              <a:solidFill>
                <a:schemeClr val="dk1"/>
              </a:solidFill>
              <a:latin typeface="Times New Roman"/>
              <a:ea typeface="Times New Roman"/>
              <a:cs typeface="Times New Roman"/>
              <a:sym typeface="Times New Roman"/>
            </a:endParaRPr>
          </a:p>
        </p:txBody>
      </p:sp>
      <p:sp>
        <p:nvSpPr>
          <p:cNvPr id="37" name="Google Shape;37;p1"/>
          <p:cNvSpPr txBox="1"/>
          <p:nvPr/>
        </p:nvSpPr>
        <p:spPr>
          <a:xfrm>
            <a:off x="424180" y="4648200"/>
            <a:ext cx="8242299" cy="1356140"/>
          </a:xfrm>
          <a:prstGeom prst="rect">
            <a:avLst/>
          </a:prstGeom>
          <a:noFill/>
          <a:ln>
            <a:noFill/>
          </a:ln>
        </p:spPr>
        <p:txBody>
          <a:bodyPr anchorCtr="0" anchor="t" bIns="0" lIns="0" spcFirstLastPara="1" rIns="0" wrap="square" tIns="12050">
            <a:spAutoFit/>
          </a:bodyPr>
          <a:lstStyle/>
          <a:p>
            <a:pPr indent="0" lvl="0" marL="12700" marR="5080" rtl="0" algn="just">
              <a:lnSpc>
                <a:spcPct val="100000"/>
              </a:lnSpc>
              <a:spcBef>
                <a:spcPts val="0"/>
              </a:spcBef>
              <a:spcAft>
                <a:spcPts val="0"/>
              </a:spcAft>
              <a:buNone/>
            </a:pPr>
            <a:r>
              <a:rPr lang="en-AU" sz="2000">
                <a:solidFill>
                  <a:srgbClr val="0C2240"/>
                </a:solidFill>
                <a:latin typeface="Times New Roman"/>
                <a:ea typeface="Times New Roman"/>
                <a:cs typeface="Times New Roman"/>
                <a:sym typeface="Times New Roman"/>
              </a:rPr>
              <a:t>Important Note: </a:t>
            </a:r>
            <a:endParaRPr sz="1600">
              <a:solidFill>
                <a:srgbClr val="0C2240"/>
              </a:solidFill>
              <a:latin typeface="Times New Roman"/>
              <a:ea typeface="Times New Roman"/>
              <a:cs typeface="Times New Roman"/>
              <a:sym typeface="Times New Roman"/>
            </a:endParaRPr>
          </a:p>
          <a:p>
            <a:pPr indent="-342900" lvl="0" marL="355600" marR="5080" rtl="0" algn="just">
              <a:lnSpc>
                <a:spcPct val="100000"/>
              </a:lnSpc>
              <a:spcBef>
                <a:spcPts val="95"/>
              </a:spcBef>
              <a:spcAft>
                <a:spcPts val="0"/>
              </a:spcAft>
              <a:buClr>
                <a:srgbClr val="0C2240"/>
              </a:buClr>
              <a:buSzPts val="1600"/>
              <a:buFont typeface="Arial"/>
              <a:buChar char="•"/>
            </a:pPr>
            <a:r>
              <a:rPr lang="en-AU" sz="1600">
                <a:solidFill>
                  <a:srgbClr val="0C2240"/>
                </a:solidFill>
                <a:latin typeface="Times New Roman"/>
                <a:ea typeface="Times New Roman"/>
                <a:cs typeface="Times New Roman"/>
                <a:sym typeface="Times New Roman"/>
              </a:rPr>
              <a:t>Each group only need to have one member to submit both the slide and report.</a:t>
            </a:r>
            <a:endParaRPr/>
          </a:p>
          <a:p>
            <a:pPr indent="-342900" lvl="0" marL="355600" marR="5080" rtl="0" algn="just">
              <a:lnSpc>
                <a:spcPct val="100000"/>
              </a:lnSpc>
              <a:spcBef>
                <a:spcPts val="95"/>
              </a:spcBef>
              <a:spcAft>
                <a:spcPts val="0"/>
              </a:spcAft>
              <a:buClr>
                <a:srgbClr val="0C2240"/>
              </a:buClr>
              <a:buSzPts val="1600"/>
              <a:buFont typeface="Arial"/>
              <a:buChar char="•"/>
            </a:pPr>
            <a:r>
              <a:rPr lang="en-AU" sz="1600">
                <a:solidFill>
                  <a:srgbClr val="0C2240"/>
                </a:solidFill>
                <a:latin typeface="Times New Roman"/>
                <a:ea typeface="Times New Roman"/>
                <a:cs typeface="Times New Roman"/>
                <a:sym typeface="Times New Roman"/>
              </a:rPr>
              <a:t>At </a:t>
            </a:r>
            <a:r>
              <a:rPr lang="en-AU" sz="1600">
                <a:solidFill>
                  <a:srgbClr val="C00000"/>
                </a:solidFill>
                <a:highlight>
                  <a:srgbClr val="FFFF00"/>
                </a:highlight>
                <a:latin typeface="Times New Roman"/>
                <a:ea typeface="Times New Roman"/>
                <a:cs typeface="Times New Roman"/>
                <a:sym typeface="Times New Roman"/>
              </a:rPr>
              <a:t>the first page </a:t>
            </a:r>
            <a:r>
              <a:rPr lang="en-AU" sz="1600">
                <a:solidFill>
                  <a:srgbClr val="0C2240"/>
                </a:solidFill>
                <a:latin typeface="Times New Roman"/>
                <a:ea typeface="Times New Roman"/>
                <a:cs typeface="Times New Roman"/>
                <a:sym typeface="Times New Roman"/>
              </a:rPr>
              <a:t>of both the slide and report, </a:t>
            </a:r>
            <a:r>
              <a:rPr lang="en-AU" sz="1600">
                <a:solidFill>
                  <a:srgbClr val="C00000"/>
                </a:solidFill>
                <a:highlight>
                  <a:srgbClr val="FFFF00"/>
                </a:highlight>
                <a:latin typeface="Times New Roman"/>
                <a:ea typeface="Times New Roman"/>
                <a:cs typeface="Times New Roman"/>
                <a:sym typeface="Times New Roman"/>
              </a:rPr>
              <a:t>please write down the following information</a:t>
            </a:r>
            <a:r>
              <a:rPr lang="en-AU" sz="1600">
                <a:solidFill>
                  <a:srgbClr val="0C2240"/>
                </a:solidFill>
                <a:latin typeface="Times New Roman"/>
                <a:ea typeface="Times New Roman"/>
                <a:cs typeface="Times New Roman"/>
                <a:sym typeface="Times New Roman"/>
              </a:rPr>
              <a:t>: </a:t>
            </a:r>
            <a:endParaRPr/>
          </a:p>
          <a:p>
            <a:pPr indent="-342900" lvl="0" marL="720000" marR="5080" rtl="0" algn="just">
              <a:lnSpc>
                <a:spcPct val="100000"/>
              </a:lnSpc>
              <a:spcBef>
                <a:spcPts val="95"/>
              </a:spcBef>
              <a:spcAft>
                <a:spcPts val="0"/>
              </a:spcAft>
              <a:buClr>
                <a:srgbClr val="0C2240"/>
              </a:buClr>
              <a:buSzPts val="1600"/>
              <a:buFont typeface="Arial"/>
              <a:buChar char="•"/>
            </a:pPr>
            <a:r>
              <a:rPr lang="en-AU" sz="1600">
                <a:solidFill>
                  <a:srgbClr val="0C2240"/>
                </a:solidFill>
                <a:latin typeface="Times New Roman"/>
                <a:ea typeface="Times New Roman"/>
                <a:cs typeface="Times New Roman"/>
                <a:sym typeface="Times New Roman"/>
              </a:rPr>
              <a:t>The names and student numbers of all members &amp; The work ratio of each member</a:t>
            </a:r>
            <a:endParaRPr/>
          </a:p>
          <a:p>
            <a:pPr indent="-342900" lvl="0" marL="720000" marR="5080" rtl="0" algn="just">
              <a:lnSpc>
                <a:spcPct val="100000"/>
              </a:lnSpc>
              <a:spcBef>
                <a:spcPts val="95"/>
              </a:spcBef>
              <a:spcAft>
                <a:spcPts val="0"/>
              </a:spcAft>
              <a:buClr>
                <a:srgbClr val="0C2240"/>
              </a:buClr>
              <a:buSzPts val="1600"/>
              <a:buFont typeface="Arial"/>
              <a:buChar char="•"/>
            </a:pPr>
            <a:r>
              <a:rPr lang="en-AU" sz="1600">
                <a:solidFill>
                  <a:srgbClr val="0C2240"/>
                </a:solidFill>
                <a:latin typeface="Times New Roman"/>
                <a:ea typeface="Times New Roman"/>
                <a:cs typeface="Times New Roman"/>
                <a:sym typeface="Times New Roman"/>
              </a:rPr>
              <a:t>The work each member has contributed to this project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7"/>
                                        </p:tgtEl>
                                        <p:attrNameLst>
                                          <p:attrName>style.visibility</p:attrName>
                                        </p:attrNameLst>
                                      </p:cBhvr>
                                      <p:to>
                                        <p:strVal val="visible"/>
                                      </p:to>
                                    </p:set>
                                    <p:animEffect filter="fade" transition="in">
                                      <p:cBhvr>
                                        <p:cTn dur="500"/>
                                        <p:tgtEl>
                                          <p:spTgt spid="3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 name="Shape 43"/>
        <p:cNvGrpSpPr/>
        <p:nvPr/>
      </p:nvGrpSpPr>
      <p:grpSpPr>
        <a:xfrm>
          <a:off x="0" y="0"/>
          <a:ext cx="0" cy="0"/>
          <a:chOff x="0" y="0"/>
          <a:chExt cx="0" cy="0"/>
        </a:xfrm>
      </p:grpSpPr>
      <p:sp>
        <p:nvSpPr>
          <p:cNvPr id="44" name="Google Shape;44;p2"/>
          <p:cNvSpPr txBox="1"/>
          <p:nvPr>
            <p:ph type="title"/>
          </p:nvPr>
        </p:nvSpPr>
        <p:spPr>
          <a:xfrm>
            <a:off x="444500" y="383285"/>
            <a:ext cx="7797800" cy="574040"/>
          </a:xfrm>
          <a:prstGeom prst="rect">
            <a:avLst/>
          </a:prstGeom>
          <a:noFill/>
          <a:ln>
            <a:noFill/>
          </a:ln>
        </p:spPr>
        <p:txBody>
          <a:bodyPr anchorCtr="0" anchor="t" bIns="0" lIns="0" spcFirstLastPara="1" rIns="0" wrap="square" tIns="12700">
            <a:spAutoFit/>
          </a:bodyPr>
          <a:lstStyle/>
          <a:p>
            <a:pPr indent="0" lvl="0" marL="12700" rtl="0" algn="l">
              <a:lnSpc>
                <a:spcPct val="100000"/>
              </a:lnSpc>
              <a:spcBef>
                <a:spcPts val="0"/>
              </a:spcBef>
              <a:spcAft>
                <a:spcPts val="0"/>
              </a:spcAft>
              <a:buNone/>
            </a:pPr>
            <a:r>
              <a:rPr lang="en-AU"/>
              <a:t>Marking Criteria – Presentation (5 marks)</a:t>
            </a:r>
            <a:endParaRPr/>
          </a:p>
        </p:txBody>
      </p:sp>
      <p:graphicFrame>
        <p:nvGraphicFramePr>
          <p:cNvPr id="45" name="Google Shape;45;p2"/>
          <p:cNvGraphicFramePr/>
          <p:nvPr/>
        </p:nvGraphicFramePr>
        <p:xfrm>
          <a:off x="159385" y="1379731"/>
          <a:ext cx="3000000" cy="3000000"/>
        </p:xfrm>
        <a:graphic>
          <a:graphicData uri="http://schemas.openxmlformats.org/drawingml/2006/table">
            <a:tbl>
              <a:tblPr bandRow="1" firstCol="1" firstRow="1">
                <a:noFill/>
                <a:tableStyleId>{E5C82666-4931-4144-A34E-F10340D3CBBA}</a:tableStyleId>
              </a:tblPr>
              <a:tblGrid>
                <a:gridCol w="1947675"/>
                <a:gridCol w="6877550"/>
              </a:tblGrid>
              <a:tr h="329375">
                <a:tc>
                  <a:txBody>
                    <a:bodyPr/>
                    <a:lstStyle/>
                    <a:p>
                      <a:pPr indent="0" lvl="0" marL="0" marR="0" rtl="0" algn="ctr">
                        <a:spcBef>
                          <a:spcPts val="0"/>
                        </a:spcBef>
                        <a:spcAft>
                          <a:spcPts val="0"/>
                        </a:spcAft>
                        <a:buNone/>
                      </a:pPr>
                      <a:r>
                        <a:rPr lang="en-AU" sz="1400" u="none" cap="none" strike="noStrike">
                          <a:solidFill>
                            <a:schemeClr val="dk1"/>
                          </a:solidFill>
                          <a:latin typeface="Times New Roman"/>
                          <a:ea typeface="Times New Roman"/>
                          <a:cs typeface="Times New Roman"/>
                          <a:sym typeface="Times New Roman"/>
                        </a:rPr>
                        <a:t>Criteria</a:t>
                      </a:r>
                      <a:endParaRPr sz="1400" u="none" cap="none" strike="noStrike">
                        <a:solidFill>
                          <a:schemeClr val="dk1"/>
                        </a:solidFill>
                        <a:latin typeface="Times New Roman"/>
                        <a:ea typeface="Times New Roman"/>
                        <a:cs typeface="Times New Roman"/>
                        <a:sym typeface="Times New Roman"/>
                      </a:endParaRPr>
                    </a:p>
                  </a:txBody>
                  <a:tcPr marT="0" marB="0" marR="61750" marL="61750" anchor="ctr"/>
                </a:tc>
                <a:tc>
                  <a:txBody>
                    <a:bodyPr/>
                    <a:lstStyle/>
                    <a:p>
                      <a:pPr indent="0" lvl="0" marL="0" marR="0" rtl="0" algn="ctr">
                        <a:spcBef>
                          <a:spcPts val="0"/>
                        </a:spcBef>
                        <a:spcAft>
                          <a:spcPts val="0"/>
                        </a:spcAft>
                        <a:buNone/>
                      </a:pPr>
                      <a:r>
                        <a:rPr lang="en-AU" sz="1400" u="none" cap="none" strike="noStrike">
                          <a:solidFill>
                            <a:schemeClr val="dk1"/>
                          </a:solidFill>
                          <a:latin typeface="Times New Roman"/>
                          <a:ea typeface="Times New Roman"/>
                          <a:cs typeface="Times New Roman"/>
                          <a:sym typeface="Times New Roman"/>
                        </a:rPr>
                        <a:t>Description</a:t>
                      </a:r>
                      <a:endParaRPr sz="1400" u="none" cap="none" strike="noStrike">
                        <a:solidFill>
                          <a:schemeClr val="dk1"/>
                        </a:solidFill>
                        <a:latin typeface="Times New Roman"/>
                        <a:ea typeface="Times New Roman"/>
                        <a:cs typeface="Times New Roman"/>
                        <a:sym typeface="Times New Roman"/>
                      </a:endParaRPr>
                    </a:p>
                  </a:txBody>
                  <a:tcPr marT="0" marB="0" marR="61750" marL="61750" anchor="ctr"/>
                </a:tc>
              </a:tr>
              <a:tr h="494075">
                <a:tc>
                  <a:txBody>
                    <a:bodyPr/>
                    <a:lstStyle/>
                    <a:p>
                      <a:pPr indent="0" lvl="0" marL="0" marR="0" rtl="0" algn="ctr">
                        <a:spcBef>
                          <a:spcPts val="0"/>
                        </a:spcBef>
                        <a:spcAft>
                          <a:spcPts val="0"/>
                        </a:spcAft>
                        <a:buNone/>
                      </a:pPr>
                      <a:r>
                        <a:rPr lang="en-AU" sz="1400" u="none" cap="none" strike="noStrike">
                          <a:solidFill>
                            <a:schemeClr val="dk1"/>
                          </a:solidFill>
                          <a:latin typeface="Times New Roman"/>
                          <a:ea typeface="Times New Roman"/>
                          <a:cs typeface="Times New Roman"/>
                          <a:sym typeface="Times New Roman"/>
                        </a:rPr>
                        <a:t>Content and Understanding – 1.5 Marks </a:t>
                      </a:r>
                      <a:endParaRPr sz="1400" u="none" cap="none" strike="noStrike">
                        <a:solidFill>
                          <a:schemeClr val="dk1"/>
                        </a:solidFill>
                        <a:latin typeface="Times New Roman"/>
                        <a:ea typeface="Times New Roman"/>
                        <a:cs typeface="Times New Roman"/>
                        <a:sym typeface="Times New Roman"/>
                      </a:endParaRPr>
                    </a:p>
                  </a:txBody>
                  <a:tcPr marT="0" marB="0" marR="61750" marL="61750" anchor="ctr"/>
                </a:tc>
                <a:tc>
                  <a:txBody>
                    <a:bodyPr/>
                    <a:lstStyle/>
                    <a:p>
                      <a:pPr indent="0" lvl="0" marL="0" marR="0" rtl="0" algn="just">
                        <a:spcBef>
                          <a:spcPts val="0"/>
                        </a:spcBef>
                        <a:spcAft>
                          <a:spcPts val="0"/>
                        </a:spcAft>
                        <a:buNone/>
                      </a:pPr>
                      <a:r>
                        <a:rPr lang="en-AU" sz="1400" u="none" cap="none" strike="noStrike">
                          <a:solidFill>
                            <a:schemeClr val="dk1"/>
                          </a:solidFill>
                          <a:latin typeface="Times New Roman"/>
                          <a:ea typeface="Times New Roman"/>
                          <a:cs typeface="Times New Roman"/>
                          <a:sym typeface="Times New Roman"/>
                        </a:rPr>
                        <a:t>Demonstrate a deep understanding of the multi-modal database, software, and networking of your proposed system.</a:t>
                      </a:r>
                      <a:endParaRPr/>
                    </a:p>
                  </a:txBody>
                  <a:tcPr marT="0" marB="0" marR="61750" marL="61750" anchor="ctr"/>
                </a:tc>
              </a:tr>
              <a:tr h="329375">
                <a:tc>
                  <a:txBody>
                    <a:bodyPr/>
                    <a:lstStyle/>
                    <a:p>
                      <a:pPr indent="0" lvl="0" marL="0" marR="0" rtl="0" algn="ctr">
                        <a:spcBef>
                          <a:spcPts val="0"/>
                        </a:spcBef>
                        <a:spcAft>
                          <a:spcPts val="0"/>
                        </a:spcAft>
                        <a:buNone/>
                      </a:pPr>
                      <a:r>
                        <a:t/>
                      </a:r>
                      <a:endParaRPr sz="1400" u="none" cap="none" strike="noStrike">
                        <a:solidFill>
                          <a:schemeClr val="dk1"/>
                        </a:solidFill>
                        <a:latin typeface="Times New Roman"/>
                        <a:ea typeface="Times New Roman"/>
                        <a:cs typeface="Times New Roman"/>
                        <a:sym typeface="Times New Roman"/>
                      </a:endParaRPr>
                    </a:p>
                  </a:txBody>
                  <a:tcPr marT="0" marB="0" marR="61750" marL="61750" anchor="ctr"/>
                </a:tc>
                <a:tc>
                  <a:txBody>
                    <a:bodyPr/>
                    <a:lstStyle/>
                    <a:p>
                      <a:pPr indent="0" lvl="0" marL="0" marR="0" rtl="0" algn="just">
                        <a:spcBef>
                          <a:spcPts val="0"/>
                        </a:spcBef>
                        <a:spcAft>
                          <a:spcPts val="0"/>
                        </a:spcAft>
                        <a:buNone/>
                      </a:pPr>
                      <a:r>
                        <a:rPr lang="en-AU" sz="1400" u="none" cap="none" strike="noStrike">
                          <a:solidFill>
                            <a:schemeClr val="dk1"/>
                          </a:solidFill>
                          <a:latin typeface="Times New Roman"/>
                          <a:ea typeface="Times New Roman"/>
                          <a:cs typeface="Times New Roman"/>
                          <a:sym typeface="Times New Roman"/>
                        </a:rPr>
                        <a:t>Clearly articulates key points and concepts related to the proposed business.</a:t>
                      </a:r>
                      <a:endParaRPr sz="1400" u="none" cap="none" strike="noStrike">
                        <a:solidFill>
                          <a:schemeClr val="dk1"/>
                        </a:solidFill>
                        <a:latin typeface="Times New Roman"/>
                        <a:ea typeface="Times New Roman"/>
                        <a:cs typeface="Times New Roman"/>
                        <a:sym typeface="Times New Roman"/>
                      </a:endParaRPr>
                    </a:p>
                  </a:txBody>
                  <a:tcPr marT="0" marB="0" marR="61750" marL="61750" anchor="ctr"/>
                </a:tc>
              </a:tr>
              <a:tr h="494075">
                <a:tc>
                  <a:txBody>
                    <a:bodyPr/>
                    <a:lstStyle/>
                    <a:p>
                      <a:pPr indent="0" lvl="0" marL="0" marR="0" rtl="0" algn="ctr">
                        <a:spcBef>
                          <a:spcPts val="0"/>
                        </a:spcBef>
                        <a:spcAft>
                          <a:spcPts val="0"/>
                        </a:spcAft>
                        <a:buNone/>
                      </a:pPr>
                      <a:r>
                        <a:rPr lang="en-AU" sz="1400" u="none" cap="none" strike="noStrike">
                          <a:solidFill>
                            <a:schemeClr val="dk1"/>
                          </a:solidFill>
                          <a:latin typeface="Times New Roman"/>
                          <a:ea typeface="Times New Roman"/>
                          <a:cs typeface="Times New Roman"/>
                          <a:sym typeface="Times New Roman"/>
                        </a:rPr>
                        <a:t>Clarity of Presentation -  1 Mark</a:t>
                      </a:r>
                      <a:endParaRPr sz="1400" u="none" cap="none" strike="noStrike">
                        <a:solidFill>
                          <a:schemeClr val="dk1"/>
                        </a:solidFill>
                        <a:latin typeface="Times New Roman"/>
                        <a:ea typeface="Times New Roman"/>
                        <a:cs typeface="Times New Roman"/>
                        <a:sym typeface="Times New Roman"/>
                      </a:endParaRPr>
                    </a:p>
                  </a:txBody>
                  <a:tcPr marT="0" marB="0" marR="61750" marL="61750" anchor="ctr"/>
                </a:tc>
                <a:tc>
                  <a:txBody>
                    <a:bodyPr/>
                    <a:lstStyle/>
                    <a:p>
                      <a:pPr indent="0" lvl="0" marL="0" marR="0" rtl="0" algn="just">
                        <a:lnSpc>
                          <a:spcPct val="100000"/>
                        </a:lnSpc>
                        <a:spcBef>
                          <a:spcPts val="0"/>
                        </a:spcBef>
                        <a:spcAft>
                          <a:spcPts val="0"/>
                        </a:spcAft>
                        <a:buClr>
                          <a:schemeClr val="dk1"/>
                        </a:buClr>
                        <a:buSzPts val="1400"/>
                        <a:buFont typeface="Times New Roman"/>
                        <a:buNone/>
                      </a:pPr>
                      <a:r>
                        <a:rPr lang="en-AU" sz="1400" u="none" cap="none" strike="noStrike">
                          <a:solidFill>
                            <a:schemeClr val="dk1"/>
                          </a:solidFill>
                          <a:latin typeface="Times New Roman"/>
                          <a:ea typeface="Times New Roman"/>
                          <a:cs typeface="Times New Roman"/>
                          <a:sym typeface="Times New Roman"/>
                        </a:rPr>
                        <a:t>Presentation is clear, well-organized, and follows a logical flow. </a:t>
                      </a:r>
                      <a:endParaRPr/>
                    </a:p>
                    <a:p>
                      <a:pPr indent="0" lvl="0" marL="0" marR="0" rtl="0" algn="just">
                        <a:lnSpc>
                          <a:spcPct val="100000"/>
                        </a:lnSpc>
                        <a:spcBef>
                          <a:spcPts val="0"/>
                        </a:spcBef>
                        <a:spcAft>
                          <a:spcPts val="0"/>
                        </a:spcAft>
                        <a:buClr>
                          <a:schemeClr val="dk1"/>
                        </a:buClr>
                        <a:buSzPts val="1400"/>
                        <a:buFont typeface="Times New Roman"/>
                        <a:buNone/>
                      </a:pPr>
                      <a:r>
                        <a:rPr lang="en-AU" sz="1400" u="none" cap="none" strike="noStrike">
                          <a:solidFill>
                            <a:schemeClr val="dk1"/>
                          </a:solidFill>
                          <a:latin typeface="Times New Roman"/>
                          <a:ea typeface="Times New Roman"/>
                          <a:cs typeface="Times New Roman"/>
                          <a:sym typeface="Times New Roman"/>
                        </a:rPr>
                        <a:t>The presentation reflects a high level of professionalism in language, grammar, and layout. </a:t>
                      </a:r>
                      <a:endParaRPr/>
                    </a:p>
                  </a:txBody>
                  <a:tcPr marT="0" marB="0" marR="61750" marL="61750" anchor="ctr"/>
                </a:tc>
              </a:tr>
              <a:tr h="329375">
                <a:tc>
                  <a:txBody>
                    <a:bodyPr/>
                    <a:lstStyle/>
                    <a:p>
                      <a:pPr indent="0" lvl="0" marL="0" marR="0" rtl="0" algn="ctr">
                        <a:spcBef>
                          <a:spcPts val="0"/>
                        </a:spcBef>
                        <a:spcAft>
                          <a:spcPts val="0"/>
                        </a:spcAft>
                        <a:buNone/>
                      </a:pPr>
                      <a:r>
                        <a:t/>
                      </a:r>
                      <a:endParaRPr sz="1400" u="none" cap="none" strike="noStrike">
                        <a:solidFill>
                          <a:schemeClr val="dk1"/>
                        </a:solidFill>
                        <a:latin typeface="Times New Roman"/>
                        <a:ea typeface="Times New Roman"/>
                        <a:cs typeface="Times New Roman"/>
                        <a:sym typeface="Times New Roman"/>
                      </a:endParaRPr>
                    </a:p>
                  </a:txBody>
                  <a:tcPr marT="0" marB="0" marR="61750" marL="61750" anchor="ctr"/>
                </a:tc>
                <a:tc>
                  <a:txBody>
                    <a:bodyPr/>
                    <a:lstStyle/>
                    <a:p>
                      <a:pPr indent="0" lvl="0" marL="0" marR="0" rtl="0" algn="just">
                        <a:spcBef>
                          <a:spcPts val="0"/>
                        </a:spcBef>
                        <a:spcAft>
                          <a:spcPts val="0"/>
                        </a:spcAft>
                        <a:buNone/>
                      </a:pPr>
                      <a:r>
                        <a:rPr lang="en-AU" sz="1400" u="none" cap="none" strike="noStrike">
                          <a:solidFill>
                            <a:schemeClr val="dk1"/>
                          </a:solidFill>
                          <a:latin typeface="Times New Roman"/>
                          <a:ea typeface="Times New Roman"/>
                          <a:cs typeface="Times New Roman"/>
                          <a:sym typeface="Times New Roman"/>
                        </a:rPr>
                        <a:t>Effective use of visual animations to enhance communication.</a:t>
                      </a:r>
                      <a:endParaRPr sz="1400" u="none" cap="none" strike="noStrike">
                        <a:solidFill>
                          <a:schemeClr val="dk1"/>
                        </a:solidFill>
                        <a:latin typeface="Times New Roman"/>
                        <a:ea typeface="Times New Roman"/>
                        <a:cs typeface="Times New Roman"/>
                        <a:sym typeface="Times New Roman"/>
                      </a:endParaRPr>
                    </a:p>
                  </a:txBody>
                  <a:tcPr marT="0" marB="0" marR="61750" marL="61750" anchor="ctr"/>
                </a:tc>
              </a:tr>
              <a:tr h="494075">
                <a:tc>
                  <a:txBody>
                    <a:bodyPr/>
                    <a:lstStyle/>
                    <a:p>
                      <a:pPr indent="0" lvl="0" marL="0" marR="0" rtl="0" algn="ctr">
                        <a:spcBef>
                          <a:spcPts val="0"/>
                        </a:spcBef>
                        <a:spcAft>
                          <a:spcPts val="0"/>
                        </a:spcAft>
                        <a:buNone/>
                      </a:pPr>
                      <a:r>
                        <a:rPr lang="en-AU" sz="1400" u="none" cap="none" strike="noStrike">
                          <a:solidFill>
                            <a:schemeClr val="dk1"/>
                          </a:solidFill>
                          <a:latin typeface="Times New Roman"/>
                          <a:ea typeface="Times New Roman"/>
                          <a:cs typeface="Times New Roman"/>
                          <a:sym typeface="Times New Roman"/>
                        </a:rPr>
                        <a:t>Engagement and Teamwork - 1 Mark</a:t>
                      </a:r>
                      <a:endParaRPr sz="1400" u="none" cap="none" strike="noStrike">
                        <a:solidFill>
                          <a:schemeClr val="dk1"/>
                        </a:solidFill>
                        <a:latin typeface="Times New Roman"/>
                        <a:ea typeface="Times New Roman"/>
                        <a:cs typeface="Times New Roman"/>
                        <a:sym typeface="Times New Roman"/>
                      </a:endParaRPr>
                    </a:p>
                  </a:txBody>
                  <a:tcPr marT="0" marB="0" marR="61750" marL="61750" anchor="ctr"/>
                </a:tc>
                <a:tc>
                  <a:txBody>
                    <a:bodyPr/>
                    <a:lstStyle/>
                    <a:p>
                      <a:pPr indent="0" lvl="0" marL="0" marR="0" rtl="0" algn="just">
                        <a:spcBef>
                          <a:spcPts val="0"/>
                        </a:spcBef>
                        <a:spcAft>
                          <a:spcPts val="0"/>
                        </a:spcAft>
                        <a:buNone/>
                      </a:pPr>
                      <a:r>
                        <a:rPr lang="en-AU" sz="1400" u="none" cap="none" strike="noStrike">
                          <a:solidFill>
                            <a:schemeClr val="dk1"/>
                          </a:solidFill>
                          <a:latin typeface="Times New Roman"/>
                          <a:ea typeface="Times New Roman"/>
                          <a:cs typeface="Times New Roman"/>
                          <a:sym typeface="Times New Roman"/>
                        </a:rPr>
                        <a:t>All team members actively participate in the presentation.</a:t>
                      </a:r>
                      <a:endParaRPr/>
                    </a:p>
                  </a:txBody>
                  <a:tcPr marT="0" marB="0" marR="61750" marL="61750" anchor="ctr"/>
                </a:tc>
              </a:tr>
              <a:tr h="329375">
                <a:tc>
                  <a:txBody>
                    <a:bodyPr/>
                    <a:lstStyle/>
                    <a:p>
                      <a:pPr indent="0" lvl="0" marL="0" marR="0" rtl="0" algn="ctr">
                        <a:spcBef>
                          <a:spcPts val="0"/>
                        </a:spcBef>
                        <a:spcAft>
                          <a:spcPts val="0"/>
                        </a:spcAft>
                        <a:buNone/>
                      </a:pPr>
                      <a:r>
                        <a:t/>
                      </a:r>
                      <a:endParaRPr sz="1400" u="none" cap="none" strike="noStrike">
                        <a:solidFill>
                          <a:schemeClr val="dk1"/>
                        </a:solidFill>
                        <a:latin typeface="Times New Roman"/>
                        <a:ea typeface="Times New Roman"/>
                        <a:cs typeface="Times New Roman"/>
                        <a:sym typeface="Times New Roman"/>
                      </a:endParaRPr>
                    </a:p>
                  </a:txBody>
                  <a:tcPr marT="0" marB="0" marR="61750" marL="61750" anchor="ctr"/>
                </a:tc>
                <a:tc>
                  <a:txBody>
                    <a:bodyPr/>
                    <a:lstStyle/>
                    <a:p>
                      <a:pPr indent="0" lvl="0" marL="0" marR="0" rtl="0" algn="just">
                        <a:spcBef>
                          <a:spcPts val="0"/>
                        </a:spcBef>
                        <a:spcAft>
                          <a:spcPts val="0"/>
                        </a:spcAft>
                        <a:buNone/>
                      </a:pPr>
                      <a:r>
                        <a:rPr lang="en-AU" sz="1400" u="none" cap="none" strike="noStrike">
                          <a:solidFill>
                            <a:schemeClr val="dk1"/>
                          </a:solidFill>
                          <a:latin typeface="Times New Roman"/>
                          <a:ea typeface="Times New Roman"/>
                          <a:cs typeface="Times New Roman"/>
                          <a:sym typeface="Times New Roman"/>
                        </a:rPr>
                        <a:t>Evidence of effective teamwork, collaboration, and a balanced distribution of responsibilities.</a:t>
                      </a:r>
                      <a:endParaRPr sz="1400" u="none" cap="none" strike="noStrike">
                        <a:solidFill>
                          <a:schemeClr val="dk1"/>
                        </a:solidFill>
                        <a:latin typeface="Times New Roman"/>
                        <a:ea typeface="Times New Roman"/>
                        <a:cs typeface="Times New Roman"/>
                        <a:sym typeface="Times New Roman"/>
                      </a:endParaRPr>
                    </a:p>
                  </a:txBody>
                  <a:tcPr marT="0" marB="0" marR="61750" marL="61750" anchor="ctr"/>
                </a:tc>
              </a:tr>
              <a:tr h="658750">
                <a:tc>
                  <a:txBody>
                    <a:bodyPr/>
                    <a:lstStyle/>
                    <a:p>
                      <a:pPr indent="0" lvl="0" marL="0" marR="0" rtl="0" algn="ctr">
                        <a:spcBef>
                          <a:spcPts val="0"/>
                        </a:spcBef>
                        <a:spcAft>
                          <a:spcPts val="0"/>
                        </a:spcAft>
                        <a:buNone/>
                      </a:pPr>
                      <a:r>
                        <a:rPr lang="en-AU" sz="1400" u="none" cap="none" strike="noStrike">
                          <a:solidFill>
                            <a:schemeClr val="dk1"/>
                          </a:solidFill>
                          <a:latin typeface="Times New Roman"/>
                          <a:ea typeface="Times New Roman"/>
                          <a:cs typeface="Times New Roman"/>
                          <a:sym typeface="Times New Roman"/>
                        </a:rPr>
                        <a:t>Timing and Q&amp;A Participation – 1.5 Mark</a:t>
                      </a:r>
                      <a:endParaRPr sz="1400" u="none" cap="none" strike="noStrike">
                        <a:solidFill>
                          <a:schemeClr val="dk1"/>
                        </a:solidFill>
                        <a:latin typeface="Times New Roman"/>
                        <a:ea typeface="Times New Roman"/>
                        <a:cs typeface="Times New Roman"/>
                        <a:sym typeface="Times New Roman"/>
                      </a:endParaRPr>
                    </a:p>
                  </a:txBody>
                  <a:tcPr marT="0" marB="0" marR="61750" marL="61750" anchor="ctr"/>
                </a:tc>
                <a:tc>
                  <a:txBody>
                    <a:bodyPr/>
                    <a:lstStyle/>
                    <a:p>
                      <a:pPr indent="0" lvl="0" marL="0" marR="0" rtl="0" algn="just">
                        <a:spcBef>
                          <a:spcPts val="0"/>
                        </a:spcBef>
                        <a:spcAft>
                          <a:spcPts val="0"/>
                        </a:spcAft>
                        <a:buNone/>
                      </a:pPr>
                      <a:r>
                        <a:rPr lang="en-AU" sz="1400" u="none" cap="none" strike="noStrike">
                          <a:solidFill>
                            <a:schemeClr val="dk1"/>
                          </a:solidFill>
                          <a:latin typeface="Times New Roman"/>
                          <a:ea typeface="Times New Roman"/>
                          <a:cs typeface="Times New Roman"/>
                          <a:sym typeface="Times New Roman"/>
                        </a:rPr>
                        <a:t>Presentation within the allocated 12 minutes.</a:t>
                      </a:r>
                      <a:endParaRPr/>
                    </a:p>
                    <a:p>
                      <a:pPr indent="0" lvl="0" marL="0" marR="0" rtl="0" algn="just">
                        <a:spcBef>
                          <a:spcPts val="0"/>
                        </a:spcBef>
                        <a:spcAft>
                          <a:spcPts val="0"/>
                        </a:spcAft>
                        <a:buNone/>
                      </a:pPr>
                      <a:r>
                        <a:rPr lang="en-AU" sz="1400" u="none" cap="none" strike="noStrike">
                          <a:solidFill>
                            <a:schemeClr val="dk1"/>
                          </a:solidFill>
                          <a:latin typeface="Times New Roman"/>
                          <a:ea typeface="Times New Roman"/>
                          <a:cs typeface="Times New Roman"/>
                          <a:sym typeface="Times New Roman"/>
                        </a:rPr>
                        <a:t>0.5</a:t>
                      </a:r>
                      <a:endParaRPr sz="1400" u="none" cap="none" strike="noStrike">
                        <a:solidFill>
                          <a:schemeClr val="dk1"/>
                        </a:solidFill>
                        <a:latin typeface="Times New Roman"/>
                        <a:ea typeface="Times New Roman"/>
                        <a:cs typeface="Times New Roman"/>
                        <a:sym typeface="Times New Roman"/>
                      </a:endParaRPr>
                    </a:p>
                  </a:txBody>
                  <a:tcPr marT="0" marB="0" marR="61750" marL="61750" anchor="ctr"/>
                </a:tc>
              </a:tr>
              <a:tr h="494075">
                <a:tc>
                  <a:txBody>
                    <a:bodyPr/>
                    <a:lstStyle/>
                    <a:p>
                      <a:pPr indent="0" lvl="0" marL="0" marR="0" rtl="0" algn="ctr">
                        <a:spcBef>
                          <a:spcPts val="0"/>
                        </a:spcBef>
                        <a:spcAft>
                          <a:spcPts val="0"/>
                        </a:spcAft>
                        <a:buNone/>
                      </a:pPr>
                      <a:r>
                        <a:t/>
                      </a:r>
                      <a:endParaRPr sz="1400" u="none" cap="none" strike="noStrike">
                        <a:solidFill>
                          <a:schemeClr val="dk1"/>
                        </a:solidFill>
                        <a:latin typeface="Times New Roman"/>
                        <a:ea typeface="Times New Roman"/>
                        <a:cs typeface="Times New Roman"/>
                        <a:sym typeface="Times New Roman"/>
                      </a:endParaRPr>
                    </a:p>
                  </a:txBody>
                  <a:tcPr marT="0" marB="0" marR="61750" marL="61750" anchor="ctr"/>
                </a:tc>
                <a:tc>
                  <a:txBody>
                    <a:bodyPr/>
                    <a:lstStyle/>
                    <a:p>
                      <a:pPr indent="0" lvl="0" marL="0" marR="0" rtl="0" algn="just">
                        <a:spcBef>
                          <a:spcPts val="0"/>
                        </a:spcBef>
                        <a:spcAft>
                          <a:spcPts val="0"/>
                        </a:spcAft>
                        <a:buNone/>
                      </a:pPr>
                      <a:r>
                        <a:rPr lang="en-AU" sz="1400" u="none" cap="none" strike="noStrike">
                          <a:solidFill>
                            <a:schemeClr val="dk1"/>
                          </a:solidFill>
                          <a:latin typeface="Times New Roman"/>
                          <a:ea typeface="Times New Roman"/>
                          <a:cs typeface="Times New Roman"/>
                          <a:sym typeface="Times New Roman"/>
                        </a:rPr>
                        <a:t>Engage with audience questions during the 3-minute Q&amp;A session.</a:t>
                      </a:r>
                      <a:endParaRPr/>
                    </a:p>
                    <a:p>
                      <a:pPr indent="0" lvl="0" marL="0" marR="0" rtl="0" algn="just">
                        <a:spcBef>
                          <a:spcPts val="0"/>
                        </a:spcBef>
                        <a:spcAft>
                          <a:spcPts val="0"/>
                        </a:spcAft>
                        <a:buNone/>
                      </a:pPr>
                      <a:r>
                        <a:rPr lang="en-AU" sz="1400" u="none" cap="none" strike="noStrike">
                          <a:solidFill>
                            <a:schemeClr val="dk1"/>
                          </a:solidFill>
                          <a:latin typeface="Times New Roman"/>
                          <a:ea typeface="Times New Roman"/>
                          <a:cs typeface="Times New Roman"/>
                          <a:sym typeface="Times New Roman"/>
                        </a:rPr>
                        <a:t>1</a:t>
                      </a:r>
                      <a:endParaRPr sz="1400" u="none" cap="none" strike="noStrike">
                        <a:solidFill>
                          <a:schemeClr val="dk1"/>
                        </a:solidFill>
                        <a:latin typeface="Times New Roman"/>
                        <a:ea typeface="Times New Roman"/>
                        <a:cs typeface="Times New Roman"/>
                        <a:sym typeface="Times New Roman"/>
                      </a:endParaRPr>
                    </a:p>
                  </a:txBody>
                  <a:tcPr marT="0" marB="0" marR="61750" marL="61750" anchor="ct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 name="Shape 51"/>
        <p:cNvGrpSpPr/>
        <p:nvPr/>
      </p:nvGrpSpPr>
      <p:grpSpPr>
        <a:xfrm>
          <a:off x="0" y="0"/>
          <a:ext cx="0" cy="0"/>
          <a:chOff x="0" y="0"/>
          <a:chExt cx="0" cy="0"/>
        </a:xfrm>
      </p:grpSpPr>
      <p:sp>
        <p:nvSpPr>
          <p:cNvPr id="52" name="Google Shape;52;p3"/>
          <p:cNvSpPr txBox="1"/>
          <p:nvPr>
            <p:ph type="title"/>
          </p:nvPr>
        </p:nvSpPr>
        <p:spPr>
          <a:xfrm>
            <a:off x="444500" y="383285"/>
            <a:ext cx="7797800" cy="574040"/>
          </a:xfrm>
          <a:prstGeom prst="rect">
            <a:avLst/>
          </a:prstGeom>
          <a:noFill/>
          <a:ln>
            <a:noFill/>
          </a:ln>
        </p:spPr>
        <p:txBody>
          <a:bodyPr anchorCtr="0" anchor="t" bIns="0" lIns="0" spcFirstLastPara="1" rIns="0" wrap="square" tIns="12700">
            <a:spAutoFit/>
          </a:bodyPr>
          <a:lstStyle/>
          <a:p>
            <a:pPr indent="0" lvl="0" marL="12700" rtl="0" algn="l">
              <a:lnSpc>
                <a:spcPct val="100000"/>
              </a:lnSpc>
              <a:spcBef>
                <a:spcPts val="0"/>
              </a:spcBef>
              <a:spcAft>
                <a:spcPts val="0"/>
              </a:spcAft>
              <a:buNone/>
            </a:pPr>
            <a:r>
              <a:rPr lang="en-AU"/>
              <a:t>Marking Criteria – Report (100 marks)</a:t>
            </a:r>
            <a:endParaRPr/>
          </a:p>
        </p:txBody>
      </p:sp>
      <p:graphicFrame>
        <p:nvGraphicFramePr>
          <p:cNvPr id="53" name="Google Shape;53;p3"/>
          <p:cNvGraphicFramePr/>
          <p:nvPr/>
        </p:nvGraphicFramePr>
        <p:xfrm>
          <a:off x="152400" y="1139667"/>
          <a:ext cx="3000000" cy="3000000"/>
        </p:xfrm>
        <a:graphic>
          <a:graphicData uri="http://schemas.openxmlformats.org/drawingml/2006/table">
            <a:tbl>
              <a:tblPr bandRow="1" firstCol="1" firstRow="1">
                <a:noFill/>
                <a:tableStyleId>{E5C82666-4931-4144-A34E-F10340D3CBBA}</a:tableStyleId>
              </a:tblPr>
              <a:tblGrid>
                <a:gridCol w="2024325"/>
                <a:gridCol w="6129075"/>
                <a:gridCol w="609600"/>
              </a:tblGrid>
              <a:tr h="536725">
                <a:tc>
                  <a:txBody>
                    <a:bodyPr/>
                    <a:lstStyle/>
                    <a:p>
                      <a:pPr indent="0" lvl="0" marL="0" marR="0" rtl="0" algn="ctr">
                        <a:spcBef>
                          <a:spcPts val="0"/>
                        </a:spcBef>
                        <a:spcAft>
                          <a:spcPts val="0"/>
                        </a:spcAft>
                        <a:buNone/>
                      </a:pPr>
                      <a:r>
                        <a:rPr lang="en-AU" sz="1400" u="none" cap="none" strike="noStrike">
                          <a:solidFill>
                            <a:schemeClr val="dk1"/>
                          </a:solidFill>
                          <a:latin typeface="Times New Roman"/>
                          <a:ea typeface="Times New Roman"/>
                          <a:cs typeface="Times New Roman"/>
                          <a:sym typeface="Times New Roman"/>
                        </a:rPr>
                        <a:t>Criteria</a:t>
                      </a:r>
                      <a:endParaRPr sz="1400" u="none" cap="none" strike="noStrike">
                        <a:solidFill>
                          <a:schemeClr val="dk1"/>
                        </a:solidFill>
                        <a:latin typeface="Times New Roman"/>
                        <a:ea typeface="Times New Roman"/>
                        <a:cs typeface="Times New Roman"/>
                        <a:sym typeface="Times New Roman"/>
                      </a:endParaRPr>
                    </a:p>
                  </a:txBody>
                  <a:tcPr marT="0" marB="0" marR="38775" marL="38775" anchor="ctr"/>
                </a:tc>
                <a:tc>
                  <a:txBody>
                    <a:bodyPr/>
                    <a:lstStyle/>
                    <a:p>
                      <a:pPr indent="0" lvl="0" marL="0" marR="0" rtl="0" algn="ctr">
                        <a:spcBef>
                          <a:spcPts val="0"/>
                        </a:spcBef>
                        <a:spcAft>
                          <a:spcPts val="0"/>
                        </a:spcAft>
                        <a:buNone/>
                      </a:pPr>
                      <a:r>
                        <a:rPr lang="en-AU" sz="1400" u="none" cap="none" strike="noStrike">
                          <a:solidFill>
                            <a:schemeClr val="dk1"/>
                          </a:solidFill>
                          <a:latin typeface="Times New Roman"/>
                          <a:ea typeface="Times New Roman"/>
                          <a:cs typeface="Times New Roman"/>
                          <a:sym typeface="Times New Roman"/>
                        </a:rPr>
                        <a:t>Description</a:t>
                      </a:r>
                      <a:endParaRPr sz="1400" u="none" cap="none" strike="noStrike">
                        <a:solidFill>
                          <a:schemeClr val="dk1"/>
                        </a:solidFill>
                        <a:latin typeface="Times New Roman"/>
                        <a:ea typeface="Times New Roman"/>
                        <a:cs typeface="Times New Roman"/>
                        <a:sym typeface="Times New Roman"/>
                      </a:endParaRPr>
                    </a:p>
                  </a:txBody>
                  <a:tcPr marT="0" marB="0" marR="38775" marL="38775" anchor="ctr"/>
                </a:tc>
                <a:tc>
                  <a:txBody>
                    <a:bodyPr/>
                    <a:lstStyle/>
                    <a:p>
                      <a:pPr indent="0" lvl="0" marL="0" marR="0" rtl="0" algn="ctr">
                        <a:spcBef>
                          <a:spcPts val="0"/>
                        </a:spcBef>
                        <a:spcAft>
                          <a:spcPts val="0"/>
                        </a:spcAft>
                        <a:buNone/>
                      </a:pPr>
                      <a:r>
                        <a:rPr lang="en-AU" sz="1400" u="none" cap="none" strike="noStrike">
                          <a:solidFill>
                            <a:schemeClr val="dk1"/>
                          </a:solidFill>
                          <a:latin typeface="Times New Roman"/>
                          <a:ea typeface="Times New Roman"/>
                          <a:cs typeface="Times New Roman"/>
                          <a:sym typeface="Times New Roman"/>
                        </a:rPr>
                        <a:t>Marks</a:t>
                      </a:r>
                      <a:endParaRPr sz="1400" u="none" cap="none" strike="noStrike">
                        <a:solidFill>
                          <a:schemeClr val="dk1"/>
                        </a:solidFill>
                        <a:latin typeface="Times New Roman"/>
                        <a:ea typeface="Times New Roman"/>
                        <a:cs typeface="Times New Roman"/>
                        <a:sym typeface="Times New Roman"/>
                      </a:endParaRPr>
                    </a:p>
                  </a:txBody>
                  <a:tcPr marT="0" marB="0" marR="38775" marL="38775" anchor="ctr"/>
                </a:tc>
              </a:tr>
              <a:tr h="359300">
                <a:tc>
                  <a:txBody>
                    <a:bodyPr/>
                    <a:lstStyle/>
                    <a:p>
                      <a:pPr indent="0" lvl="0" marL="0" marR="0" rtl="0" algn="ctr">
                        <a:spcBef>
                          <a:spcPts val="0"/>
                        </a:spcBef>
                        <a:spcAft>
                          <a:spcPts val="0"/>
                        </a:spcAft>
                        <a:buNone/>
                      </a:pPr>
                      <a:r>
                        <a:rPr lang="en-AU" sz="1400" u="none" cap="none" strike="noStrike">
                          <a:solidFill>
                            <a:schemeClr val="dk1"/>
                          </a:solidFill>
                          <a:highlight>
                            <a:srgbClr val="FFFF00"/>
                          </a:highlight>
                          <a:latin typeface="Times New Roman"/>
                          <a:ea typeface="Times New Roman"/>
                          <a:cs typeface="Times New Roman"/>
                          <a:sym typeface="Times New Roman"/>
                        </a:rPr>
                        <a:t>System Overview Description (25 marks)</a:t>
                      </a:r>
                      <a:endParaRPr sz="1400" u="none" cap="none" strike="noStrike">
                        <a:solidFill>
                          <a:schemeClr val="dk1"/>
                        </a:solidFill>
                        <a:highlight>
                          <a:srgbClr val="FFFF00"/>
                        </a:highlight>
                        <a:latin typeface="Times New Roman"/>
                        <a:ea typeface="Times New Roman"/>
                        <a:cs typeface="Times New Roman"/>
                        <a:sym typeface="Times New Roman"/>
                      </a:endParaRPr>
                    </a:p>
                  </a:txBody>
                  <a:tcPr marT="0" marB="0" marR="38775" marL="38775" anchor="ctr"/>
                </a:tc>
                <a:tc>
                  <a:txBody>
                    <a:bodyPr/>
                    <a:lstStyle/>
                    <a:p>
                      <a:pPr indent="0" lvl="0" marL="0" marR="0" rtl="0" algn="just">
                        <a:spcBef>
                          <a:spcPts val="0"/>
                        </a:spcBef>
                        <a:spcAft>
                          <a:spcPts val="0"/>
                        </a:spcAft>
                        <a:buNone/>
                      </a:pPr>
                      <a:r>
                        <a:t/>
                      </a:r>
                      <a:endParaRPr sz="1400" u="none" cap="none" strike="noStrike">
                        <a:solidFill>
                          <a:schemeClr val="dk1"/>
                        </a:solidFill>
                        <a:latin typeface="Times New Roman"/>
                        <a:ea typeface="Times New Roman"/>
                        <a:cs typeface="Times New Roman"/>
                        <a:sym typeface="Times New Roman"/>
                      </a:endParaRPr>
                    </a:p>
                  </a:txBody>
                  <a:tcPr marT="0" marB="0" marR="38775" marL="38775" anchor="ctr"/>
                </a:tc>
                <a:tc>
                  <a:txBody>
                    <a:bodyPr/>
                    <a:lstStyle/>
                    <a:p>
                      <a:pPr indent="0" lvl="0" marL="0" marR="0" rtl="0" algn="ctr">
                        <a:spcBef>
                          <a:spcPts val="0"/>
                        </a:spcBef>
                        <a:spcAft>
                          <a:spcPts val="0"/>
                        </a:spcAft>
                        <a:buNone/>
                      </a:pPr>
                      <a:r>
                        <a:rPr lang="en-AU" sz="1400" u="none" cap="none" strike="noStrike">
                          <a:solidFill>
                            <a:schemeClr val="dk1"/>
                          </a:solidFill>
                          <a:latin typeface="Times New Roman"/>
                          <a:ea typeface="Times New Roman"/>
                          <a:cs typeface="Times New Roman"/>
                          <a:sym typeface="Times New Roman"/>
                        </a:rPr>
                        <a:t> </a:t>
                      </a:r>
                      <a:endParaRPr sz="1400" u="none" cap="none" strike="noStrike">
                        <a:solidFill>
                          <a:schemeClr val="dk1"/>
                        </a:solidFill>
                        <a:latin typeface="Times New Roman"/>
                        <a:ea typeface="Times New Roman"/>
                        <a:cs typeface="Times New Roman"/>
                        <a:sym typeface="Times New Roman"/>
                      </a:endParaRPr>
                    </a:p>
                  </a:txBody>
                  <a:tcPr marT="0" marB="0" marR="38775" marL="38775" anchor="ctr"/>
                </a:tc>
              </a:tr>
              <a:tr h="359300">
                <a:tc>
                  <a:txBody>
                    <a:bodyPr/>
                    <a:lstStyle/>
                    <a:p>
                      <a:pPr indent="0" lvl="0" marL="0" marR="0" rtl="0" algn="ctr">
                        <a:spcBef>
                          <a:spcPts val="0"/>
                        </a:spcBef>
                        <a:spcAft>
                          <a:spcPts val="0"/>
                        </a:spcAft>
                        <a:buNone/>
                      </a:pPr>
                      <a:r>
                        <a:rPr lang="en-AU" sz="1400" u="none" cap="none" strike="noStrike">
                          <a:solidFill>
                            <a:schemeClr val="dk1"/>
                          </a:solidFill>
                          <a:latin typeface="Times New Roman"/>
                          <a:ea typeface="Times New Roman"/>
                          <a:cs typeface="Times New Roman"/>
                          <a:sym typeface="Times New Roman"/>
                        </a:rPr>
                        <a:t>1. System Goal</a:t>
                      </a:r>
                      <a:endParaRPr sz="1400" u="none" cap="none" strike="noStrike">
                        <a:solidFill>
                          <a:schemeClr val="dk1"/>
                        </a:solidFill>
                        <a:latin typeface="Times New Roman"/>
                        <a:ea typeface="Times New Roman"/>
                        <a:cs typeface="Times New Roman"/>
                        <a:sym typeface="Times New Roman"/>
                      </a:endParaRPr>
                    </a:p>
                  </a:txBody>
                  <a:tcPr marT="0" marB="0" marR="38775" marL="38775" anchor="ctr"/>
                </a:tc>
                <a:tc>
                  <a:txBody>
                    <a:bodyPr/>
                    <a:lstStyle/>
                    <a:p>
                      <a:pPr indent="0" lvl="0" marL="0" marR="0" rtl="0" algn="just">
                        <a:spcBef>
                          <a:spcPts val="0"/>
                        </a:spcBef>
                        <a:spcAft>
                          <a:spcPts val="0"/>
                        </a:spcAft>
                        <a:buNone/>
                      </a:pPr>
                      <a:r>
                        <a:rPr lang="en-AU" sz="1400" u="none" cap="none" strike="noStrike">
                          <a:solidFill>
                            <a:schemeClr val="dk1"/>
                          </a:solidFill>
                          <a:latin typeface="Times New Roman"/>
                          <a:ea typeface="Times New Roman"/>
                          <a:cs typeface="Times New Roman"/>
                          <a:sym typeface="Times New Roman"/>
                        </a:rPr>
                        <a:t>Clearly define the overall goal of your IoT-based smart city system, the real-world need it addresses, and the target stakeholders</a:t>
                      </a:r>
                      <a:endParaRPr sz="1400" u="none" cap="none" strike="noStrike">
                        <a:solidFill>
                          <a:schemeClr val="dk1"/>
                        </a:solidFill>
                        <a:latin typeface="Times New Roman"/>
                        <a:ea typeface="Times New Roman"/>
                        <a:cs typeface="Times New Roman"/>
                        <a:sym typeface="Times New Roman"/>
                      </a:endParaRPr>
                    </a:p>
                  </a:txBody>
                  <a:tcPr marT="0" marB="0" marR="38775" marL="38775" anchor="ctr"/>
                </a:tc>
                <a:tc>
                  <a:txBody>
                    <a:bodyPr/>
                    <a:lstStyle/>
                    <a:p>
                      <a:pPr indent="0" lvl="0" marL="0" marR="0" rtl="0" algn="ctr">
                        <a:spcBef>
                          <a:spcPts val="0"/>
                        </a:spcBef>
                        <a:spcAft>
                          <a:spcPts val="0"/>
                        </a:spcAft>
                        <a:buNone/>
                      </a:pPr>
                      <a:r>
                        <a:rPr lang="en-AU" sz="1400" u="none" cap="none" strike="noStrike">
                          <a:solidFill>
                            <a:schemeClr val="dk1"/>
                          </a:solidFill>
                          <a:latin typeface="Times New Roman"/>
                          <a:ea typeface="Times New Roman"/>
                          <a:cs typeface="Times New Roman"/>
                          <a:sym typeface="Times New Roman"/>
                        </a:rPr>
                        <a:t>10</a:t>
                      </a:r>
                      <a:endParaRPr/>
                    </a:p>
                  </a:txBody>
                  <a:tcPr marT="0" marB="0" marR="38775" marL="38775" anchor="ctr"/>
                </a:tc>
              </a:tr>
              <a:tr h="359300">
                <a:tc>
                  <a:txBody>
                    <a:bodyPr/>
                    <a:lstStyle/>
                    <a:p>
                      <a:pPr indent="0" lvl="0" marL="0" marR="0" rtl="0" algn="ctr">
                        <a:spcBef>
                          <a:spcPts val="0"/>
                        </a:spcBef>
                        <a:spcAft>
                          <a:spcPts val="0"/>
                        </a:spcAft>
                        <a:buNone/>
                      </a:pPr>
                      <a:r>
                        <a:rPr lang="en-AU" sz="1400" u="none" cap="none" strike="noStrike">
                          <a:solidFill>
                            <a:schemeClr val="dk1"/>
                          </a:solidFill>
                          <a:latin typeface="Times New Roman"/>
                          <a:ea typeface="Times New Roman"/>
                          <a:cs typeface="Times New Roman"/>
                          <a:sym typeface="Times New Roman"/>
                        </a:rPr>
                        <a:t>2. Key Functions</a:t>
                      </a:r>
                      <a:endParaRPr sz="1400" u="none" cap="none" strike="noStrike">
                        <a:solidFill>
                          <a:schemeClr val="dk1"/>
                        </a:solidFill>
                        <a:latin typeface="Times New Roman"/>
                        <a:ea typeface="Times New Roman"/>
                        <a:cs typeface="Times New Roman"/>
                        <a:sym typeface="Times New Roman"/>
                      </a:endParaRPr>
                    </a:p>
                  </a:txBody>
                  <a:tcPr marT="0" marB="0" marR="38775" marL="38775" anchor="ctr"/>
                </a:tc>
                <a:tc>
                  <a:txBody>
                    <a:bodyPr/>
                    <a:lstStyle/>
                    <a:p>
                      <a:pPr indent="0" lvl="0" marL="0" marR="0" rtl="0" algn="just">
                        <a:spcBef>
                          <a:spcPts val="0"/>
                        </a:spcBef>
                        <a:spcAft>
                          <a:spcPts val="0"/>
                        </a:spcAft>
                        <a:buNone/>
                      </a:pPr>
                      <a:r>
                        <a:rPr lang="en-AU" sz="1400" u="none" cap="none" strike="noStrike">
                          <a:solidFill>
                            <a:schemeClr val="dk1"/>
                          </a:solidFill>
                          <a:latin typeface="Times New Roman"/>
                          <a:ea typeface="Times New Roman"/>
                          <a:cs typeface="Times New Roman"/>
                          <a:sym typeface="Times New Roman"/>
                        </a:rPr>
                        <a:t>Identify and describe at least three core functions of your IoT system.</a:t>
                      </a:r>
                      <a:endParaRPr sz="1400" u="none" cap="none" strike="noStrike">
                        <a:solidFill>
                          <a:schemeClr val="dk1"/>
                        </a:solidFill>
                        <a:latin typeface="Times New Roman"/>
                        <a:ea typeface="Times New Roman"/>
                        <a:cs typeface="Times New Roman"/>
                        <a:sym typeface="Times New Roman"/>
                      </a:endParaRPr>
                    </a:p>
                  </a:txBody>
                  <a:tcPr marT="0" marB="0" marR="38775" marL="38775" anchor="ctr"/>
                </a:tc>
                <a:tc>
                  <a:txBody>
                    <a:bodyPr/>
                    <a:lstStyle/>
                    <a:p>
                      <a:pPr indent="0" lvl="0" marL="0" marR="0" rtl="0" algn="ctr">
                        <a:spcBef>
                          <a:spcPts val="0"/>
                        </a:spcBef>
                        <a:spcAft>
                          <a:spcPts val="0"/>
                        </a:spcAft>
                        <a:buNone/>
                      </a:pPr>
                      <a:r>
                        <a:rPr lang="en-AU" sz="1400" u="none" cap="none" strike="noStrike">
                          <a:solidFill>
                            <a:schemeClr val="dk1"/>
                          </a:solidFill>
                          <a:latin typeface="Times New Roman"/>
                          <a:ea typeface="Times New Roman"/>
                          <a:cs typeface="Times New Roman"/>
                          <a:sym typeface="Times New Roman"/>
                        </a:rPr>
                        <a:t>15</a:t>
                      </a:r>
                      <a:endParaRPr sz="1400" u="none" cap="none" strike="noStrike">
                        <a:solidFill>
                          <a:schemeClr val="dk1"/>
                        </a:solidFill>
                        <a:latin typeface="Times New Roman"/>
                        <a:ea typeface="Times New Roman"/>
                        <a:cs typeface="Times New Roman"/>
                        <a:sym typeface="Times New Roman"/>
                      </a:endParaRPr>
                    </a:p>
                  </a:txBody>
                  <a:tcPr marT="0" marB="0" marR="38775" marL="38775" anchor="ctr"/>
                </a:tc>
              </a:tr>
              <a:tr h="179650">
                <a:tc>
                  <a:txBody>
                    <a:bodyPr/>
                    <a:lstStyle/>
                    <a:p>
                      <a:pPr indent="0" lvl="0" marL="0" marR="0" rtl="0" algn="ctr">
                        <a:spcBef>
                          <a:spcPts val="0"/>
                        </a:spcBef>
                        <a:spcAft>
                          <a:spcPts val="0"/>
                        </a:spcAft>
                        <a:buNone/>
                      </a:pPr>
                      <a:r>
                        <a:rPr lang="en-AU" sz="1400" u="none" cap="none" strike="noStrike">
                          <a:solidFill>
                            <a:schemeClr val="dk1"/>
                          </a:solidFill>
                          <a:highlight>
                            <a:srgbClr val="FFFF00"/>
                          </a:highlight>
                          <a:latin typeface="Times New Roman"/>
                          <a:ea typeface="Times New Roman"/>
                          <a:cs typeface="Times New Roman"/>
                          <a:sym typeface="Times New Roman"/>
                        </a:rPr>
                        <a:t>Use of Multi-modal Database (20 marks)</a:t>
                      </a:r>
                      <a:endParaRPr sz="1400" u="none" cap="none" strike="noStrike">
                        <a:solidFill>
                          <a:schemeClr val="dk1"/>
                        </a:solidFill>
                        <a:highlight>
                          <a:srgbClr val="FFFF00"/>
                        </a:highlight>
                        <a:latin typeface="Times New Roman"/>
                        <a:ea typeface="Times New Roman"/>
                        <a:cs typeface="Times New Roman"/>
                        <a:sym typeface="Times New Roman"/>
                      </a:endParaRPr>
                    </a:p>
                  </a:txBody>
                  <a:tcPr marT="0" marB="0" marR="38775" marL="38775" anchor="ctr"/>
                </a:tc>
                <a:tc>
                  <a:txBody>
                    <a:bodyPr/>
                    <a:lstStyle/>
                    <a:p>
                      <a:pPr indent="0" lvl="0" marL="0" marR="0" rtl="0" algn="just">
                        <a:spcBef>
                          <a:spcPts val="0"/>
                        </a:spcBef>
                        <a:spcAft>
                          <a:spcPts val="0"/>
                        </a:spcAft>
                        <a:buNone/>
                      </a:pPr>
                      <a:r>
                        <a:rPr lang="en-AU" sz="1400" u="none" cap="none" strike="noStrike">
                          <a:solidFill>
                            <a:schemeClr val="dk1"/>
                          </a:solidFill>
                          <a:latin typeface="Times New Roman"/>
                          <a:ea typeface="Times New Roman"/>
                          <a:cs typeface="Times New Roman"/>
                          <a:sym typeface="Times New Roman"/>
                        </a:rPr>
                        <a:t> </a:t>
                      </a:r>
                      <a:endParaRPr sz="1400" u="none" cap="none" strike="noStrike">
                        <a:solidFill>
                          <a:schemeClr val="dk1"/>
                        </a:solidFill>
                        <a:latin typeface="Times New Roman"/>
                        <a:ea typeface="Times New Roman"/>
                        <a:cs typeface="Times New Roman"/>
                        <a:sym typeface="Times New Roman"/>
                      </a:endParaRPr>
                    </a:p>
                  </a:txBody>
                  <a:tcPr marT="0" marB="0" marR="38775" marL="38775" anchor="ctr"/>
                </a:tc>
                <a:tc>
                  <a:txBody>
                    <a:bodyPr/>
                    <a:lstStyle/>
                    <a:p>
                      <a:pPr indent="0" lvl="0" marL="0" marR="0" rtl="0" algn="ctr">
                        <a:spcBef>
                          <a:spcPts val="0"/>
                        </a:spcBef>
                        <a:spcAft>
                          <a:spcPts val="0"/>
                        </a:spcAft>
                        <a:buNone/>
                      </a:pPr>
                      <a:r>
                        <a:rPr lang="en-AU" sz="1400" u="none" cap="none" strike="noStrike">
                          <a:solidFill>
                            <a:schemeClr val="dk1"/>
                          </a:solidFill>
                          <a:latin typeface="Times New Roman"/>
                          <a:ea typeface="Times New Roman"/>
                          <a:cs typeface="Times New Roman"/>
                          <a:sym typeface="Times New Roman"/>
                        </a:rPr>
                        <a:t> </a:t>
                      </a:r>
                      <a:endParaRPr sz="1400" u="none" cap="none" strike="noStrike">
                        <a:solidFill>
                          <a:schemeClr val="dk1"/>
                        </a:solidFill>
                        <a:latin typeface="Times New Roman"/>
                        <a:ea typeface="Times New Roman"/>
                        <a:cs typeface="Times New Roman"/>
                        <a:sym typeface="Times New Roman"/>
                      </a:endParaRPr>
                    </a:p>
                  </a:txBody>
                  <a:tcPr marT="0" marB="0" marR="38775" marL="38775" anchor="ctr"/>
                </a:tc>
              </a:tr>
              <a:tr h="718575">
                <a:tc>
                  <a:txBody>
                    <a:bodyPr/>
                    <a:lstStyle/>
                    <a:p>
                      <a:pPr indent="0" lvl="0" marL="0" marR="0" rtl="0" algn="ctr">
                        <a:spcBef>
                          <a:spcPts val="0"/>
                        </a:spcBef>
                        <a:spcAft>
                          <a:spcPts val="0"/>
                        </a:spcAft>
                        <a:buNone/>
                      </a:pPr>
                      <a:r>
                        <a:rPr lang="en-AU" sz="1400" u="none" cap="none" strike="noStrike">
                          <a:solidFill>
                            <a:schemeClr val="dk1"/>
                          </a:solidFill>
                          <a:latin typeface="Times New Roman"/>
                          <a:ea typeface="Times New Roman"/>
                          <a:cs typeface="Times New Roman"/>
                          <a:sym typeface="Times New Roman"/>
                        </a:rPr>
                        <a:t>3. Dataset Storage</a:t>
                      </a:r>
                      <a:endParaRPr sz="1400" u="none" cap="none" strike="noStrike">
                        <a:solidFill>
                          <a:schemeClr val="dk1"/>
                        </a:solidFill>
                        <a:latin typeface="Times New Roman"/>
                        <a:ea typeface="Times New Roman"/>
                        <a:cs typeface="Times New Roman"/>
                        <a:sym typeface="Times New Roman"/>
                      </a:endParaRPr>
                    </a:p>
                  </a:txBody>
                  <a:tcPr marT="0" marB="0" marR="38775" marL="38775" anchor="ctr"/>
                </a:tc>
                <a:tc>
                  <a:txBody>
                    <a:bodyPr/>
                    <a:lstStyle/>
                    <a:p>
                      <a:pPr indent="0" lvl="0" marL="0" marR="0" rtl="0" algn="just">
                        <a:spcBef>
                          <a:spcPts val="0"/>
                        </a:spcBef>
                        <a:spcAft>
                          <a:spcPts val="0"/>
                        </a:spcAft>
                        <a:buNone/>
                      </a:pPr>
                      <a:r>
                        <a:rPr lang="en-AU" sz="1400" u="none" cap="none" strike="noStrike">
                          <a:solidFill>
                            <a:schemeClr val="dk1"/>
                          </a:solidFill>
                          <a:latin typeface="Times New Roman"/>
                          <a:ea typeface="Times New Roman"/>
                          <a:cs typeface="Times New Roman"/>
                          <a:sym typeface="Times New Roman"/>
                        </a:rPr>
                        <a:t>Clearly describe at least three types of data your system will handle.</a:t>
                      </a:r>
                      <a:endParaRPr sz="1400" u="none" cap="none" strike="noStrike">
                        <a:solidFill>
                          <a:schemeClr val="dk1"/>
                        </a:solidFill>
                        <a:latin typeface="Times New Roman"/>
                        <a:ea typeface="Times New Roman"/>
                        <a:cs typeface="Times New Roman"/>
                        <a:sym typeface="Times New Roman"/>
                      </a:endParaRPr>
                    </a:p>
                  </a:txBody>
                  <a:tcPr marT="0" marB="0" marR="38775" marL="38775" anchor="ctr"/>
                </a:tc>
                <a:tc>
                  <a:txBody>
                    <a:bodyPr/>
                    <a:lstStyle/>
                    <a:p>
                      <a:pPr indent="0" lvl="0" marL="0" marR="0" rtl="0" algn="ctr">
                        <a:spcBef>
                          <a:spcPts val="0"/>
                        </a:spcBef>
                        <a:spcAft>
                          <a:spcPts val="0"/>
                        </a:spcAft>
                        <a:buNone/>
                      </a:pPr>
                      <a:r>
                        <a:rPr lang="en-AU" sz="1400" u="none" cap="none" strike="noStrike">
                          <a:solidFill>
                            <a:schemeClr val="dk1"/>
                          </a:solidFill>
                          <a:latin typeface="Times New Roman"/>
                          <a:ea typeface="Times New Roman"/>
                          <a:cs typeface="Times New Roman"/>
                          <a:sym typeface="Times New Roman"/>
                        </a:rPr>
                        <a:t>10</a:t>
                      </a:r>
                      <a:endParaRPr sz="1400" u="none" cap="none" strike="noStrike">
                        <a:solidFill>
                          <a:schemeClr val="dk1"/>
                        </a:solidFill>
                        <a:latin typeface="Times New Roman"/>
                        <a:ea typeface="Times New Roman"/>
                        <a:cs typeface="Times New Roman"/>
                        <a:sym typeface="Times New Roman"/>
                      </a:endParaRPr>
                    </a:p>
                  </a:txBody>
                  <a:tcPr marT="0" marB="0" marR="38775" marL="38775" anchor="ctr"/>
                </a:tc>
              </a:tr>
              <a:tr h="538925">
                <a:tc>
                  <a:txBody>
                    <a:bodyPr/>
                    <a:lstStyle/>
                    <a:p>
                      <a:pPr indent="0" lvl="0" marL="0" marR="0" rtl="0" algn="ctr">
                        <a:spcBef>
                          <a:spcPts val="0"/>
                        </a:spcBef>
                        <a:spcAft>
                          <a:spcPts val="0"/>
                        </a:spcAft>
                        <a:buNone/>
                      </a:pPr>
                      <a:r>
                        <a:rPr lang="en-AU" sz="1400" u="none" cap="none" strike="noStrike">
                          <a:solidFill>
                            <a:schemeClr val="dk1"/>
                          </a:solidFill>
                          <a:latin typeface="Times New Roman"/>
                          <a:ea typeface="Times New Roman"/>
                          <a:cs typeface="Times New Roman"/>
                          <a:sym typeface="Times New Roman"/>
                        </a:rPr>
                        <a:t>4. Dataset Query Processing</a:t>
                      </a:r>
                      <a:endParaRPr sz="1400" u="none" cap="none" strike="noStrike">
                        <a:solidFill>
                          <a:schemeClr val="dk1"/>
                        </a:solidFill>
                        <a:latin typeface="Times New Roman"/>
                        <a:ea typeface="Times New Roman"/>
                        <a:cs typeface="Times New Roman"/>
                        <a:sym typeface="Times New Roman"/>
                      </a:endParaRPr>
                    </a:p>
                  </a:txBody>
                  <a:tcPr marT="0" marB="0" marR="38775" marL="38775" anchor="ctr"/>
                </a:tc>
                <a:tc>
                  <a:txBody>
                    <a:bodyPr/>
                    <a:lstStyle/>
                    <a:p>
                      <a:pPr indent="0" lvl="0" marL="0" marR="0" rtl="0" algn="just">
                        <a:spcBef>
                          <a:spcPts val="0"/>
                        </a:spcBef>
                        <a:spcAft>
                          <a:spcPts val="0"/>
                        </a:spcAft>
                        <a:buNone/>
                      </a:pPr>
                      <a:r>
                        <a:rPr lang="en-AU" sz="1400" u="none" cap="none" strike="noStrike">
                          <a:solidFill>
                            <a:schemeClr val="dk1"/>
                          </a:solidFill>
                          <a:latin typeface="Times New Roman"/>
                          <a:ea typeface="Times New Roman"/>
                          <a:cs typeface="Times New Roman"/>
                          <a:sym typeface="Times New Roman"/>
                        </a:rPr>
                        <a:t>Clearly describe the queries and analytics your system will support, linked to your key functions.</a:t>
                      </a:r>
                      <a:endParaRPr sz="1400" u="none" cap="none" strike="noStrike">
                        <a:solidFill>
                          <a:schemeClr val="dk1"/>
                        </a:solidFill>
                        <a:latin typeface="Times New Roman"/>
                        <a:ea typeface="Times New Roman"/>
                        <a:cs typeface="Times New Roman"/>
                        <a:sym typeface="Times New Roman"/>
                      </a:endParaRPr>
                    </a:p>
                  </a:txBody>
                  <a:tcPr marT="0" marB="0" marR="38775" marL="38775" anchor="ctr"/>
                </a:tc>
                <a:tc>
                  <a:txBody>
                    <a:bodyPr/>
                    <a:lstStyle/>
                    <a:p>
                      <a:pPr indent="0" lvl="0" marL="0" marR="0" rtl="0" algn="ctr">
                        <a:spcBef>
                          <a:spcPts val="0"/>
                        </a:spcBef>
                        <a:spcAft>
                          <a:spcPts val="0"/>
                        </a:spcAft>
                        <a:buNone/>
                      </a:pPr>
                      <a:r>
                        <a:rPr lang="en-AU" sz="1400" u="none" cap="none" strike="noStrike">
                          <a:solidFill>
                            <a:schemeClr val="dk1"/>
                          </a:solidFill>
                          <a:latin typeface="Times New Roman"/>
                          <a:ea typeface="Times New Roman"/>
                          <a:cs typeface="Times New Roman"/>
                          <a:sym typeface="Times New Roman"/>
                        </a:rPr>
                        <a:t>10</a:t>
                      </a:r>
                      <a:endParaRPr sz="1400" u="none" cap="none" strike="noStrike">
                        <a:solidFill>
                          <a:schemeClr val="dk1"/>
                        </a:solidFill>
                        <a:latin typeface="Times New Roman"/>
                        <a:ea typeface="Times New Roman"/>
                        <a:cs typeface="Times New Roman"/>
                        <a:sym typeface="Times New Roman"/>
                      </a:endParaRPr>
                    </a:p>
                  </a:txBody>
                  <a:tcPr marT="0" marB="0" marR="38775" marL="38775" anchor="ctr"/>
                </a:tc>
              </a:tr>
              <a:tr h="538925">
                <a:tc>
                  <a:txBody>
                    <a:bodyPr/>
                    <a:lstStyle/>
                    <a:p>
                      <a:pPr indent="0" lvl="0" marL="0" marR="0" rtl="0" algn="ctr">
                        <a:spcBef>
                          <a:spcPts val="0"/>
                        </a:spcBef>
                        <a:spcAft>
                          <a:spcPts val="0"/>
                        </a:spcAft>
                        <a:buNone/>
                      </a:pPr>
                      <a:r>
                        <a:rPr lang="en-AU" sz="1400" u="none" cap="none" strike="noStrike">
                          <a:solidFill>
                            <a:schemeClr val="dk1"/>
                          </a:solidFill>
                          <a:highlight>
                            <a:srgbClr val="FFFF00"/>
                          </a:highlight>
                          <a:latin typeface="Times New Roman"/>
                          <a:ea typeface="Times New Roman"/>
                          <a:cs typeface="Times New Roman"/>
                          <a:sym typeface="Times New Roman"/>
                        </a:rPr>
                        <a:t>Use of Software (20 marks)</a:t>
                      </a:r>
                      <a:endParaRPr sz="1400" u="none" cap="none" strike="noStrike">
                        <a:solidFill>
                          <a:schemeClr val="dk1"/>
                        </a:solidFill>
                        <a:highlight>
                          <a:srgbClr val="FFFF00"/>
                        </a:highlight>
                        <a:latin typeface="Times New Roman"/>
                        <a:ea typeface="Times New Roman"/>
                        <a:cs typeface="Times New Roman"/>
                        <a:sym typeface="Times New Roman"/>
                      </a:endParaRPr>
                    </a:p>
                  </a:txBody>
                  <a:tcPr marT="0" marB="0" marR="38775" marL="38775" anchor="ctr"/>
                </a:tc>
                <a:tc>
                  <a:txBody>
                    <a:bodyPr/>
                    <a:lstStyle/>
                    <a:p>
                      <a:pPr indent="0" lvl="0" marL="0" marR="0" rtl="0" algn="just">
                        <a:spcBef>
                          <a:spcPts val="0"/>
                        </a:spcBef>
                        <a:spcAft>
                          <a:spcPts val="0"/>
                        </a:spcAft>
                        <a:buNone/>
                      </a:pPr>
                      <a:r>
                        <a:rPr lang="en-AU" sz="1400" u="none" cap="none" strike="noStrike">
                          <a:solidFill>
                            <a:schemeClr val="dk1"/>
                          </a:solidFill>
                          <a:latin typeface="Times New Roman"/>
                          <a:ea typeface="Times New Roman"/>
                          <a:cs typeface="Times New Roman"/>
                          <a:sym typeface="Times New Roman"/>
                        </a:rPr>
                        <a:t> </a:t>
                      </a:r>
                      <a:endParaRPr sz="1400" u="none" cap="none" strike="noStrike">
                        <a:solidFill>
                          <a:schemeClr val="dk1"/>
                        </a:solidFill>
                        <a:latin typeface="Times New Roman"/>
                        <a:ea typeface="Times New Roman"/>
                        <a:cs typeface="Times New Roman"/>
                        <a:sym typeface="Times New Roman"/>
                      </a:endParaRPr>
                    </a:p>
                  </a:txBody>
                  <a:tcPr marT="0" marB="0" marR="38775" marL="38775" anchor="ctr"/>
                </a:tc>
                <a:tc>
                  <a:txBody>
                    <a:bodyPr/>
                    <a:lstStyle/>
                    <a:p>
                      <a:pPr indent="0" lvl="0" marL="0" marR="0" rtl="0" algn="ctr">
                        <a:spcBef>
                          <a:spcPts val="0"/>
                        </a:spcBef>
                        <a:spcAft>
                          <a:spcPts val="0"/>
                        </a:spcAft>
                        <a:buNone/>
                      </a:pPr>
                      <a:r>
                        <a:rPr lang="en-AU" sz="1400" u="none" cap="none" strike="noStrike">
                          <a:solidFill>
                            <a:schemeClr val="dk1"/>
                          </a:solidFill>
                          <a:latin typeface="Times New Roman"/>
                          <a:ea typeface="Times New Roman"/>
                          <a:cs typeface="Times New Roman"/>
                          <a:sym typeface="Times New Roman"/>
                        </a:rPr>
                        <a:t> </a:t>
                      </a:r>
                      <a:endParaRPr sz="1400" u="none" cap="none" strike="noStrike">
                        <a:solidFill>
                          <a:schemeClr val="dk1"/>
                        </a:solidFill>
                        <a:latin typeface="Times New Roman"/>
                        <a:ea typeface="Times New Roman"/>
                        <a:cs typeface="Times New Roman"/>
                        <a:sym typeface="Times New Roman"/>
                      </a:endParaRPr>
                    </a:p>
                  </a:txBody>
                  <a:tcPr marT="0" marB="0" marR="38775" marL="38775" anchor="ctr"/>
                </a:tc>
              </a:tr>
              <a:tr h="584900">
                <a:tc>
                  <a:txBody>
                    <a:bodyPr/>
                    <a:lstStyle/>
                    <a:p>
                      <a:pPr indent="0" lvl="0" marL="0" marR="0" rtl="0" algn="ctr">
                        <a:spcBef>
                          <a:spcPts val="0"/>
                        </a:spcBef>
                        <a:spcAft>
                          <a:spcPts val="0"/>
                        </a:spcAft>
                        <a:buNone/>
                      </a:pPr>
                      <a:r>
                        <a:rPr lang="en-AU" sz="1400" u="none" cap="none" strike="noStrike">
                          <a:solidFill>
                            <a:schemeClr val="dk1"/>
                          </a:solidFill>
                          <a:latin typeface="Times New Roman"/>
                          <a:ea typeface="Times New Roman"/>
                          <a:cs typeface="Times New Roman"/>
                          <a:sym typeface="Times New Roman"/>
                        </a:rPr>
                        <a:t>5. Software Design and Architecture </a:t>
                      </a:r>
                      <a:endParaRPr sz="1400" u="none" cap="none" strike="noStrike">
                        <a:solidFill>
                          <a:schemeClr val="dk1"/>
                        </a:solidFill>
                        <a:latin typeface="Times New Roman"/>
                        <a:ea typeface="Times New Roman"/>
                        <a:cs typeface="Times New Roman"/>
                        <a:sym typeface="Times New Roman"/>
                      </a:endParaRPr>
                    </a:p>
                  </a:txBody>
                  <a:tcPr marT="0" marB="0" marR="38775" marL="38775" anchor="ctr"/>
                </a:tc>
                <a:tc>
                  <a:txBody>
                    <a:bodyPr/>
                    <a:lstStyle/>
                    <a:p>
                      <a:pPr indent="0" lvl="0" marL="0" marR="0" rtl="0" algn="just">
                        <a:spcBef>
                          <a:spcPts val="0"/>
                        </a:spcBef>
                        <a:spcAft>
                          <a:spcPts val="0"/>
                        </a:spcAft>
                        <a:buNone/>
                      </a:pPr>
                      <a:r>
                        <a:rPr lang="en-AU" sz="1400" u="none" cap="none" strike="noStrike">
                          <a:solidFill>
                            <a:schemeClr val="dk1"/>
                          </a:solidFill>
                          <a:latin typeface="Times New Roman"/>
                          <a:ea typeface="Times New Roman"/>
                          <a:cs typeface="Times New Roman"/>
                          <a:sym typeface="Times New Roman"/>
                        </a:rPr>
                        <a:t>Clearly present your system’s software architecture.</a:t>
                      </a:r>
                      <a:endParaRPr sz="1400" u="none" cap="none" strike="noStrike">
                        <a:solidFill>
                          <a:schemeClr val="dk1"/>
                        </a:solidFill>
                        <a:latin typeface="Times New Roman"/>
                        <a:ea typeface="Times New Roman"/>
                        <a:cs typeface="Times New Roman"/>
                        <a:sym typeface="Times New Roman"/>
                      </a:endParaRPr>
                    </a:p>
                  </a:txBody>
                  <a:tcPr marT="0" marB="0" marR="38775" marL="38775" anchor="ctr"/>
                </a:tc>
                <a:tc>
                  <a:txBody>
                    <a:bodyPr/>
                    <a:lstStyle/>
                    <a:p>
                      <a:pPr indent="0" lvl="0" marL="0" marR="0" rtl="0" algn="ctr">
                        <a:spcBef>
                          <a:spcPts val="0"/>
                        </a:spcBef>
                        <a:spcAft>
                          <a:spcPts val="0"/>
                        </a:spcAft>
                        <a:buNone/>
                      </a:pPr>
                      <a:r>
                        <a:rPr lang="en-AU" sz="1400" u="none" cap="none" strike="noStrike">
                          <a:solidFill>
                            <a:schemeClr val="dk1"/>
                          </a:solidFill>
                          <a:latin typeface="Times New Roman"/>
                          <a:ea typeface="Times New Roman"/>
                          <a:cs typeface="Times New Roman"/>
                          <a:sym typeface="Times New Roman"/>
                        </a:rPr>
                        <a:t>10</a:t>
                      </a:r>
                      <a:endParaRPr sz="1400" u="none" cap="none" strike="noStrike">
                        <a:solidFill>
                          <a:schemeClr val="dk1"/>
                        </a:solidFill>
                        <a:latin typeface="Times New Roman"/>
                        <a:ea typeface="Times New Roman"/>
                        <a:cs typeface="Times New Roman"/>
                        <a:sym typeface="Times New Roman"/>
                      </a:endParaRPr>
                    </a:p>
                  </a:txBody>
                  <a:tcPr marT="0" marB="0" marR="38775" marL="38775" anchor="ctr"/>
                </a:tc>
              </a:tr>
              <a:tr h="584900">
                <a:tc>
                  <a:txBody>
                    <a:bodyPr/>
                    <a:lstStyle/>
                    <a:p>
                      <a:pPr indent="0" lvl="0" marL="0" marR="0" rtl="0" algn="ctr">
                        <a:spcBef>
                          <a:spcPts val="0"/>
                        </a:spcBef>
                        <a:spcAft>
                          <a:spcPts val="0"/>
                        </a:spcAft>
                        <a:buNone/>
                      </a:pPr>
                      <a:r>
                        <a:rPr lang="en-AU" sz="1400" u="none" cap="none" strike="noStrike">
                          <a:solidFill>
                            <a:schemeClr val="dk1"/>
                          </a:solidFill>
                          <a:latin typeface="Times New Roman"/>
                          <a:ea typeface="Times New Roman"/>
                          <a:cs typeface="Times New Roman"/>
                          <a:sym typeface="Times New Roman"/>
                        </a:rPr>
                        <a:t>6. Application of AI for Software Engineering </a:t>
                      </a:r>
                      <a:endParaRPr/>
                    </a:p>
                  </a:txBody>
                  <a:tcPr marT="0" marB="0" marR="38775" marL="38775" anchor="ctr"/>
                </a:tc>
                <a:tc>
                  <a:txBody>
                    <a:bodyPr/>
                    <a:lstStyle/>
                    <a:p>
                      <a:pPr indent="0" lvl="0" marL="0" marR="0" rtl="0" algn="just">
                        <a:spcBef>
                          <a:spcPts val="0"/>
                        </a:spcBef>
                        <a:spcAft>
                          <a:spcPts val="0"/>
                        </a:spcAft>
                        <a:buNone/>
                      </a:pPr>
                      <a:r>
                        <a:rPr lang="en-AU" sz="1400" u="none" cap="none" strike="noStrike">
                          <a:solidFill>
                            <a:schemeClr val="dk1"/>
                          </a:solidFill>
                          <a:latin typeface="Times New Roman"/>
                          <a:ea typeface="Times New Roman"/>
                          <a:cs typeface="Times New Roman"/>
                          <a:sym typeface="Times New Roman"/>
                        </a:rPr>
                        <a:t>Explain how artificial intelligence is used to support or enhance the software development process or system capabilities. Describe the models or tools you use and explain how they contribute to the system goal.</a:t>
                      </a:r>
                      <a:endParaRPr/>
                    </a:p>
                  </a:txBody>
                  <a:tcPr marT="0" marB="0" marR="38775" marL="38775" anchor="ctr"/>
                </a:tc>
                <a:tc>
                  <a:txBody>
                    <a:bodyPr/>
                    <a:lstStyle/>
                    <a:p>
                      <a:pPr indent="0" lvl="0" marL="0" marR="0" rtl="0" algn="ctr">
                        <a:spcBef>
                          <a:spcPts val="0"/>
                        </a:spcBef>
                        <a:spcAft>
                          <a:spcPts val="0"/>
                        </a:spcAft>
                        <a:buNone/>
                      </a:pPr>
                      <a:r>
                        <a:rPr lang="en-AU" sz="1400" u="none" cap="none" strike="noStrike">
                          <a:solidFill>
                            <a:schemeClr val="dk1"/>
                          </a:solidFill>
                          <a:latin typeface="Times New Roman"/>
                          <a:ea typeface="Times New Roman"/>
                          <a:cs typeface="Times New Roman"/>
                          <a:sym typeface="Times New Roman"/>
                        </a:rPr>
                        <a:t>10</a:t>
                      </a:r>
                      <a:endParaRPr/>
                    </a:p>
                  </a:txBody>
                  <a:tcPr marT="0" marB="0" marR="38775" marL="38775" anchor="ct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sp>
        <p:nvSpPr>
          <p:cNvPr id="60" name="Google Shape;60;p4"/>
          <p:cNvSpPr txBox="1"/>
          <p:nvPr>
            <p:ph type="title"/>
          </p:nvPr>
        </p:nvSpPr>
        <p:spPr>
          <a:xfrm>
            <a:off x="444500" y="383285"/>
            <a:ext cx="7797800" cy="574040"/>
          </a:xfrm>
          <a:prstGeom prst="rect">
            <a:avLst/>
          </a:prstGeom>
          <a:noFill/>
          <a:ln>
            <a:noFill/>
          </a:ln>
        </p:spPr>
        <p:txBody>
          <a:bodyPr anchorCtr="0" anchor="t" bIns="0" lIns="0" spcFirstLastPara="1" rIns="0" wrap="square" tIns="12700">
            <a:spAutoFit/>
          </a:bodyPr>
          <a:lstStyle/>
          <a:p>
            <a:pPr indent="0" lvl="0" marL="12700" rtl="0" algn="l">
              <a:lnSpc>
                <a:spcPct val="100000"/>
              </a:lnSpc>
              <a:spcBef>
                <a:spcPts val="0"/>
              </a:spcBef>
              <a:spcAft>
                <a:spcPts val="0"/>
              </a:spcAft>
              <a:buNone/>
            </a:pPr>
            <a:r>
              <a:rPr lang="en-AU"/>
              <a:t>Marking Criteria – Report (100 marks)</a:t>
            </a:r>
            <a:endParaRPr/>
          </a:p>
        </p:txBody>
      </p:sp>
      <p:graphicFrame>
        <p:nvGraphicFramePr>
          <p:cNvPr id="61" name="Google Shape;61;p4"/>
          <p:cNvGraphicFramePr/>
          <p:nvPr/>
        </p:nvGraphicFramePr>
        <p:xfrm>
          <a:off x="152400" y="1139667"/>
          <a:ext cx="3000000" cy="3000000"/>
        </p:xfrm>
        <a:graphic>
          <a:graphicData uri="http://schemas.openxmlformats.org/drawingml/2006/table">
            <a:tbl>
              <a:tblPr bandRow="1" firstCol="1" firstRow="1">
                <a:noFill/>
                <a:tableStyleId>{E5C82666-4931-4144-A34E-F10340D3CBBA}</a:tableStyleId>
              </a:tblPr>
              <a:tblGrid>
                <a:gridCol w="2024325"/>
                <a:gridCol w="6129075"/>
                <a:gridCol w="609600"/>
              </a:tblGrid>
              <a:tr h="350625">
                <a:tc>
                  <a:txBody>
                    <a:bodyPr/>
                    <a:lstStyle/>
                    <a:p>
                      <a:pPr indent="0" lvl="0" marL="0" marR="0" rtl="0" algn="ctr">
                        <a:spcBef>
                          <a:spcPts val="0"/>
                        </a:spcBef>
                        <a:spcAft>
                          <a:spcPts val="0"/>
                        </a:spcAft>
                        <a:buNone/>
                      </a:pPr>
                      <a:r>
                        <a:rPr lang="en-AU" sz="1400" u="none" cap="none" strike="noStrike">
                          <a:solidFill>
                            <a:schemeClr val="dk1"/>
                          </a:solidFill>
                          <a:latin typeface="Times New Roman"/>
                          <a:ea typeface="Times New Roman"/>
                          <a:cs typeface="Times New Roman"/>
                          <a:sym typeface="Times New Roman"/>
                        </a:rPr>
                        <a:t>Criteria</a:t>
                      </a:r>
                      <a:endParaRPr sz="1400" u="none" cap="none" strike="noStrike">
                        <a:solidFill>
                          <a:schemeClr val="dk1"/>
                        </a:solidFill>
                        <a:latin typeface="Times New Roman"/>
                        <a:ea typeface="Times New Roman"/>
                        <a:cs typeface="Times New Roman"/>
                        <a:sym typeface="Times New Roman"/>
                      </a:endParaRPr>
                    </a:p>
                  </a:txBody>
                  <a:tcPr marT="0" marB="0" marR="38775" marL="38775" anchor="ctr"/>
                </a:tc>
                <a:tc>
                  <a:txBody>
                    <a:bodyPr/>
                    <a:lstStyle/>
                    <a:p>
                      <a:pPr indent="0" lvl="0" marL="0" marR="0" rtl="0" algn="ctr">
                        <a:spcBef>
                          <a:spcPts val="0"/>
                        </a:spcBef>
                        <a:spcAft>
                          <a:spcPts val="0"/>
                        </a:spcAft>
                        <a:buNone/>
                      </a:pPr>
                      <a:r>
                        <a:rPr lang="en-AU" sz="1400" u="none" cap="none" strike="noStrike">
                          <a:solidFill>
                            <a:schemeClr val="dk1"/>
                          </a:solidFill>
                          <a:latin typeface="Times New Roman"/>
                          <a:ea typeface="Times New Roman"/>
                          <a:cs typeface="Times New Roman"/>
                          <a:sym typeface="Times New Roman"/>
                        </a:rPr>
                        <a:t>Description</a:t>
                      </a:r>
                      <a:endParaRPr sz="1400" u="none" cap="none" strike="noStrike">
                        <a:solidFill>
                          <a:schemeClr val="dk1"/>
                        </a:solidFill>
                        <a:latin typeface="Times New Roman"/>
                        <a:ea typeface="Times New Roman"/>
                        <a:cs typeface="Times New Roman"/>
                        <a:sym typeface="Times New Roman"/>
                      </a:endParaRPr>
                    </a:p>
                  </a:txBody>
                  <a:tcPr marT="0" marB="0" marR="38775" marL="38775" anchor="ctr"/>
                </a:tc>
                <a:tc>
                  <a:txBody>
                    <a:bodyPr/>
                    <a:lstStyle/>
                    <a:p>
                      <a:pPr indent="0" lvl="0" marL="0" marR="0" rtl="0" algn="ctr">
                        <a:spcBef>
                          <a:spcPts val="0"/>
                        </a:spcBef>
                        <a:spcAft>
                          <a:spcPts val="0"/>
                        </a:spcAft>
                        <a:buNone/>
                      </a:pPr>
                      <a:r>
                        <a:rPr lang="en-AU" sz="1400" u="none" cap="none" strike="noStrike">
                          <a:solidFill>
                            <a:schemeClr val="dk1"/>
                          </a:solidFill>
                          <a:latin typeface="Times New Roman"/>
                          <a:ea typeface="Times New Roman"/>
                          <a:cs typeface="Times New Roman"/>
                          <a:sym typeface="Times New Roman"/>
                        </a:rPr>
                        <a:t>Marks</a:t>
                      </a:r>
                      <a:endParaRPr sz="1400" u="none" cap="none" strike="noStrike">
                        <a:solidFill>
                          <a:schemeClr val="dk1"/>
                        </a:solidFill>
                        <a:latin typeface="Times New Roman"/>
                        <a:ea typeface="Times New Roman"/>
                        <a:cs typeface="Times New Roman"/>
                        <a:sym typeface="Times New Roman"/>
                      </a:endParaRPr>
                    </a:p>
                  </a:txBody>
                  <a:tcPr marT="0" marB="0" marR="38775" marL="38775" anchor="ctr"/>
                </a:tc>
              </a:tr>
              <a:tr h="350625">
                <a:tc>
                  <a:txBody>
                    <a:bodyPr/>
                    <a:lstStyle/>
                    <a:p>
                      <a:pPr indent="0" lvl="0" marL="0" marR="0" rtl="0" algn="ctr">
                        <a:spcBef>
                          <a:spcPts val="0"/>
                        </a:spcBef>
                        <a:spcAft>
                          <a:spcPts val="0"/>
                        </a:spcAft>
                        <a:buNone/>
                      </a:pPr>
                      <a:r>
                        <a:rPr lang="en-AU" sz="1400" u="none" cap="none" strike="noStrike">
                          <a:solidFill>
                            <a:schemeClr val="dk1"/>
                          </a:solidFill>
                          <a:highlight>
                            <a:srgbClr val="FFFF00"/>
                          </a:highlight>
                          <a:latin typeface="Times New Roman"/>
                          <a:ea typeface="Times New Roman"/>
                          <a:cs typeface="Times New Roman"/>
                          <a:sym typeface="Times New Roman"/>
                        </a:rPr>
                        <a:t>Use of Networking (20 marks)</a:t>
                      </a:r>
                      <a:endParaRPr sz="1400" u="none" cap="none" strike="noStrike">
                        <a:solidFill>
                          <a:schemeClr val="dk1"/>
                        </a:solidFill>
                        <a:highlight>
                          <a:srgbClr val="FFFF00"/>
                        </a:highlight>
                        <a:latin typeface="Times New Roman"/>
                        <a:ea typeface="Times New Roman"/>
                        <a:cs typeface="Times New Roman"/>
                        <a:sym typeface="Times New Roman"/>
                      </a:endParaRPr>
                    </a:p>
                  </a:txBody>
                  <a:tcPr marT="0" marB="0" marR="38775" marL="38775" anchor="ctr"/>
                </a:tc>
                <a:tc>
                  <a:txBody>
                    <a:bodyPr/>
                    <a:lstStyle/>
                    <a:p>
                      <a:pPr indent="0" lvl="0" marL="0" marR="0" rtl="0" algn="just">
                        <a:spcBef>
                          <a:spcPts val="0"/>
                        </a:spcBef>
                        <a:spcAft>
                          <a:spcPts val="0"/>
                        </a:spcAft>
                        <a:buNone/>
                      </a:pPr>
                      <a:r>
                        <a:t/>
                      </a:r>
                      <a:endParaRPr sz="1400" u="none" cap="none" strike="noStrike">
                        <a:solidFill>
                          <a:schemeClr val="dk1"/>
                        </a:solidFill>
                        <a:latin typeface="Times New Roman"/>
                        <a:ea typeface="Times New Roman"/>
                        <a:cs typeface="Times New Roman"/>
                        <a:sym typeface="Times New Roman"/>
                      </a:endParaRPr>
                    </a:p>
                  </a:txBody>
                  <a:tcPr marT="0" marB="0" marR="38775" marL="38775" anchor="ctr"/>
                </a:tc>
                <a:tc>
                  <a:txBody>
                    <a:bodyPr/>
                    <a:lstStyle/>
                    <a:p>
                      <a:pPr indent="0" lvl="0" marL="0" marR="0" rtl="0" algn="ctr">
                        <a:spcBef>
                          <a:spcPts val="0"/>
                        </a:spcBef>
                        <a:spcAft>
                          <a:spcPts val="0"/>
                        </a:spcAft>
                        <a:buNone/>
                      </a:pPr>
                      <a:r>
                        <a:t/>
                      </a:r>
                      <a:endParaRPr sz="1400" u="none" cap="none" strike="noStrike">
                        <a:solidFill>
                          <a:schemeClr val="dk1"/>
                        </a:solidFill>
                        <a:latin typeface="Times New Roman"/>
                        <a:ea typeface="Times New Roman"/>
                        <a:cs typeface="Times New Roman"/>
                        <a:sym typeface="Times New Roman"/>
                      </a:endParaRPr>
                    </a:p>
                  </a:txBody>
                  <a:tcPr marT="0" marB="0" marR="38775" marL="38775" anchor="ctr"/>
                </a:tc>
              </a:tr>
              <a:tr h="575875">
                <a:tc>
                  <a:txBody>
                    <a:bodyPr/>
                    <a:lstStyle/>
                    <a:p>
                      <a:pPr indent="0" lvl="0" marL="0" marR="0" rtl="0" algn="ctr">
                        <a:spcBef>
                          <a:spcPts val="0"/>
                        </a:spcBef>
                        <a:spcAft>
                          <a:spcPts val="0"/>
                        </a:spcAft>
                        <a:buNone/>
                      </a:pPr>
                      <a:r>
                        <a:rPr lang="en-AU" sz="1400" u="none" cap="none" strike="noStrike">
                          <a:solidFill>
                            <a:schemeClr val="dk1"/>
                          </a:solidFill>
                          <a:latin typeface="Times New Roman"/>
                          <a:ea typeface="Times New Roman"/>
                          <a:cs typeface="Times New Roman"/>
                          <a:sym typeface="Times New Roman"/>
                        </a:rPr>
                        <a:t>7. Networking Infrastructure and Integration</a:t>
                      </a:r>
                      <a:endParaRPr sz="1400" u="none" cap="none" strike="noStrike">
                        <a:solidFill>
                          <a:schemeClr val="dk1"/>
                        </a:solidFill>
                        <a:latin typeface="Times New Roman"/>
                        <a:ea typeface="Times New Roman"/>
                        <a:cs typeface="Times New Roman"/>
                        <a:sym typeface="Times New Roman"/>
                      </a:endParaRPr>
                    </a:p>
                  </a:txBody>
                  <a:tcPr marT="0" marB="0" marR="38775" marL="38775" anchor="ctr"/>
                </a:tc>
                <a:tc>
                  <a:txBody>
                    <a:bodyPr/>
                    <a:lstStyle/>
                    <a:p>
                      <a:pPr indent="0" lvl="0" marL="0" marR="0" rtl="0" algn="just">
                        <a:spcBef>
                          <a:spcPts val="0"/>
                        </a:spcBef>
                        <a:spcAft>
                          <a:spcPts val="0"/>
                        </a:spcAft>
                        <a:buNone/>
                      </a:pPr>
                      <a:r>
                        <a:rPr lang="en-AU" sz="1400" u="none" cap="none" strike="noStrike">
                          <a:solidFill>
                            <a:schemeClr val="dk1"/>
                          </a:solidFill>
                          <a:latin typeface="Times New Roman"/>
                          <a:ea typeface="Times New Roman"/>
                          <a:cs typeface="Times New Roman"/>
                          <a:sym typeface="Times New Roman"/>
                        </a:rPr>
                        <a:t>Describe how your IoT system’s networking layer enables reliable communication and data exchange between devices, edge nodes, and the cloud.</a:t>
                      </a:r>
                      <a:endParaRPr sz="1400" u="none" cap="none" strike="noStrike">
                        <a:solidFill>
                          <a:schemeClr val="dk1"/>
                        </a:solidFill>
                        <a:latin typeface="Times New Roman"/>
                        <a:ea typeface="Times New Roman"/>
                        <a:cs typeface="Times New Roman"/>
                        <a:sym typeface="Times New Roman"/>
                      </a:endParaRPr>
                    </a:p>
                  </a:txBody>
                  <a:tcPr marT="0" marB="0" marR="38775" marL="38775" anchor="ctr"/>
                </a:tc>
                <a:tc>
                  <a:txBody>
                    <a:bodyPr/>
                    <a:lstStyle/>
                    <a:p>
                      <a:pPr indent="0" lvl="0" marL="0" marR="0" rtl="0" algn="ctr">
                        <a:spcBef>
                          <a:spcPts val="0"/>
                        </a:spcBef>
                        <a:spcAft>
                          <a:spcPts val="0"/>
                        </a:spcAft>
                        <a:buNone/>
                      </a:pPr>
                      <a:r>
                        <a:rPr lang="en-AU" sz="1400" u="none" cap="none" strike="noStrike">
                          <a:solidFill>
                            <a:schemeClr val="dk1"/>
                          </a:solidFill>
                          <a:latin typeface="Times New Roman"/>
                          <a:ea typeface="Times New Roman"/>
                          <a:cs typeface="Times New Roman"/>
                          <a:sym typeface="Times New Roman"/>
                        </a:rPr>
                        <a:t>10</a:t>
                      </a:r>
                      <a:endParaRPr sz="1400" u="none" cap="none" strike="noStrike">
                        <a:solidFill>
                          <a:schemeClr val="dk1"/>
                        </a:solidFill>
                        <a:latin typeface="Times New Roman"/>
                        <a:ea typeface="Times New Roman"/>
                        <a:cs typeface="Times New Roman"/>
                        <a:sym typeface="Times New Roman"/>
                      </a:endParaRPr>
                    </a:p>
                  </a:txBody>
                  <a:tcPr marT="0" marB="0" marR="38775" marL="38775" anchor="ctr"/>
                </a:tc>
              </a:tr>
              <a:tr h="600825">
                <a:tc>
                  <a:txBody>
                    <a:bodyPr/>
                    <a:lstStyle/>
                    <a:p>
                      <a:pPr indent="0" lvl="0" marL="0" marR="0" rtl="0" algn="ctr">
                        <a:spcBef>
                          <a:spcPts val="0"/>
                        </a:spcBef>
                        <a:spcAft>
                          <a:spcPts val="0"/>
                        </a:spcAft>
                        <a:buNone/>
                      </a:pPr>
                      <a:r>
                        <a:rPr lang="en-AU" sz="1400" u="none" cap="none" strike="noStrike">
                          <a:solidFill>
                            <a:schemeClr val="dk1"/>
                          </a:solidFill>
                          <a:latin typeface="Times New Roman"/>
                          <a:ea typeface="Times New Roman"/>
                          <a:cs typeface="Times New Roman"/>
                          <a:sym typeface="Times New Roman"/>
                        </a:rPr>
                        <a:t>8. Advanced Technologies and Security</a:t>
                      </a:r>
                      <a:endParaRPr sz="1400" u="none" cap="none" strike="noStrike">
                        <a:solidFill>
                          <a:schemeClr val="dk1"/>
                        </a:solidFill>
                        <a:latin typeface="Times New Roman"/>
                        <a:ea typeface="Times New Roman"/>
                        <a:cs typeface="Times New Roman"/>
                        <a:sym typeface="Times New Roman"/>
                      </a:endParaRPr>
                    </a:p>
                  </a:txBody>
                  <a:tcPr marT="0" marB="0" marR="38775" marL="38775" anchor="ctr"/>
                </a:tc>
                <a:tc>
                  <a:txBody>
                    <a:bodyPr/>
                    <a:lstStyle/>
                    <a:p>
                      <a:pPr indent="0" lvl="0" marL="0" marR="0" rtl="0" algn="just">
                        <a:spcBef>
                          <a:spcPts val="0"/>
                        </a:spcBef>
                        <a:spcAft>
                          <a:spcPts val="0"/>
                        </a:spcAft>
                        <a:buNone/>
                      </a:pPr>
                      <a:r>
                        <a:rPr lang="en-AU" sz="1400" u="none" cap="none" strike="noStrike">
                          <a:solidFill>
                            <a:schemeClr val="dk1"/>
                          </a:solidFill>
                          <a:latin typeface="Times New Roman"/>
                          <a:ea typeface="Times New Roman"/>
                          <a:cs typeface="Times New Roman"/>
                          <a:sym typeface="Times New Roman"/>
                        </a:rPr>
                        <a:t>Discuss how advanced networking technologies such as digital twin, blockchain, and smart contracts are applied in your system.</a:t>
                      </a:r>
                      <a:endParaRPr sz="1400" u="none" cap="none" strike="noStrike">
                        <a:solidFill>
                          <a:schemeClr val="dk1"/>
                        </a:solidFill>
                        <a:latin typeface="Times New Roman"/>
                        <a:ea typeface="Times New Roman"/>
                        <a:cs typeface="Times New Roman"/>
                        <a:sym typeface="Times New Roman"/>
                      </a:endParaRPr>
                    </a:p>
                  </a:txBody>
                  <a:tcPr marT="0" marB="0" marR="38775" marL="38775" anchor="ctr"/>
                </a:tc>
                <a:tc>
                  <a:txBody>
                    <a:bodyPr/>
                    <a:lstStyle/>
                    <a:p>
                      <a:pPr indent="0" lvl="0" marL="0" marR="0" rtl="0" algn="ctr">
                        <a:spcBef>
                          <a:spcPts val="0"/>
                        </a:spcBef>
                        <a:spcAft>
                          <a:spcPts val="0"/>
                        </a:spcAft>
                        <a:buNone/>
                      </a:pPr>
                      <a:r>
                        <a:rPr lang="en-AU" sz="1400" u="none" cap="none" strike="noStrike">
                          <a:solidFill>
                            <a:schemeClr val="dk1"/>
                          </a:solidFill>
                          <a:latin typeface="Times New Roman"/>
                          <a:ea typeface="Times New Roman"/>
                          <a:cs typeface="Times New Roman"/>
                          <a:sym typeface="Times New Roman"/>
                        </a:rPr>
                        <a:t>10</a:t>
                      </a:r>
                      <a:endParaRPr/>
                    </a:p>
                  </a:txBody>
                  <a:tcPr marT="0" marB="0" marR="38775" marL="38775" anchor="ctr"/>
                </a:tc>
              </a:tr>
              <a:tr h="538925">
                <a:tc>
                  <a:txBody>
                    <a:bodyPr/>
                    <a:lstStyle/>
                    <a:p>
                      <a:pPr indent="0" lvl="0" marL="0" marR="0" rtl="0" algn="ctr">
                        <a:spcBef>
                          <a:spcPts val="0"/>
                        </a:spcBef>
                        <a:spcAft>
                          <a:spcPts val="0"/>
                        </a:spcAft>
                        <a:buNone/>
                      </a:pPr>
                      <a:r>
                        <a:rPr lang="en-AU" sz="1400" u="none" cap="none" strike="noStrike">
                          <a:solidFill>
                            <a:schemeClr val="dk1"/>
                          </a:solidFill>
                          <a:highlight>
                            <a:srgbClr val="FFFF00"/>
                          </a:highlight>
                          <a:latin typeface="Times New Roman"/>
                          <a:ea typeface="Times New Roman"/>
                          <a:cs typeface="Times New Roman"/>
                          <a:sym typeface="Times New Roman"/>
                        </a:rPr>
                        <a:t>Professionalism of report (15 marks)</a:t>
                      </a:r>
                      <a:endParaRPr/>
                    </a:p>
                  </a:txBody>
                  <a:tcPr marT="0" marB="0" marR="38775" marL="38775" anchor="ctr"/>
                </a:tc>
                <a:tc>
                  <a:txBody>
                    <a:bodyPr/>
                    <a:lstStyle/>
                    <a:p>
                      <a:pPr indent="0" lvl="0" marL="0" marR="0" rtl="0" algn="just">
                        <a:spcBef>
                          <a:spcPts val="0"/>
                        </a:spcBef>
                        <a:spcAft>
                          <a:spcPts val="0"/>
                        </a:spcAft>
                        <a:buNone/>
                      </a:pPr>
                      <a:r>
                        <a:t/>
                      </a:r>
                      <a:endParaRPr sz="1400" u="none" cap="none" strike="noStrike">
                        <a:solidFill>
                          <a:schemeClr val="dk1"/>
                        </a:solidFill>
                        <a:latin typeface="Times New Roman"/>
                        <a:ea typeface="Times New Roman"/>
                        <a:cs typeface="Times New Roman"/>
                        <a:sym typeface="Times New Roman"/>
                      </a:endParaRPr>
                    </a:p>
                  </a:txBody>
                  <a:tcPr marT="0" marB="0" marR="38775" marL="38775" anchor="ctr"/>
                </a:tc>
                <a:tc>
                  <a:txBody>
                    <a:bodyPr/>
                    <a:lstStyle/>
                    <a:p>
                      <a:pPr indent="0" lvl="0" marL="0" marR="0" rtl="0" algn="ctr">
                        <a:spcBef>
                          <a:spcPts val="0"/>
                        </a:spcBef>
                        <a:spcAft>
                          <a:spcPts val="0"/>
                        </a:spcAft>
                        <a:buNone/>
                      </a:pPr>
                      <a:r>
                        <a:t/>
                      </a:r>
                      <a:endParaRPr sz="1400" u="none" cap="none" strike="noStrike">
                        <a:solidFill>
                          <a:schemeClr val="dk1"/>
                        </a:solidFill>
                        <a:latin typeface="Times New Roman"/>
                        <a:ea typeface="Times New Roman"/>
                        <a:cs typeface="Times New Roman"/>
                        <a:sym typeface="Times New Roman"/>
                      </a:endParaRPr>
                    </a:p>
                  </a:txBody>
                  <a:tcPr marT="0" marB="0" marR="38775" marL="38775" anchor="ctr"/>
                </a:tc>
              </a:tr>
              <a:tr h="538925">
                <a:tc>
                  <a:txBody>
                    <a:bodyPr/>
                    <a:lstStyle/>
                    <a:p>
                      <a:pPr indent="0" lvl="0" marL="0" marR="0" rtl="0" algn="ctr">
                        <a:spcBef>
                          <a:spcPts val="0"/>
                        </a:spcBef>
                        <a:spcAft>
                          <a:spcPts val="0"/>
                        </a:spcAft>
                        <a:buNone/>
                      </a:pPr>
                      <a:r>
                        <a:rPr lang="en-AU" sz="1400" u="none" cap="none" strike="noStrike">
                          <a:solidFill>
                            <a:schemeClr val="dk1"/>
                          </a:solidFill>
                          <a:latin typeface="Times New Roman"/>
                          <a:ea typeface="Times New Roman"/>
                          <a:cs typeface="Times New Roman"/>
                          <a:sym typeface="Times New Roman"/>
                        </a:rPr>
                        <a:t>Clarity and Grammar </a:t>
                      </a:r>
                      <a:endParaRPr/>
                    </a:p>
                  </a:txBody>
                  <a:tcPr marT="0" marB="0" marR="38775" marL="38775" anchor="ctr"/>
                </a:tc>
                <a:tc>
                  <a:txBody>
                    <a:bodyPr/>
                    <a:lstStyle/>
                    <a:p>
                      <a:pPr indent="0" lvl="0" marL="0" marR="0" rtl="0" algn="just">
                        <a:spcBef>
                          <a:spcPts val="0"/>
                        </a:spcBef>
                        <a:spcAft>
                          <a:spcPts val="0"/>
                        </a:spcAft>
                        <a:buNone/>
                      </a:pPr>
                      <a:r>
                        <a:rPr lang="en-AU" sz="1400" u="none" cap="none" strike="noStrike">
                          <a:solidFill>
                            <a:schemeClr val="dk1"/>
                          </a:solidFill>
                          <a:latin typeface="Times New Roman"/>
                          <a:ea typeface="Times New Roman"/>
                          <a:cs typeface="Times New Roman"/>
                          <a:sym typeface="Times New Roman"/>
                        </a:rPr>
                        <a:t>Spelling, grammar, presentation, layout etc.</a:t>
                      </a:r>
                      <a:endParaRPr/>
                    </a:p>
                  </a:txBody>
                  <a:tcPr marT="0" marB="0" marR="38775" marL="38775" anchor="ctr"/>
                </a:tc>
                <a:tc>
                  <a:txBody>
                    <a:bodyPr/>
                    <a:lstStyle/>
                    <a:p>
                      <a:pPr indent="0" lvl="0" marL="0" marR="0" rtl="0" algn="ctr">
                        <a:spcBef>
                          <a:spcPts val="0"/>
                        </a:spcBef>
                        <a:spcAft>
                          <a:spcPts val="0"/>
                        </a:spcAft>
                        <a:buNone/>
                      </a:pPr>
                      <a:r>
                        <a:rPr lang="en-AU" sz="1400" u="none" cap="none" strike="noStrike">
                          <a:solidFill>
                            <a:schemeClr val="dk1"/>
                          </a:solidFill>
                          <a:latin typeface="Times New Roman"/>
                          <a:ea typeface="Times New Roman"/>
                          <a:cs typeface="Times New Roman"/>
                          <a:sym typeface="Times New Roman"/>
                        </a:rPr>
                        <a:t>5</a:t>
                      </a:r>
                      <a:endParaRPr/>
                    </a:p>
                  </a:txBody>
                  <a:tcPr marT="0" marB="0" marR="38775" marL="38775" anchor="ctr"/>
                </a:tc>
              </a:tr>
              <a:tr h="538925">
                <a:tc>
                  <a:txBody>
                    <a:bodyPr/>
                    <a:lstStyle/>
                    <a:p>
                      <a:pPr indent="0" lvl="0" marL="0" marR="0" rtl="0" algn="ctr">
                        <a:spcBef>
                          <a:spcPts val="0"/>
                        </a:spcBef>
                        <a:spcAft>
                          <a:spcPts val="0"/>
                        </a:spcAft>
                        <a:buNone/>
                      </a:pPr>
                      <a:r>
                        <a:rPr lang="en-AU" sz="1400" u="none" cap="none" strike="noStrike">
                          <a:solidFill>
                            <a:schemeClr val="dk1"/>
                          </a:solidFill>
                          <a:latin typeface="Times New Roman"/>
                          <a:ea typeface="Times New Roman"/>
                          <a:cs typeface="Times New Roman"/>
                          <a:sym typeface="Times New Roman"/>
                        </a:rPr>
                        <a:t>Referencing</a:t>
                      </a:r>
                      <a:endParaRPr/>
                    </a:p>
                  </a:txBody>
                  <a:tcPr marT="0" marB="0" marR="38775" marL="38775" anchor="ctr"/>
                </a:tc>
                <a:tc>
                  <a:txBody>
                    <a:bodyPr/>
                    <a:lstStyle/>
                    <a:p>
                      <a:pPr indent="0" lvl="0" marL="0" marR="0" rtl="0" algn="just">
                        <a:spcBef>
                          <a:spcPts val="0"/>
                        </a:spcBef>
                        <a:spcAft>
                          <a:spcPts val="0"/>
                        </a:spcAft>
                        <a:buNone/>
                      </a:pPr>
                      <a:r>
                        <a:rPr lang="en-AU" sz="1400" u="none" cap="none" strike="noStrike">
                          <a:solidFill>
                            <a:schemeClr val="dk1"/>
                          </a:solidFill>
                          <a:latin typeface="Times New Roman"/>
                          <a:ea typeface="Times New Roman"/>
                          <a:cs typeface="Times New Roman"/>
                          <a:sym typeface="Times New Roman"/>
                        </a:rPr>
                        <a:t>Intext and reference list. Please use the UOW-Harvard style and involve at least 10 latest references.</a:t>
                      </a:r>
                      <a:endParaRPr/>
                    </a:p>
                  </a:txBody>
                  <a:tcPr marT="0" marB="0" marR="38775" marL="38775" anchor="ctr"/>
                </a:tc>
                <a:tc>
                  <a:txBody>
                    <a:bodyPr/>
                    <a:lstStyle/>
                    <a:p>
                      <a:pPr indent="0" lvl="0" marL="0" marR="0" rtl="0" algn="ctr">
                        <a:spcBef>
                          <a:spcPts val="0"/>
                        </a:spcBef>
                        <a:spcAft>
                          <a:spcPts val="0"/>
                        </a:spcAft>
                        <a:buNone/>
                      </a:pPr>
                      <a:r>
                        <a:rPr lang="en-AU" sz="1400" u="none" cap="none" strike="noStrike">
                          <a:solidFill>
                            <a:schemeClr val="dk1"/>
                          </a:solidFill>
                          <a:latin typeface="Times New Roman"/>
                          <a:ea typeface="Times New Roman"/>
                          <a:cs typeface="Times New Roman"/>
                          <a:sym typeface="Times New Roman"/>
                        </a:rPr>
                        <a:t>5</a:t>
                      </a:r>
                      <a:endParaRPr/>
                    </a:p>
                  </a:txBody>
                  <a:tcPr marT="0" marB="0" marR="38775" marL="38775" anchor="ctr"/>
                </a:tc>
              </a:tr>
              <a:tr h="538925">
                <a:tc>
                  <a:txBody>
                    <a:bodyPr/>
                    <a:lstStyle/>
                    <a:p>
                      <a:pPr indent="0" lvl="0" marL="0" marR="0" rtl="0" algn="ctr">
                        <a:spcBef>
                          <a:spcPts val="0"/>
                        </a:spcBef>
                        <a:spcAft>
                          <a:spcPts val="0"/>
                        </a:spcAft>
                        <a:buNone/>
                      </a:pPr>
                      <a:r>
                        <a:rPr lang="en-AU" sz="1400" u="none" cap="none" strike="noStrike">
                          <a:solidFill>
                            <a:schemeClr val="dk1"/>
                          </a:solidFill>
                          <a:latin typeface="Times New Roman"/>
                          <a:ea typeface="Times New Roman"/>
                          <a:cs typeface="Times New Roman"/>
                          <a:sym typeface="Times New Roman"/>
                        </a:rPr>
                        <a:t>Visual Aids</a:t>
                      </a:r>
                      <a:endParaRPr/>
                    </a:p>
                  </a:txBody>
                  <a:tcPr marT="0" marB="0" marR="38775" marL="38775" anchor="ctr"/>
                </a:tc>
                <a:tc>
                  <a:txBody>
                    <a:bodyPr/>
                    <a:lstStyle/>
                    <a:p>
                      <a:pPr indent="0" lvl="0" marL="0" marR="0" rtl="0" algn="just">
                        <a:spcBef>
                          <a:spcPts val="0"/>
                        </a:spcBef>
                        <a:spcAft>
                          <a:spcPts val="0"/>
                        </a:spcAft>
                        <a:buNone/>
                      </a:pPr>
                      <a:r>
                        <a:rPr lang="en-AU" sz="1400" u="none" cap="none" strike="noStrike">
                          <a:solidFill>
                            <a:schemeClr val="dk1"/>
                          </a:solidFill>
                          <a:latin typeface="Times New Roman"/>
                          <a:ea typeface="Times New Roman"/>
                          <a:cs typeface="Times New Roman"/>
                          <a:sym typeface="Times New Roman"/>
                        </a:rPr>
                        <a:t>Use diagrams, charts, tables, and architecture illustrations to support your explanations. All visuals should be labelled, referenced in the text, and easy to interpret.</a:t>
                      </a:r>
                      <a:endParaRPr/>
                    </a:p>
                  </a:txBody>
                  <a:tcPr marT="0" marB="0" marR="38775" marL="38775" anchor="ctr"/>
                </a:tc>
                <a:tc>
                  <a:txBody>
                    <a:bodyPr/>
                    <a:lstStyle/>
                    <a:p>
                      <a:pPr indent="0" lvl="0" marL="0" marR="0" rtl="0" algn="ctr">
                        <a:spcBef>
                          <a:spcPts val="0"/>
                        </a:spcBef>
                        <a:spcAft>
                          <a:spcPts val="0"/>
                        </a:spcAft>
                        <a:buNone/>
                      </a:pPr>
                      <a:r>
                        <a:rPr lang="en-AU" sz="1400" u="none" cap="none" strike="noStrike">
                          <a:solidFill>
                            <a:schemeClr val="dk1"/>
                          </a:solidFill>
                          <a:latin typeface="Times New Roman"/>
                          <a:ea typeface="Times New Roman"/>
                          <a:cs typeface="Times New Roman"/>
                          <a:sym typeface="Times New Roman"/>
                        </a:rPr>
                        <a:t>5</a:t>
                      </a:r>
                      <a:endParaRPr/>
                    </a:p>
                  </a:txBody>
                  <a:tcPr marT="0" marB="0" marR="38775" marL="38775" anchor="ctr"/>
                </a:tc>
              </a:tr>
            </a:tbl>
          </a:graphicData>
        </a:graphic>
      </p:graphicFrame>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2023-07-22T00:37:18Z</dcterms:created>
  <dc:creator>Trang Nguyen</dc:creator>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2022-07-11T00:00:00Z</vt:filetime>
  </property>
  <property fmtid="{D5CDD505-2E9C-101B-9397-08002B2CF9AE}" pid="3" name="Creator">
    <vt:lpwstr>Microsoft® PowerPoint® for Microsoft 365</vt:lpwstr>
  </property>
  <property fmtid="{D5CDD505-2E9C-101B-9397-08002B2CF9AE}" pid="4" name="LastSaved">
    <vt:filetime>2023-07-22T00:00:00Z</vt:filetime>
  </property>
  <property fmtid="{D5CDD505-2E9C-101B-9397-08002B2CF9AE}" pid="5" name="Producer">
    <vt:lpwstr>Microsoft® PowerPoint® for Microsoft 365</vt:lpwstr>
  </property>
</Properties>
</file>