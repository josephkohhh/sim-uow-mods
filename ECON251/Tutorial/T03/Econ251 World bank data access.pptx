
<file path=[Content_Types].xml><?xml version="1.0" encoding="utf-8"?>
<Types xmlns="http://schemas.openxmlformats.org/package/2006/content-types">
  <Default Extension="1" ContentType="image/jpeg"/>
  <Default Extension="emf" ContentType="image/x-emf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3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4.xml" ContentType="application/vnd.openxmlformats-officedocument.themeOverr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5.xml" ContentType="application/vnd.openxmlformats-officedocument.themeOverr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heme/themeOverride6.xml" ContentType="application/vnd.openxmlformats-officedocument.themeOverr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Override7.xml" ContentType="application/vnd.openxmlformats-officedocument.themeOverr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heme/themeOverride8.xml" ContentType="application/vnd.openxmlformats-officedocument.themeOverr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2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3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1" r:id="rId7"/>
    <p:sldId id="302" r:id="rId8"/>
    <p:sldId id="303" r:id="rId9"/>
    <p:sldId id="304" r:id="rId10"/>
    <p:sldId id="319" r:id="rId11"/>
    <p:sldId id="309" r:id="rId12"/>
    <p:sldId id="320" r:id="rId13"/>
    <p:sldId id="330" r:id="rId14"/>
    <p:sldId id="321" r:id="rId15"/>
    <p:sldId id="305" r:id="rId16"/>
    <p:sldId id="322" r:id="rId17"/>
    <p:sldId id="310" r:id="rId18"/>
    <p:sldId id="311" r:id="rId19"/>
    <p:sldId id="308" r:id="rId20"/>
    <p:sldId id="323" r:id="rId21"/>
    <p:sldId id="325" r:id="rId22"/>
    <p:sldId id="306" r:id="rId23"/>
    <p:sldId id="314" r:id="rId24"/>
    <p:sldId id="334" r:id="rId25"/>
    <p:sldId id="327" r:id="rId26"/>
    <p:sldId id="332" r:id="rId27"/>
    <p:sldId id="365" r:id="rId28"/>
    <p:sldId id="366" r:id="rId29"/>
    <p:sldId id="326" r:id="rId30"/>
    <p:sldId id="328" r:id="rId31"/>
    <p:sldId id="329" r:id="rId32"/>
    <p:sldId id="331" r:id="rId33"/>
    <p:sldId id="333" r:id="rId34"/>
    <p:sldId id="363" r:id="rId35"/>
    <p:sldId id="350" r:id="rId36"/>
    <p:sldId id="353" r:id="rId37"/>
    <p:sldId id="364" r:id="rId38"/>
    <p:sldId id="355" r:id="rId39"/>
    <p:sldId id="31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219C74-3D75-406F-A39F-D039085DC0C4}" v="205" dt="2026-07-02T14:33:04.5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19" autoAdjust="0"/>
  </p:normalViewPr>
  <p:slideViewPr>
    <p:cSldViewPr snapToGrid="0">
      <p:cViewPr>
        <p:scale>
          <a:sx n="91" d="100"/>
          <a:sy n="91" d="100"/>
        </p:scale>
        <p:origin x="-672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e Kon" userId="8ec0a7e0-97f1-4a41-9e10-98845775cba8" providerId="ADAL" clId="{19B4FEDA-15B1-4B31-A1A0-A589522E24D5}"/>
    <pc:docChg chg="undo custSel addSld delSld modSld sldOrd">
      <pc:chgData name="Clare Kon" userId="8ec0a7e0-97f1-4a41-9e10-98845775cba8" providerId="ADAL" clId="{19B4FEDA-15B1-4B31-A1A0-A589522E24D5}" dt="2026-07-02T14:33:06.590" v="4834" actId="313"/>
      <pc:docMkLst>
        <pc:docMk/>
      </pc:docMkLst>
      <pc:sldChg chg="modSp mod">
        <pc:chgData name="Clare Kon" userId="8ec0a7e0-97f1-4a41-9e10-98845775cba8" providerId="ADAL" clId="{19B4FEDA-15B1-4B31-A1A0-A589522E24D5}" dt="2026-07-02T06:31:44.262" v="1" actId="207"/>
        <pc:sldMkLst>
          <pc:docMk/>
          <pc:sldMk cId="3694263583" sldId="303"/>
        </pc:sldMkLst>
        <pc:spChg chg="mod">
          <ac:chgData name="Clare Kon" userId="8ec0a7e0-97f1-4a41-9e10-98845775cba8" providerId="ADAL" clId="{19B4FEDA-15B1-4B31-A1A0-A589522E24D5}" dt="2026-07-02T06:31:44.262" v="1" actId="207"/>
          <ac:spMkLst>
            <pc:docMk/>
            <pc:sldMk cId="3694263583" sldId="303"/>
            <ac:spMk id="10" creationId="{379F8BFC-60FB-F403-DCAE-4D5910FAD15C}"/>
          </ac:spMkLst>
        </pc:spChg>
      </pc:sldChg>
      <pc:sldChg chg="modSp mod">
        <pc:chgData name="Clare Kon" userId="8ec0a7e0-97f1-4a41-9e10-98845775cba8" providerId="ADAL" clId="{19B4FEDA-15B1-4B31-A1A0-A589522E24D5}" dt="2026-07-02T06:40:18.788" v="500" actId="6549"/>
        <pc:sldMkLst>
          <pc:docMk/>
          <pc:sldMk cId="4212215976" sldId="305"/>
        </pc:sldMkLst>
        <pc:spChg chg="mod">
          <ac:chgData name="Clare Kon" userId="8ec0a7e0-97f1-4a41-9e10-98845775cba8" providerId="ADAL" clId="{19B4FEDA-15B1-4B31-A1A0-A589522E24D5}" dt="2026-07-02T06:40:18.788" v="500" actId="6549"/>
          <ac:spMkLst>
            <pc:docMk/>
            <pc:sldMk cId="4212215976" sldId="305"/>
            <ac:spMk id="5" creationId="{5A25AA87-D683-61C5-B01C-25B1BDA2822F}"/>
          </ac:spMkLst>
        </pc:spChg>
      </pc:sldChg>
      <pc:sldChg chg="addSp delSp modSp mod">
        <pc:chgData name="Clare Kon" userId="8ec0a7e0-97f1-4a41-9e10-98845775cba8" providerId="ADAL" clId="{19B4FEDA-15B1-4B31-A1A0-A589522E24D5}" dt="2026-07-02T14:33:04.583" v="4833" actId="313"/>
        <pc:sldMkLst>
          <pc:docMk/>
          <pc:sldMk cId="1135834497" sldId="306"/>
        </pc:sldMkLst>
        <pc:spChg chg="mod">
          <ac:chgData name="Clare Kon" userId="8ec0a7e0-97f1-4a41-9e10-98845775cba8" providerId="ADAL" clId="{19B4FEDA-15B1-4B31-A1A0-A589522E24D5}" dt="2026-07-02T07:31:57.099" v="2434" actId="20577"/>
          <ac:spMkLst>
            <pc:docMk/>
            <pc:sldMk cId="1135834497" sldId="306"/>
            <ac:spMk id="3" creationId="{03919E50-2008-0340-812E-C185C5DD1E36}"/>
          </ac:spMkLst>
        </pc:spChg>
        <pc:spChg chg="del">
          <ac:chgData name="Clare Kon" userId="8ec0a7e0-97f1-4a41-9e10-98845775cba8" providerId="ADAL" clId="{19B4FEDA-15B1-4B31-A1A0-A589522E24D5}" dt="2026-07-02T07:27:53.615" v="2303" actId="478"/>
          <ac:spMkLst>
            <pc:docMk/>
            <pc:sldMk cId="1135834497" sldId="306"/>
            <ac:spMk id="5" creationId="{2468FF33-0A17-EAAB-F2AB-3EC450A05906}"/>
          </ac:spMkLst>
        </pc:spChg>
        <pc:spChg chg="add mod">
          <ac:chgData name="Clare Kon" userId="8ec0a7e0-97f1-4a41-9e10-98845775cba8" providerId="ADAL" clId="{19B4FEDA-15B1-4B31-A1A0-A589522E24D5}" dt="2026-07-02T07:32:20.944" v="2439" actId="1076"/>
          <ac:spMkLst>
            <pc:docMk/>
            <pc:sldMk cId="1135834497" sldId="306"/>
            <ac:spMk id="10" creationId="{2AAE9DDB-CCA8-1A18-1BFD-CC6566873CA4}"/>
          </ac:spMkLst>
        </pc:spChg>
        <pc:spChg chg="mod">
          <ac:chgData name="Clare Kon" userId="8ec0a7e0-97f1-4a41-9e10-98845775cba8" providerId="ADAL" clId="{19B4FEDA-15B1-4B31-A1A0-A589522E24D5}" dt="2026-07-02T07:30:49.325" v="2416" actId="1076"/>
          <ac:spMkLst>
            <pc:docMk/>
            <pc:sldMk cId="1135834497" sldId="306"/>
            <ac:spMk id="14" creationId="{A24F2002-3C60-B216-E0BE-A5D28A79428E}"/>
          </ac:spMkLst>
        </pc:spChg>
        <pc:spChg chg="mod">
          <ac:chgData name="Clare Kon" userId="8ec0a7e0-97f1-4a41-9e10-98845775cba8" providerId="ADAL" clId="{19B4FEDA-15B1-4B31-A1A0-A589522E24D5}" dt="2026-07-02T07:32:55.324" v="2444" actId="1076"/>
          <ac:spMkLst>
            <pc:docMk/>
            <pc:sldMk cId="1135834497" sldId="306"/>
            <ac:spMk id="15" creationId="{EA6C027B-DE83-D673-EBD5-2830AADFD3E2}"/>
          </ac:spMkLst>
        </pc:spChg>
        <pc:spChg chg="add mod">
          <ac:chgData name="Clare Kon" userId="8ec0a7e0-97f1-4a41-9e10-98845775cba8" providerId="ADAL" clId="{19B4FEDA-15B1-4B31-A1A0-A589522E24D5}" dt="2026-07-02T07:31:49.946" v="2427" actId="1076"/>
          <ac:spMkLst>
            <pc:docMk/>
            <pc:sldMk cId="1135834497" sldId="306"/>
            <ac:spMk id="20" creationId="{A07515E3-FDC4-3AE9-E0FC-5239087F3C5D}"/>
          </ac:spMkLst>
        </pc:spChg>
        <pc:spChg chg="add mod">
          <ac:chgData name="Clare Kon" userId="8ec0a7e0-97f1-4a41-9e10-98845775cba8" providerId="ADAL" clId="{19B4FEDA-15B1-4B31-A1A0-A589522E24D5}" dt="2026-07-02T07:32:45.487" v="2443" actId="208"/>
          <ac:spMkLst>
            <pc:docMk/>
            <pc:sldMk cId="1135834497" sldId="306"/>
            <ac:spMk id="25" creationId="{FA80F479-3492-313A-8866-4FC5E81ECFB1}"/>
          </ac:spMkLst>
        </pc:spChg>
        <pc:graphicFrameChg chg="add mod">
          <ac:chgData name="Clare Kon" userId="8ec0a7e0-97f1-4a41-9e10-98845775cba8" providerId="ADAL" clId="{19B4FEDA-15B1-4B31-A1A0-A589522E24D5}" dt="2026-07-02T14:33:04.583" v="4833" actId="313"/>
          <ac:graphicFrameMkLst>
            <pc:docMk/>
            <pc:sldMk cId="1135834497" sldId="306"/>
            <ac:graphicFrameMk id="11" creationId="{EFB67E82-950E-8536-F69C-6C9A7E3C5FFE}"/>
          </ac:graphicFrameMkLst>
        </pc:graphicFrameChg>
        <pc:picChg chg="mod">
          <ac:chgData name="Clare Kon" userId="8ec0a7e0-97f1-4a41-9e10-98845775cba8" providerId="ADAL" clId="{19B4FEDA-15B1-4B31-A1A0-A589522E24D5}" dt="2026-07-02T07:33:23.774" v="2446" actId="1076"/>
          <ac:picMkLst>
            <pc:docMk/>
            <pc:sldMk cId="1135834497" sldId="306"/>
            <ac:picMk id="4" creationId="{9FB371D1-4EAA-A23A-99EC-BA2508E6EB3C}"/>
          </ac:picMkLst>
        </pc:picChg>
        <pc:picChg chg="add mod">
          <ac:chgData name="Clare Kon" userId="8ec0a7e0-97f1-4a41-9e10-98845775cba8" providerId="ADAL" clId="{19B4FEDA-15B1-4B31-A1A0-A589522E24D5}" dt="2026-07-02T07:30:52.783" v="2417" actId="1076"/>
          <ac:picMkLst>
            <pc:docMk/>
            <pc:sldMk cId="1135834497" sldId="306"/>
            <ac:picMk id="8" creationId="{689D1BB3-72ED-E433-DA74-3F751E0DEA6B}"/>
          </ac:picMkLst>
        </pc:picChg>
        <pc:picChg chg="add del mod">
          <ac:chgData name="Clare Kon" userId="8ec0a7e0-97f1-4a41-9e10-98845775cba8" providerId="ADAL" clId="{19B4FEDA-15B1-4B31-A1A0-A589522E24D5}" dt="2026-07-02T07:29:05.171" v="2389" actId="478"/>
          <ac:picMkLst>
            <pc:docMk/>
            <pc:sldMk cId="1135834497" sldId="306"/>
            <ac:picMk id="13" creationId="{3A6E81DE-3926-DD4D-822C-622A9D428B2B}"/>
          </ac:picMkLst>
        </pc:picChg>
        <pc:picChg chg="add mod ord">
          <ac:chgData name="Clare Kon" userId="8ec0a7e0-97f1-4a41-9e10-98845775cba8" providerId="ADAL" clId="{19B4FEDA-15B1-4B31-A1A0-A589522E24D5}" dt="2026-07-02T07:30:43.254" v="2413" actId="1076"/>
          <ac:picMkLst>
            <pc:docMk/>
            <pc:sldMk cId="1135834497" sldId="306"/>
            <ac:picMk id="16" creationId="{BBE33EC8-704F-F590-B77D-0AD1F3496D70}"/>
          </ac:picMkLst>
        </pc:picChg>
        <pc:picChg chg="add mod">
          <ac:chgData name="Clare Kon" userId="8ec0a7e0-97f1-4a41-9e10-98845775cba8" providerId="ADAL" clId="{19B4FEDA-15B1-4B31-A1A0-A589522E24D5}" dt="2026-07-02T07:31:29.515" v="2421" actId="1076"/>
          <ac:picMkLst>
            <pc:docMk/>
            <pc:sldMk cId="1135834497" sldId="306"/>
            <ac:picMk id="18" creationId="{914B2C9A-3460-6520-4AF0-E1F5CB553A70}"/>
          </ac:picMkLst>
        </pc:picChg>
        <pc:cxnChg chg="del">
          <ac:chgData name="Clare Kon" userId="8ec0a7e0-97f1-4a41-9e10-98845775cba8" providerId="ADAL" clId="{19B4FEDA-15B1-4B31-A1A0-A589522E24D5}" dt="2026-07-02T07:30:22.055" v="2406" actId="478"/>
          <ac:cxnSpMkLst>
            <pc:docMk/>
            <pc:sldMk cId="1135834497" sldId="306"/>
            <ac:cxnSpMk id="7" creationId="{4EE1FAC3-0DDC-AAA7-1AFE-6DDDFD5EE775}"/>
          </ac:cxnSpMkLst>
        </pc:cxnChg>
        <pc:cxnChg chg="add mod">
          <ac:chgData name="Clare Kon" userId="8ec0a7e0-97f1-4a41-9e10-98845775cba8" providerId="ADAL" clId="{19B4FEDA-15B1-4B31-A1A0-A589522E24D5}" dt="2026-07-02T07:32:08.397" v="2436" actId="13822"/>
          <ac:cxnSpMkLst>
            <pc:docMk/>
            <pc:sldMk cId="1135834497" sldId="306"/>
            <ac:cxnSpMk id="22" creationId="{4D7CFC46-28C4-A96B-80CB-EBA6D1B00963}"/>
          </ac:cxnSpMkLst>
        </pc:cxnChg>
        <pc:cxnChg chg="add mod">
          <ac:chgData name="Clare Kon" userId="8ec0a7e0-97f1-4a41-9e10-98845775cba8" providerId="ADAL" clId="{19B4FEDA-15B1-4B31-A1A0-A589522E24D5}" dt="2026-07-02T07:32:15.490" v="2438" actId="13822"/>
          <ac:cxnSpMkLst>
            <pc:docMk/>
            <pc:sldMk cId="1135834497" sldId="306"/>
            <ac:cxnSpMk id="24" creationId="{0A381D72-2677-1F35-9B93-20E01E321DCA}"/>
          </ac:cxnSpMkLst>
        </pc:cxnChg>
      </pc:sldChg>
      <pc:sldChg chg="modSp mod">
        <pc:chgData name="Clare Kon" userId="8ec0a7e0-97f1-4a41-9e10-98845775cba8" providerId="ADAL" clId="{19B4FEDA-15B1-4B31-A1A0-A589522E24D5}" dt="2026-07-02T06:43:05.387" v="817" actId="20577"/>
        <pc:sldMkLst>
          <pc:docMk/>
          <pc:sldMk cId="856778701" sldId="308"/>
        </pc:sldMkLst>
        <pc:spChg chg="mod">
          <ac:chgData name="Clare Kon" userId="8ec0a7e0-97f1-4a41-9e10-98845775cba8" providerId="ADAL" clId="{19B4FEDA-15B1-4B31-A1A0-A589522E24D5}" dt="2026-07-02T06:43:05.387" v="817" actId="20577"/>
          <ac:spMkLst>
            <pc:docMk/>
            <pc:sldMk cId="856778701" sldId="308"/>
            <ac:spMk id="3" creationId="{C0418D1C-DF41-D0F7-A9A4-779A527F5AEC}"/>
          </ac:spMkLst>
        </pc:spChg>
      </pc:sldChg>
      <pc:sldChg chg="modSp mod">
        <pc:chgData name="Clare Kon" userId="8ec0a7e0-97f1-4a41-9e10-98845775cba8" providerId="ADAL" clId="{19B4FEDA-15B1-4B31-A1A0-A589522E24D5}" dt="2026-07-02T06:32:16.314" v="43" actId="20577"/>
        <pc:sldMkLst>
          <pc:docMk/>
          <pc:sldMk cId="4178712438" sldId="309"/>
        </pc:sldMkLst>
        <pc:spChg chg="mod">
          <ac:chgData name="Clare Kon" userId="8ec0a7e0-97f1-4a41-9e10-98845775cba8" providerId="ADAL" clId="{19B4FEDA-15B1-4B31-A1A0-A589522E24D5}" dt="2026-07-02T06:32:16.314" v="43" actId="20577"/>
          <ac:spMkLst>
            <pc:docMk/>
            <pc:sldMk cId="4178712438" sldId="309"/>
            <ac:spMk id="4" creationId="{7E77D0B0-5CF3-B2ED-944F-38A0C423E082}"/>
          </ac:spMkLst>
        </pc:spChg>
      </pc:sldChg>
      <pc:sldChg chg="modSp mod">
        <pc:chgData name="Clare Kon" userId="8ec0a7e0-97f1-4a41-9e10-98845775cba8" providerId="ADAL" clId="{19B4FEDA-15B1-4B31-A1A0-A589522E24D5}" dt="2026-07-02T06:41:15.438" v="544" actId="20577"/>
        <pc:sldMkLst>
          <pc:docMk/>
          <pc:sldMk cId="3418763564" sldId="310"/>
        </pc:sldMkLst>
        <pc:spChg chg="mod">
          <ac:chgData name="Clare Kon" userId="8ec0a7e0-97f1-4a41-9e10-98845775cba8" providerId="ADAL" clId="{19B4FEDA-15B1-4B31-A1A0-A589522E24D5}" dt="2026-07-02T06:41:15.438" v="544" actId="20577"/>
          <ac:spMkLst>
            <pc:docMk/>
            <pc:sldMk cId="3418763564" sldId="310"/>
            <ac:spMk id="3" creationId="{D1956B72-ADBC-3284-D0C8-3C8EFC28A1E1}"/>
          </ac:spMkLst>
        </pc:spChg>
      </pc:sldChg>
      <pc:sldChg chg="modSp mod">
        <pc:chgData name="Clare Kon" userId="8ec0a7e0-97f1-4a41-9e10-98845775cba8" providerId="ADAL" clId="{19B4FEDA-15B1-4B31-A1A0-A589522E24D5}" dt="2026-07-02T06:42:18.948" v="688" actId="20577"/>
        <pc:sldMkLst>
          <pc:docMk/>
          <pc:sldMk cId="4151444288" sldId="311"/>
        </pc:sldMkLst>
        <pc:spChg chg="mod">
          <ac:chgData name="Clare Kon" userId="8ec0a7e0-97f1-4a41-9e10-98845775cba8" providerId="ADAL" clId="{19B4FEDA-15B1-4B31-A1A0-A589522E24D5}" dt="2026-07-02T06:42:18.948" v="688" actId="20577"/>
          <ac:spMkLst>
            <pc:docMk/>
            <pc:sldMk cId="4151444288" sldId="311"/>
            <ac:spMk id="3" creationId="{5610E9EB-771D-145F-A0D7-C42D8C74C640}"/>
          </ac:spMkLst>
        </pc:spChg>
      </pc:sldChg>
      <pc:sldChg chg="del">
        <pc:chgData name="Clare Kon" userId="8ec0a7e0-97f1-4a41-9e10-98845775cba8" providerId="ADAL" clId="{19B4FEDA-15B1-4B31-A1A0-A589522E24D5}" dt="2026-07-02T06:44:27.353" v="818" actId="47"/>
        <pc:sldMkLst>
          <pc:docMk/>
          <pc:sldMk cId="3377418872" sldId="312"/>
        </pc:sldMkLst>
      </pc:sldChg>
      <pc:sldChg chg="del">
        <pc:chgData name="Clare Kon" userId="8ec0a7e0-97f1-4a41-9e10-98845775cba8" providerId="ADAL" clId="{19B4FEDA-15B1-4B31-A1A0-A589522E24D5}" dt="2026-07-02T06:44:28.826" v="819" actId="47"/>
        <pc:sldMkLst>
          <pc:docMk/>
          <pc:sldMk cId="1714486026" sldId="313"/>
        </pc:sldMkLst>
      </pc:sldChg>
      <pc:sldChg chg="delSp modSp mod">
        <pc:chgData name="Clare Kon" userId="8ec0a7e0-97f1-4a41-9e10-98845775cba8" providerId="ADAL" clId="{19B4FEDA-15B1-4B31-A1A0-A589522E24D5}" dt="2026-07-02T07:11:06.091" v="1772" actId="27918"/>
        <pc:sldMkLst>
          <pc:docMk/>
          <pc:sldMk cId="1557273184" sldId="314"/>
        </pc:sldMkLst>
        <pc:spChg chg="del">
          <ac:chgData name="Clare Kon" userId="8ec0a7e0-97f1-4a41-9e10-98845775cba8" providerId="ADAL" clId="{19B4FEDA-15B1-4B31-A1A0-A589522E24D5}" dt="2026-07-02T06:51:44.998" v="1315" actId="478"/>
          <ac:spMkLst>
            <pc:docMk/>
            <pc:sldMk cId="1557273184" sldId="314"/>
            <ac:spMk id="3" creationId="{24892D8A-F606-4A40-DE58-966A078FA980}"/>
          </ac:spMkLst>
        </pc:spChg>
        <pc:spChg chg="del">
          <ac:chgData name="Clare Kon" userId="8ec0a7e0-97f1-4a41-9e10-98845775cba8" providerId="ADAL" clId="{19B4FEDA-15B1-4B31-A1A0-A589522E24D5}" dt="2026-07-02T06:52:11.685" v="1321" actId="478"/>
          <ac:spMkLst>
            <pc:docMk/>
            <pc:sldMk cId="1557273184" sldId="314"/>
            <ac:spMk id="9" creationId="{B8F219FE-761C-E430-B8AD-EE0D16B7B911}"/>
          </ac:spMkLst>
        </pc:spChg>
        <pc:spChg chg="mod">
          <ac:chgData name="Clare Kon" userId="8ec0a7e0-97f1-4a41-9e10-98845775cba8" providerId="ADAL" clId="{19B4FEDA-15B1-4B31-A1A0-A589522E24D5}" dt="2026-07-02T07:06:18.814" v="1662" actId="14100"/>
          <ac:spMkLst>
            <pc:docMk/>
            <pc:sldMk cId="1557273184" sldId="314"/>
            <ac:spMk id="11" creationId="{9ACF5295-A52E-1367-54C4-36E0F99E85EB}"/>
          </ac:spMkLst>
        </pc:spChg>
        <pc:graphicFrameChg chg="mod">
          <ac:chgData name="Clare Kon" userId="8ec0a7e0-97f1-4a41-9e10-98845775cba8" providerId="ADAL" clId="{19B4FEDA-15B1-4B31-A1A0-A589522E24D5}" dt="2026-07-02T07:09:03.527" v="1749" actId="403"/>
          <ac:graphicFrameMkLst>
            <pc:docMk/>
            <pc:sldMk cId="1557273184" sldId="314"/>
            <ac:graphicFrameMk id="5" creationId="{AD858F14-1CCF-09BE-CCA8-FFB324168DDC}"/>
          </ac:graphicFrameMkLst>
        </pc:graphicFrameChg>
        <pc:picChg chg="mod modCrop">
          <ac:chgData name="Clare Kon" userId="8ec0a7e0-97f1-4a41-9e10-98845775cba8" providerId="ADAL" clId="{19B4FEDA-15B1-4B31-A1A0-A589522E24D5}" dt="2026-07-02T06:54:04.348" v="1348" actId="1076"/>
          <ac:picMkLst>
            <pc:docMk/>
            <pc:sldMk cId="1557273184" sldId="314"/>
            <ac:picMk id="4" creationId="{095F315C-0412-BDEF-487C-F38F6717808F}"/>
          </ac:picMkLst>
        </pc:picChg>
      </pc:sldChg>
      <pc:sldChg chg="addSp modSp new mod">
        <pc:chgData name="Clare Kon" userId="8ec0a7e0-97f1-4a41-9e10-98845775cba8" providerId="ADAL" clId="{19B4FEDA-15B1-4B31-A1A0-A589522E24D5}" dt="2026-07-02T06:37:06.467" v="343" actId="14100"/>
        <pc:sldMkLst>
          <pc:docMk/>
          <pc:sldMk cId="1521400234" sldId="320"/>
        </pc:sldMkLst>
        <pc:spChg chg="mod">
          <ac:chgData name="Clare Kon" userId="8ec0a7e0-97f1-4a41-9e10-98845775cba8" providerId="ADAL" clId="{19B4FEDA-15B1-4B31-A1A0-A589522E24D5}" dt="2026-07-02T06:33:59.494" v="76" actId="120"/>
          <ac:spMkLst>
            <pc:docMk/>
            <pc:sldMk cId="1521400234" sldId="320"/>
            <ac:spMk id="2" creationId="{8B8E26B0-63B0-E113-62BA-AB342F1B8F1B}"/>
          </ac:spMkLst>
        </pc:spChg>
        <pc:spChg chg="add mod">
          <ac:chgData name="Clare Kon" userId="8ec0a7e0-97f1-4a41-9e10-98845775cba8" providerId="ADAL" clId="{19B4FEDA-15B1-4B31-A1A0-A589522E24D5}" dt="2026-07-02T06:33:41.616" v="73" actId="1076"/>
          <ac:spMkLst>
            <pc:docMk/>
            <pc:sldMk cId="1521400234" sldId="320"/>
            <ac:spMk id="6" creationId="{492EA91A-7868-A2B4-9A20-D06623B29B97}"/>
          </ac:spMkLst>
        </pc:spChg>
        <pc:spChg chg="add mod">
          <ac:chgData name="Clare Kon" userId="8ec0a7e0-97f1-4a41-9e10-98845775cba8" providerId="ADAL" clId="{19B4FEDA-15B1-4B31-A1A0-A589522E24D5}" dt="2026-07-02T06:34:28.121" v="82" actId="20577"/>
          <ac:spMkLst>
            <pc:docMk/>
            <pc:sldMk cId="1521400234" sldId="320"/>
            <ac:spMk id="7" creationId="{A2434262-4072-C63C-CCE5-ACD96BB5C3DF}"/>
          </ac:spMkLst>
        </pc:spChg>
        <pc:spChg chg="add mod">
          <ac:chgData name="Clare Kon" userId="8ec0a7e0-97f1-4a41-9e10-98845775cba8" providerId="ADAL" clId="{19B4FEDA-15B1-4B31-A1A0-A589522E24D5}" dt="2026-07-02T06:34:29.558" v="83" actId="20577"/>
          <ac:spMkLst>
            <pc:docMk/>
            <pc:sldMk cId="1521400234" sldId="320"/>
            <ac:spMk id="9" creationId="{A7A62977-0E37-A263-53FE-58E4C4D7FA9E}"/>
          </ac:spMkLst>
        </pc:spChg>
        <pc:spChg chg="add mod">
          <ac:chgData name="Clare Kon" userId="8ec0a7e0-97f1-4a41-9e10-98845775cba8" providerId="ADAL" clId="{19B4FEDA-15B1-4B31-A1A0-A589522E24D5}" dt="2026-07-02T06:34:42.013" v="122" actId="20577"/>
          <ac:spMkLst>
            <pc:docMk/>
            <pc:sldMk cId="1521400234" sldId="320"/>
            <ac:spMk id="10" creationId="{293DF9C3-51C8-A976-BA16-A74E0BC00DF1}"/>
          </ac:spMkLst>
        </pc:spChg>
        <pc:spChg chg="add mod">
          <ac:chgData name="Clare Kon" userId="8ec0a7e0-97f1-4a41-9e10-98845775cba8" providerId="ADAL" clId="{19B4FEDA-15B1-4B31-A1A0-A589522E24D5}" dt="2026-07-02T06:36:37.668" v="298" actId="207"/>
          <ac:spMkLst>
            <pc:docMk/>
            <pc:sldMk cId="1521400234" sldId="320"/>
            <ac:spMk id="11" creationId="{FB683D7E-8697-A0E4-E5FE-7D8247C53D03}"/>
          </ac:spMkLst>
        </pc:spChg>
        <pc:spChg chg="add mod">
          <ac:chgData name="Clare Kon" userId="8ec0a7e0-97f1-4a41-9e10-98845775cba8" providerId="ADAL" clId="{19B4FEDA-15B1-4B31-A1A0-A589522E24D5}" dt="2026-07-02T06:37:06.467" v="343" actId="14100"/>
          <ac:spMkLst>
            <pc:docMk/>
            <pc:sldMk cId="1521400234" sldId="320"/>
            <ac:spMk id="12" creationId="{76C90738-8EB3-4BE3-3A00-D92E1DD6CE05}"/>
          </ac:spMkLst>
        </pc:spChg>
        <pc:picChg chg="add mod">
          <ac:chgData name="Clare Kon" userId="8ec0a7e0-97f1-4a41-9e10-98845775cba8" providerId="ADAL" clId="{19B4FEDA-15B1-4B31-A1A0-A589522E24D5}" dt="2026-07-02T06:33:27.645" v="71" actId="1076"/>
          <ac:picMkLst>
            <pc:docMk/>
            <pc:sldMk cId="1521400234" sldId="320"/>
            <ac:picMk id="5" creationId="{4C231DF9-FC3B-135E-612B-7CCDD8D00B7B}"/>
          </ac:picMkLst>
        </pc:picChg>
      </pc:sldChg>
      <pc:sldChg chg="addSp delSp modSp new mod modClrScheme chgLayout">
        <pc:chgData name="Clare Kon" userId="8ec0a7e0-97f1-4a41-9e10-98845775cba8" providerId="ADAL" clId="{19B4FEDA-15B1-4B31-A1A0-A589522E24D5}" dt="2026-07-02T06:39:23.933" v="394" actId="1076"/>
        <pc:sldMkLst>
          <pc:docMk/>
          <pc:sldMk cId="934623983" sldId="321"/>
        </pc:sldMkLst>
        <pc:spChg chg="del mod ord">
          <ac:chgData name="Clare Kon" userId="8ec0a7e0-97f1-4a41-9e10-98845775cba8" providerId="ADAL" clId="{19B4FEDA-15B1-4B31-A1A0-A589522E24D5}" dt="2026-07-02T06:37:18.061" v="345" actId="700"/>
          <ac:spMkLst>
            <pc:docMk/>
            <pc:sldMk cId="934623983" sldId="321"/>
            <ac:spMk id="2" creationId="{CD115B2E-A003-6FDF-6E7B-591AC6FF382B}"/>
          </ac:spMkLst>
        </pc:spChg>
        <pc:spChg chg="del mod ord">
          <ac:chgData name="Clare Kon" userId="8ec0a7e0-97f1-4a41-9e10-98845775cba8" providerId="ADAL" clId="{19B4FEDA-15B1-4B31-A1A0-A589522E24D5}" dt="2026-07-02T06:37:18.061" v="345" actId="700"/>
          <ac:spMkLst>
            <pc:docMk/>
            <pc:sldMk cId="934623983" sldId="321"/>
            <ac:spMk id="3" creationId="{0D99A35D-F414-DC9D-D949-1DD9601A3F6E}"/>
          </ac:spMkLst>
        </pc:spChg>
        <pc:spChg chg="add del mod ord">
          <ac:chgData name="Clare Kon" userId="8ec0a7e0-97f1-4a41-9e10-98845775cba8" providerId="ADAL" clId="{19B4FEDA-15B1-4B31-A1A0-A589522E24D5}" dt="2026-07-02T06:39:05.547" v="391" actId="26606"/>
          <ac:spMkLst>
            <pc:docMk/>
            <pc:sldMk cId="934623983" sldId="321"/>
            <ac:spMk id="4" creationId="{DDD29FC6-A4B1-D878-1004-F27993A284B4}"/>
          </ac:spMkLst>
        </pc:spChg>
        <pc:spChg chg="add mod ord">
          <ac:chgData name="Clare Kon" userId="8ec0a7e0-97f1-4a41-9e10-98845775cba8" providerId="ADAL" clId="{19B4FEDA-15B1-4B31-A1A0-A589522E24D5}" dt="2026-07-02T06:39:05.547" v="391" actId="26606"/>
          <ac:spMkLst>
            <pc:docMk/>
            <pc:sldMk cId="934623983" sldId="321"/>
            <ac:spMk id="5" creationId="{6E838BA3-8783-EA71-DE59-46778B398F72}"/>
          </ac:spMkLst>
        </pc:spChg>
        <pc:spChg chg="add mod">
          <ac:chgData name="Clare Kon" userId="8ec0a7e0-97f1-4a41-9e10-98845775cba8" providerId="ADAL" clId="{19B4FEDA-15B1-4B31-A1A0-A589522E24D5}" dt="2026-07-02T06:39:18.191" v="392" actId="1076"/>
          <ac:spMkLst>
            <pc:docMk/>
            <pc:sldMk cId="934623983" sldId="321"/>
            <ac:spMk id="8" creationId="{A0A58E23-6E93-60B2-5FCB-D50D96893DD4}"/>
          </ac:spMkLst>
        </pc:spChg>
        <pc:picChg chg="add mod">
          <ac:chgData name="Clare Kon" userId="8ec0a7e0-97f1-4a41-9e10-98845775cba8" providerId="ADAL" clId="{19B4FEDA-15B1-4B31-A1A0-A589522E24D5}" dt="2026-07-02T06:39:23.933" v="394" actId="1076"/>
          <ac:picMkLst>
            <pc:docMk/>
            <pc:sldMk cId="934623983" sldId="321"/>
            <ac:picMk id="7" creationId="{B12A2054-84D3-A373-7181-DCFBE7E3CB7E}"/>
          </ac:picMkLst>
        </pc:picChg>
      </pc:sldChg>
      <pc:sldChg chg="modSp add mod">
        <pc:chgData name="Clare Kon" userId="8ec0a7e0-97f1-4a41-9e10-98845775cba8" providerId="ADAL" clId="{19B4FEDA-15B1-4B31-A1A0-A589522E24D5}" dt="2026-07-02T06:40:52.084" v="534" actId="14100"/>
        <pc:sldMkLst>
          <pc:docMk/>
          <pc:sldMk cId="364410529" sldId="322"/>
        </pc:sldMkLst>
        <pc:spChg chg="mod">
          <ac:chgData name="Clare Kon" userId="8ec0a7e0-97f1-4a41-9e10-98845775cba8" providerId="ADAL" clId="{19B4FEDA-15B1-4B31-A1A0-A589522E24D5}" dt="2026-07-02T06:40:52.084" v="534" actId="14100"/>
          <ac:spMkLst>
            <pc:docMk/>
            <pc:sldMk cId="364410529" sldId="322"/>
            <ac:spMk id="5" creationId="{979E3CC0-7A96-C9A6-C409-C33A8B22C3F0}"/>
          </ac:spMkLst>
        </pc:spChg>
      </pc:sldChg>
      <pc:sldChg chg="addSp delSp modSp new mod modClrScheme chgLayout">
        <pc:chgData name="Clare Kon" userId="8ec0a7e0-97f1-4a41-9e10-98845775cba8" providerId="ADAL" clId="{19B4FEDA-15B1-4B31-A1A0-A589522E24D5}" dt="2026-07-02T06:45:41.905" v="844" actId="1076"/>
        <pc:sldMkLst>
          <pc:docMk/>
          <pc:sldMk cId="2947497486" sldId="323"/>
        </pc:sldMkLst>
        <pc:spChg chg="del">
          <ac:chgData name="Clare Kon" userId="8ec0a7e0-97f1-4a41-9e10-98845775cba8" providerId="ADAL" clId="{19B4FEDA-15B1-4B31-A1A0-A589522E24D5}" dt="2026-07-02T06:45:25.144" v="840" actId="26606"/>
          <ac:spMkLst>
            <pc:docMk/>
            <pc:sldMk cId="2947497486" sldId="323"/>
            <ac:spMk id="2" creationId="{8CC600C6-66CA-31FC-AF14-F29769A17035}"/>
          </ac:spMkLst>
        </pc:spChg>
        <pc:spChg chg="del mod ord">
          <ac:chgData name="Clare Kon" userId="8ec0a7e0-97f1-4a41-9e10-98845775cba8" providerId="ADAL" clId="{19B4FEDA-15B1-4B31-A1A0-A589522E24D5}" dt="2026-07-02T06:45:39.296" v="843" actId="478"/>
          <ac:spMkLst>
            <pc:docMk/>
            <pc:sldMk cId="2947497486" sldId="323"/>
            <ac:spMk id="3" creationId="{7014A20A-B251-28FD-17A3-D29C2A2936A1}"/>
          </ac:spMkLst>
        </pc:spChg>
        <pc:spChg chg="add mod">
          <ac:chgData name="Clare Kon" userId="8ec0a7e0-97f1-4a41-9e10-98845775cba8" providerId="ADAL" clId="{19B4FEDA-15B1-4B31-A1A0-A589522E24D5}" dt="2026-07-02T06:45:41.905" v="844" actId="1076"/>
          <ac:spMkLst>
            <pc:docMk/>
            <pc:sldMk cId="2947497486" sldId="323"/>
            <ac:spMk id="10" creationId="{CC4B66F5-40ED-E137-FDD2-61B68564CB72}"/>
          </ac:spMkLst>
        </pc:spChg>
        <pc:picChg chg="add mod">
          <ac:chgData name="Clare Kon" userId="8ec0a7e0-97f1-4a41-9e10-98845775cba8" providerId="ADAL" clId="{19B4FEDA-15B1-4B31-A1A0-A589522E24D5}" dt="2026-07-02T06:45:31.426" v="841" actId="1076"/>
          <ac:picMkLst>
            <pc:docMk/>
            <pc:sldMk cId="2947497486" sldId="323"/>
            <ac:picMk id="5" creationId="{3E6D76F2-2788-64BA-BD79-944AB6AA9482}"/>
          </ac:picMkLst>
        </pc:picChg>
      </pc:sldChg>
      <pc:sldChg chg="delSp modSp add del mod">
        <pc:chgData name="Clare Kon" userId="8ec0a7e0-97f1-4a41-9e10-98845775cba8" providerId="ADAL" clId="{19B4FEDA-15B1-4B31-A1A0-A589522E24D5}" dt="2026-07-02T07:33:18.859" v="2445" actId="47"/>
        <pc:sldMkLst>
          <pc:docMk/>
          <pc:sldMk cId="2708971363" sldId="324"/>
        </pc:sldMkLst>
        <pc:spChg chg="mod">
          <ac:chgData name="Clare Kon" userId="8ec0a7e0-97f1-4a41-9e10-98845775cba8" providerId="ADAL" clId="{19B4FEDA-15B1-4B31-A1A0-A589522E24D5}" dt="2026-07-02T07:19:47.927" v="2111" actId="6549"/>
          <ac:spMkLst>
            <pc:docMk/>
            <pc:sldMk cId="2708971363" sldId="324"/>
            <ac:spMk id="3" creationId="{6F14F6FD-8752-9F54-BE9C-C7C0B28D3452}"/>
          </ac:spMkLst>
        </pc:spChg>
        <pc:spChg chg="del">
          <ac:chgData name="Clare Kon" userId="8ec0a7e0-97f1-4a41-9e10-98845775cba8" providerId="ADAL" clId="{19B4FEDA-15B1-4B31-A1A0-A589522E24D5}" dt="2026-07-02T07:19:43.821" v="2110" actId="478"/>
          <ac:spMkLst>
            <pc:docMk/>
            <pc:sldMk cId="2708971363" sldId="324"/>
            <ac:spMk id="5" creationId="{D778C722-CB01-2B37-230F-B5537FDCE16F}"/>
          </ac:spMkLst>
        </pc:spChg>
        <pc:cxnChg chg="del">
          <ac:chgData name="Clare Kon" userId="8ec0a7e0-97f1-4a41-9e10-98845775cba8" providerId="ADAL" clId="{19B4FEDA-15B1-4B31-A1A0-A589522E24D5}" dt="2026-07-02T07:19:40.963" v="2109" actId="478"/>
          <ac:cxnSpMkLst>
            <pc:docMk/>
            <pc:sldMk cId="2708971363" sldId="324"/>
            <ac:cxnSpMk id="7" creationId="{6ED64F2D-BA32-F2A3-E3A9-134656A0D3FC}"/>
          </ac:cxnSpMkLst>
        </pc:cxnChg>
      </pc:sldChg>
      <pc:sldChg chg="addSp delSp modSp new mod modClrScheme chgLayout">
        <pc:chgData name="Clare Kon" userId="8ec0a7e0-97f1-4a41-9e10-98845775cba8" providerId="ADAL" clId="{19B4FEDA-15B1-4B31-A1A0-A589522E24D5}" dt="2026-07-02T14:32:59.341" v="4832"/>
        <pc:sldMkLst>
          <pc:docMk/>
          <pc:sldMk cId="1128399217" sldId="325"/>
        </pc:sldMkLst>
        <pc:spChg chg="del mod ord">
          <ac:chgData name="Clare Kon" userId="8ec0a7e0-97f1-4a41-9e10-98845775cba8" providerId="ADAL" clId="{19B4FEDA-15B1-4B31-A1A0-A589522E24D5}" dt="2026-07-02T06:47:01.889" v="847" actId="700"/>
          <ac:spMkLst>
            <pc:docMk/>
            <pc:sldMk cId="1128399217" sldId="325"/>
            <ac:spMk id="2" creationId="{41D89EBC-8579-9DC3-530F-2790C235963C}"/>
          </ac:spMkLst>
        </pc:spChg>
        <pc:spChg chg="del mod ord">
          <ac:chgData name="Clare Kon" userId="8ec0a7e0-97f1-4a41-9e10-98845775cba8" providerId="ADAL" clId="{19B4FEDA-15B1-4B31-A1A0-A589522E24D5}" dt="2026-07-02T06:47:01.889" v="847" actId="700"/>
          <ac:spMkLst>
            <pc:docMk/>
            <pc:sldMk cId="1128399217" sldId="325"/>
            <ac:spMk id="3" creationId="{C4B9947B-EA29-2739-3DD1-2D696ED36B6D}"/>
          </ac:spMkLst>
        </pc:spChg>
        <pc:spChg chg="del">
          <ac:chgData name="Clare Kon" userId="8ec0a7e0-97f1-4a41-9e10-98845775cba8" providerId="ADAL" clId="{19B4FEDA-15B1-4B31-A1A0-A589522E24D5}" dt="2026-07-02T06:47:01.889" v="847" actId="700"/>
          <ac:spMkLst>
            <pc:docMk/>
            <pc:sldMk cId="1128399217" sldId="325"/>
            <ac:spMk id="4" creationId="{C7FC641C-E0D6-A34D-07C1-A5EA2343946F}"/>
          </ac:spMkLst>
        </pc:spChg>
        <pc:spChg chg="add mod ord">
          <ac:chgData name="Clare Kon" userId="8ec0a7e0-97f1-4a41-9e10-98845775cba8" providerId="ADAL" clId="{19B4FEDA-15B1-4B31-A1A0-A589522E24D5}" dt="2026-07-02T06:47:05.435" v="862" actId="20577"/>
          <ac:spMkLst>
            <pc:docMk/>
            <pc:sldMk cId="1128399217" sldId="325"/>
            <ac:spMk id="5" creationId="{E847DC5B-753C-CB70-06AE-8365490B4867}"/>
          </ac:spMkLst>
        </pc:spChg>
        <pc:spChg chg="add mod ord">
          <ac:chgData name="Clare Kon" userId="8ec0a7e0-97f1-4a41-9e10-98845775cba8" providerId="ADAL" clId="{19B4FEDA-15B1-4B31-A1A0-A589522E24D5}" dt="2026-07-02T14:32:59.341" v="4832"/>
          <ac:spMkLst>
            <pc:docMk/>
            <pc:sldMk cId="1128399217" sldId="325"/>
            <ac:spMk id="6" creationId="{B6984615-D8CA-B54D-01A3-00223486FE9B}"/>
          </ac:spMkLst>
        </pc:spChg>
        <pc:spChg chg="add">
          <ac:chgData name="Clare Kon" userId="8ec0a7e0-97f1-4a41-9e10-98845775cba8" providerId="ADAL" clId="{19B4FEDA-15B1-4B31-A1A0-A589522E24D5}" dt="2026-07-02T06:57:56.373" v="1481" actId="11529"/>
          <ac:spMkLst>
            <pc:docMk/>
            <pc:sldMk cId="1128399217" sldId="325"/>
            <ac:spMk id="13" creationId="{45A6AD5C-8554-6DC8-A27C-768190AB51EB}"/>
          </ac:spMkLst>
        </pc:spChg>
        <pc:spChg chg="add mod">
          <ac:chgData name="Clare Kon" userId="8ec0a7e0-97f1-4a41-9e10-98845775cba8" providerId="ADAL" clId="{19B4FEDA-15B1-4B31-A1A0-A589522E24D5}" dt="2026-07-02T06:58:05.925" v="1483" actId="1076"/>
          <ac:spMkLst>
            <pc:docMk/>
            <pc:sldMk cId="1128399217" sldId="325"/>
            <ac:spMk id="15" creationId="{B57E16B7-A6FB-FB52-41EA-57DF18B4183A}"/>
          </ac:spMkLst>
        </pc:spChg>
        <pc:spChg chg="add mod">
          <ac:chgData name="Clare Kon" userId="8ec0a7e0-97f1-4a41-9e10-98845775cba8" providerId="ADAL" clId="{19B4FEDA-15B1-4B31-A1A0-A589522E24D5}" dt="2026-07-02T06:58:10.237" v="1485" actId="1076"/>
          <ac:spMkLst>
            <pc:docMk/>
            <pc:sldMk cId="1128399217" sldId="325"/>
            <ac:spMk id="17" creationId="{42A8E866-13D3-141A-E641-01BF8434D393}"/>
          </ac:spMkLst>
        </pc:spChg>
        <pc:spChg chg="add mod">
          <ac:chgData name="Clare Kon" userId="8ec0a7e0-97f1-4a41-9e10-98845775cba8" providerId="ADAL" clId="{19B4FEDA-15B1-4B31-A1A0-A589522E24D5}" dt="2026-07-02T09:00:58.768" v="4524" actId="20577"/>
          <ac:spMkLst>
            <pc:docMk/>
            <pc:sldMk cId="1128399217" sldId="325"/>
            <ac:spMk id="18" creationId="{CFA6D471-09C1-4650-965B-DD082141AB10}"/>
          </ac:spMkLst>
        </pc:spChg>
        <pc:picChg chg="add mod ord">
          <ac:chgData name="Clare Kon" userId="8ec0a7e0-97f1-4a41-9e10-98845775cba8" providerId="ADAL" clId="{19B4FEDA-15B1-4B31-A1A0-A589522E24D5}" dt="2026-07-02T06:58:17.731" v="1487" actId="1076"/>
          <ac:picMkLst>
            <pc:docMk/>
            <pc:sldMk cId="1128399217" sldId="325"/>
            <ac:picMk id="8" creationId="{D0A07AD8-3C07-38C9-3A1E-29CD3E505145}"/>
          </ac:picMkLst>
        </pc:picChg>
        <pc:picChg chg="add del mod">
          <ac:chgData name="Clare Kon" userId="8ec0a7e0-97f1-4a41-9e10-98845775cba8" providerId="ADAL" clId="{19B4FEDA-15B1-4B31-A1A0-A589522E24D5}" dt="2026-07-02T06:56:36.290" v="1474" actId="478"/>
          <ac:picMkLst>
            <pc:docMk/>
            <pc:sldMk cId="1128399217" sldId="325"/>
            <ac:picMk id="10" creationId="{6910CB56-46C5-AEC4-E4D7-A554C9722B41}"/>
          </ac:picMkLst>
        </pc:picChg>
        <pc:picChg chg="add mod">
          <ac:chgData name="Clare Kon" userId="8ec0a7e0-97f1-4a41-9e10-98845775cba8" providerId="ADAL" clId="{19B4FEDA-15B1-4B31-A1A0-A589522E24D5}" dt="2026-07-02T06:57:33.245" v="1478" actId="1076"/>
          <ac:picMkLst>
            <pc:docMk/>
            <pc:sldMk cId="1128399217" sldId="325"/>
            <ac:picMk id="12" creationId="{B2A4B19F-6850-7F55-3E40-8B990ADF02A4}"/>
          </ac:picMkLst>
        </pc:picChg>
      </pc:sldChg>
      <pc:sldChg chg="addSp delSp modSp new mod modClrScheme chgLayout">
        <pc:chgData name="Clare Kon" userId="8ec0a7e0-97f1-4a41-9e10-98845775cba8" providerId="ADAL" clId="{19B4FEDA-15B1-4B31-A1A0-A589522E24D5}" dt="2026-07-02T07:52:27.975" v="3636" actId="20577"/>
        <pc:sldMkLst>
          <pc:docMk/>
          <pc:sldMk cId="2226885759" sldId="326"/>
        </pc:sldMkLst>
        <pc:spChg chg="del mod ord">
          <ac:chgData name="Clare Kon" userId="8ec0a7e0-97f1-4a41-9e10-98845775cba8" providerId="ADAL" clId="{19B4FEDA-15B1-4B31-A1A0-A589522E24D5}" dt="2026-07-02T07:06:53.911" v="1664" actId="700"/>
          <ac:spMkLst>
            <pc:docMk/>
            <pc:sldMk cId="2226885759" sldId="326"/>
            <ac:spMk id="2" creationId="{12FCFA55-53A4-22D9-A30C-873F5158CDF3}"/>
          </ac:spMkLst>
        </pc:spChg>
        <pc:spChg chg="add del mod ord">
          <ac:chgData name="Clare Kon" userId="8ec0a7e0-97f1-4a41-9e10-98845775cba8" providerId="ADAL" clId="{19B4FEDA-15B1-4B31-A1A0-A589522E24D5}" dt="2026-07-02T07:07:26.738" v="1683" actId="26606"/>
          <ac:spMkLst>
            <pc:docMk/>
            <pc:sldMk cId="2226885759" sldId="326"/>
            <ac:spMk id="3" creationId="{30AEFB80-699C-6812-08A5-DF4255C1763D}"/>
          </ac:spMkLst>
        </pc:spChg>
        <pc:spChg chg="add del mod ord">
          <ac:chgData name="Clare Kon" userId="8ec0a7e0-97f1-4a41-9e10-98845775cba8" providerId="ADAL" clId="{19B4FEDA-15B1-4B31-A1A0-A589522E24D5}" dt="2026-07-02T07:07:36.451" v="1684" actId="478"/>
          <ac:spMkLst>
            <pc:docMk/>
            <pc:sldMk cId="2226885759" sldId="326"/>
            <ac:spMk id="4" creationId="{6C5E9431-5092-792C-691A-9AD447408A81}"/>
          </ac:spMkLst>
        </pc:spChg>
        <pc:spChg chg="add mod">
          <ac:chgData name="Clare Kon" userId="8ec0a7e0-97f1-4a41-9e10-98845775cba8" providerId="ADAL" clId="{19B4FEDA-15B1-4B31-A1A0-A589522E24D5}" dt="2026-07-02T07:07:41.794" v="1687" actId="26606"/>
          <ac:spMkLst>
            <pc:docMk/>
            <pc:sldMk cId="2226885759" sldId="326"/>
            <ac:spMk id="7" creationId="{EAB8391C-EB59-19B3-865A-13D22DDA9AAA}"/>
          </ac:spMkLst>
        </pc:spChg>
        <pc:spChg chg="add del mod">
          <ac:chgData name="Clare Kon" userId="8ec0a7e0-97f1-4a41-9e10-98845775cba8" providerId="ADAL" clId="{19B4FEDA-15B1-4B31-A1A0-A589522E24D5}" dt="2026-07-02T07:07:37.634" v="1685" actId="478"/>
          <ac:spMkLst>
            <pc:docMk/>
            <pc:sldMk cId="2226885759" sldId="326"/>
            <ac:spMk id="9" creationId="{EB83E247-C490-EAB7-9F56-73DC51CA5674}"/>
          </ac:spMkLst>
        </pc:spChg>
        <pc:spChg chg="add mod">
          <ac:chgData name="Clare Kon" userId="8ec0a7e0-97f1-4a41-9e10-98845775cba8" providerId="ADAL" clId="{19B4FEDA-15B1-4B31-A1A0-A589522E24D5}" dt="2026-07-02T07:52:27.975" v="3636" actId="20577"/>
          <ac:spMkLst>
            <pc:docMk/>
            <pc:sldMk cId="2226885759" sldId="326"/>
            <ac:spMk id="10" creationId="{5133446A-DC28-BBFB-41FE-4AB50F6C0DEB}"/>
          </ac:spMkLst>
        </pc:spChg>
        <pc:spChg chg="add del mod">
          <ac:chgData name="Clare Kon" userId="8ec0a7e0-97f1-4a41-9e10-98845775cba8" providerId="ADAL" clId="{19B4FEDA-15B1-4B31-A1A0-A589522E24D5}" dt="2026-07-02T07:07:39.925" v="1686" actId="478"/>
          <ac:spMkLst>
            <pc:docMk/>
            <pc:sldMk cId="2226885759" sldId="326"/>
            <ac:spMk id="12" creationId="{02CE28C9-1043-03C0-C7AA-C4798CE28D48}"/>
          </ac:spMkLst>
        </pc:spChg>
        <pc:spChg chg="add">
          <ac:chgData name="Clare Kon" userId="8ec0a7e0-97f1-4a41-9e10-98845775cba8" providerId="ADAL" clId="{19B4FEDA-15B1-4B31-A1A0-A589522E24D5}" dt="2026-07-02T07:07:41.794" v="1687" actId="26606"/>
          <ac:spMkLst>
            <pc:docMk/>
            <pc:sldMk cId="2226885759" sldId="326"/>
            <ac:spMk id="14" creationId="{41A4B26C-B9C6-A0B0-BCD4-BD0EA9A922D2}"/>
          </ac:spMkLst>
        </pc:spChg>
        <pc:picChg chg="add mod">
          <ac:chgData name="Clare Kon" userId="8ec0a7e0-97f1-4a41-9e10-98845775cba8" providerId="ADAL" clId="{19B4FEDA-15B1-4B31-A1A0-A589522E24D5}" dt="2026-07-02T07:07:41.794" v="1687" actId="26606"/>
          <ac:picMkLst>
            <pc:docMk/>
            <pc:sldMk cId="2226885759" sldId="326"/>
            <ac:picMk id="6" creationId="{5DCAF346-C256-FBD9-8DC7-AD96FB013382}"/>
          </ac:picMkLst>
        </pc:picChg>
      </pc:sldChg>
      <pc:sldChg chg="addSp delSp modSp add mod">
        <pc:chgData name="Clare Kon" userId="8ec0a7e0-97f1-4a41-9e10-98845775cba8" providerId="ADAL" clId="{19B4FEDA-15B1-4B31-A1A0-A589522E24D5}" dt="2026-07-02T07:37:39.617" v="2543" actId="27918"/>
        <pc:sldMkLst>
          <pc:docMk/>
          <pc:sldMk cId="3865185122" sldId="327"/>
        </pc:sldMkLst>
        <pc:spChg chg="del">
          <ac:chgData name="Clare Kon" userId="8ec0a7e0-97f1-4a41-9e10-98845775cba8" providerId="ADAL" clId="{19B4FEDA-15B1-4B31-A1A0-A589522E24D5}" dt="2026-07-02T06:54:26.126" v="1354" actId="478"/>
          <ac:spMkLst>
            <pc:docMk/>
            <pc:sldMk cId="3865185122" sldId="327"/>
            <ac:spMk id="6" creationId="{957D696F-A60F-89ED-EE66-BA5BA9161F0D}"/>
          </ac:spMkLst>
        </pc:spChg>
        <pc:spChg chg="add mod">
          <ac:chgData name="Clare Kon" userId="8ec0a7e0-97f1-4a41-9e10-98845775cba8" providerId="ADAL" clId="{19B4FEDA-15B1-4B31-A1A0-A589522E24D5}" dt="2026-07-02T07:35:13.108" v="2489" actId="20577"/>
          <ac:spMkLst>
            <pc:docMk/>
            <pc:sldMk cId="3865185122" sldId="327"/>
            <ac:spMk id="7" creationId="{68CE203F-A49B-624F-C8A0-3FCE15D9D273}"/>
          </ac:spMkLst>
        </pc:spChg>
        <pc:spChg chg="del">
          <ac:chgData name="Clare Kon" userId="8ec0a7e0-97f1-4a41-9e10-98845775cba8" providerId="ADAL" clId="{19B4FEDA-15B1-4B31-A1A0-A589522E24D5}" dt="2026-07-02T06:54:21.899" v="1352" actId="478"/>
          <ac:spMkLst>
            <pc:docMk/>
            <pc:sldMk cId="3865185122" sldId="327"/>
            <ac:spMk id="8" creationId="{2DDF0F96-0DAD-D6EC-AD8F-E6028B57F6FB}"/>
          </ac:spMkLst>
        </pc:spChg>
        <pc:spChg chg="add mod">
          <ac:chgData name="Clare Kon" userId="8ec0a7e0-97f1-4a41-9e10-98845775cba8" providerId="ADAL" clId="{19B4FEDA-15B1-4B31-A1A0-A589522E24D5}" dt="2026-07-02T07:05:14.147" v="1656" actId="20577"/>
          <ac:spMkLst>
            <pc:docMk/>
            <pc:sldMk cId="3865185122" sldId="327"/>
            <ac:spMk id="9" creationId="{FF19A074-0E9D-80CD-BF93-26E48BE38AC6}"/>
          </ac:spMkLst>
        </pc:spChg>
        <pc:spChg chg="del">
          <ac:chgData name="Clare Kon" userId="8ec0a7e0-97f1-4a41-9e10-98845775cba8" providerId="ADAL" clId="{19B4FEDA-15B1-4B31-A1A0-A589522E24D5}" dt="2026-07-02T06:54:24.441" v="1353" actId="478"/>
          <ac:spMkLst>
            <pc:docMk/>
            <pc:sldMk cId="3865185122" sldId="327"/>
            <ac:spMk id="10" creationId="{096F5741-8C1F-994C-558F-064C275D826A}"/>
          </ac:spMkLst>
        </pc:spChg>
        <pc:spChg chg="del">
          <ac:chgData name="Clare Kon" userId="8ec0a7e0-97f1-4a41-9e10-98845775cba8" providerId="ADAL" clId="{19B4FEDA-15B1-4B31-A1A0-A589522E24D5}" dt="2026-07-02T06:54:19.871" v="1351" actId="478"/>
          <ac:spMkLst>
            <pc:docMk/>
            <pc:sldMk cId="3865185122" sldId="327"/>
            <ac:spMk id="11" creationId="{E109FC6D-B9A2-0F14-91EA-8E9968B4A0C0}"/>
          </ac:spMkLst>
        </pc:spChg>
        <pc:graphicFrameChg chg="add del mod">
          <ac:chgData name="Clare Kon" userId="8ec0a7e0-97f1-4a41-9e10-98845775cba8" providerId="ADAL" clId="{19B4FEDA-15B1-4B31-A1A0-A589522E24D5}" dt="2026-07-02T07:37:18.587" v="2540" actId="478"/>
          <ac:graphicFrameMkLst>
            <pc:docMk/>
            <pc:sldMk cId="3865185122" sldId="327"/>
            <ac:graphicFrameMk id="3" creationId="{EFB67E82-950E-8536-F69C-6C9A7E3C5FFE}"/>
          </ac:graphicFrameMkLst>
        </pc:graphicFrameChg>
        <pc:graphicFrameChg chg="del">
          <ac:chgData name="Clare Kon" userId="8ec0a7e0-97f1-4a41-9e10-98845775cba8" providerId="ADAL" clId="{19B4FEDA-15B1-4B31-A1A0-A589522E24D5}" dt="2026-07-02T06:54:15.434" v="1350" actId="478"/>
          <ac:graphicFrameMkLst>
            <pc:docMk/>
            <pc:sldMk cId="3865185122" sldId="327"/>
            <ac:graphicFrameMk id="5" creationId="{0D79FA7E-FFA3-F3A3-6D0C-8B98E614EAE0}"/>
          </ac:graphicFrameMkLst>
        </pc:graphicFrameChg>
        <pc:graphicFrameChg chg="add mod">
          <ac:chgData name="Clare Kon" userId="8ec0a7e0-97f1-4a41-9e10-98845775cba8" providerId="ADAL" clId="{19B4FEDA-15B1-4B31-A1A0-A589522E24D5}" dt="2026-07-02T07:37:28.196" v="2541" actId="1076"/>
          <ac:graphicFrameMkLst>
            <pc:docMk/>
            <pc:sldMk cId="3865185122" sldId="327"/>
            <ac:graphicFrameMk id="12" creationId="{72798376-BC21-6353-6F58-A4F8166A204A}"/>
          </ac:graphicFrameMkLst>
        </pc:graphicFrameChg>
        <pc:picChg chg="mod modCrop">
          <ac:chgData name="Clare Kon" userId="8ec0a7e0-97f1-4a41-9e10-98845775cba8" providerId="ADAL" clId="{19B4FEDA-15B1-4B31-A1A0-A589522E24D5}" dt="2026-07-02T06:54:13.257" v="1349" actId="732"/>
          <ac:picMkLst>
            <pc:docMk/>
            <pc:sldMk cId="3865185122" sldId="327"/>
            <ac:picMk id="4" creationId="{D51ED882-ADA4-A500-5717-DD16FDE275ED}"/>
          </ac:picMkLst>
        </pc:picChg>
      </pc:sldChg>
      <pc:sldChg chg="addSp delSp modSp new mod modClrScheme chgLayout">
        <pc:chgData name="Clare Kon" userId="8ec0a7e0-97f1-4a41-9e10-98845775cba8" providerId="ADAL" clId="{19B4FEDA-15B1-4B31-A1A0-A589522E24D5}" dt="2026-07-02T07:20:54.520" v="2165" actId="20577"/>
        <pc:sldMkLst>
          <pc:docMk/>
          <pc:sldMk cId="2581345132" sldId="328"/>
        </pc:sldMkLst>
        <pc:spChg chg="del mod ord">
          <ac:chgData name="Clare Kon" userId="8ec0a7e0-97f1-4a41-9e10-98845775cba8" providerId="ADAL" clId="{19B4FEDA-15B1-4B31-A1A0-A589522E24D5}" dt="2026-07-02T07:07:51.395" v="1689" actId="700"/>
          <ac:spMkLst>
            <pc:docMk/>
            <pc:sldMk cId="2581345132" sldId="328"/>
            <ac:spMk id="2" creationId="{CEE759C1-3627-4417-A744-9E0D4571920B}"/>
          </ac:spMkLst>
        </pc:spChg>
        <pc:spChg chg="del mod ord">
          <ac:chgData name="Clare Kon" userId="8ec0a7e0-97f1-4a41-9e10-98845775cba8" providerId="ADAL" clId="{19B4FEDA-15B1-4B31-A1A0-A589522E24D5}" dt="2026-07-02T07:07:51.395" v="1689" actId="700"/>
          <ac:spMkLst>
            <pc:docMk/>
            <pc:sldMk cId="2581345132" sldId="328"/>
            <ac:spMk id="3" creationId="{9DFEBF6F-358B-D328-93A2-AC0430570C1C}"/>
          </ac:spMkLst>
        </pc:spChg>
        <pc:spChg chg="del">
          <ac:chgData name="Clare Kon" userId="8ec0a7e0-97f1-4a41-9e10-98845775cba8" providerId="ADAL" clId="{19B4FEDA-15B1-4B31-A1A0-A589522E24D5}" dt="2026-07-02T07:07:51.395" v="1689" actId="700"/>
          <ac:spMkLst>
            <pc:docMk/>
            <pc:sldMk cId="2581345132" sldId="328"/>
            <ac:spMk id="4" creationId="{23515970-A21D-7C0D-77CF-F7E617CD8B4F}"/>
          </ac:spMkLst>
        </pc:spChg>
        <pc:spChg chg="add mod ord">
          <ac:chgData name="Clare Kon" userId="8ec0a7e0-97f1-4a41-9e10-98845775cba8" providerId="ADAL" clId="{19B4FEDA-15B1-4B31-A1A0-A589522E24D5}" dt="2026-07-02T07:08:09.043" v="1742" actId="20577"/>
          <ac:spMkLst>
            <pc:docMk/>
            <pc:sldMk cId="2581345132" sldId="328"/>
            <ac:spMk id="5" creationId="{348572A3-C7BE-F9E7-E3A6-FD546AD9AF4C}"/>
          </ac:spMkLst>
        </pc:spChg>
        <pc:spChg chg="add del mod ord">
          <ac:chgData name="Clare Kon" userId="8ec0a7e0-97f1-4a41-9e10-98845775cba8" providerId="ADAL" clId="{19B4FEDA-15B1-4B31-A1A0-A589522E24D5}" dt="2026-07-02T07:12:04.668" v="1775" actId="478"/>
          <ac:spMkLst>
            <pc:docMk/>
            <pc:sldMk cId="2581345132" sldId="328"/>
            <ac:spMk id="6" creationId="{16174247-BB8E-8DDA-5486-F1ECFF38057C}"/>
          </ac:spMkLst>
        </pc:spChg>
        <pc:spChg chg="add mod">
          <ac:chgData name="Clare Kon" userId="8ec0a7e0-97f1-4a41-9e10-98845775cba8" providerId="ADAL" clId="{19B4FEDA-15B1-4B31-A1A0-A589522E24D5}" dt="2026-07-02T07:12:04.668" v="1775" actId="478"/>
          <ac:spMkLst>
            <pc:docMk/>
            <pc:sldMk cId="2581345132" sldId="328"/>
            <ac:spMk id="10" creationId="{C8880F76-305E-C51C-7782-499B5FEC8A6A}"/>
          </ac:spMkLst>
        </pc:spChg>
        <pc:spChg chg="add mod">
          <ac:chgData name="Clare Kon" userId="8ec0a7e0-97f1-4a41-9e10-98845775cba8" providerId="ADAL" clId="{19B4FEDA-15B1-4B31-A1A0-A589522E24D5}" dt="2026-07-02T07:20:54.520" v="2165" actId="20577"/>
          <ac:spMkLst>
            <pc:docMk/>
            <pc:sldMk cId="2581345132" sldId="328"/>
            <ac:spMk id="11" creationId="{7A76C228-A416-45E8-264A-21C332631E82}"/>
          </ac:spMkLst>
        </pc:spChg>
        <pc:graphicFrameChg chg="add mod">
          <ac:chgData name="Clare Kon" userId="8ec0a7e0-97f1-4a41-9e10-98845775cba8" providerId="ADAL" clId="{19B4FEDA-15B1-4B31-A1A0-A589522E24D5}" dt="2026-07-02T07:10:13.248" v="1770" actId="20577"/>
          <ac:graphicFrameMkLst>
            <pc:docMk/>
            <pc:sldMk cId="2581345132" sldId="328"/>
            <ac:graphicFrameMk id="8" creationId="{D0B44559-EFC3-24A9-2725-E41A1708F23D}"/>
          </ac:graphicFrameMkLst>
        </pc:graphicFrameChg>
      </pc:sldChg>
      <pc:sldChg chg="add">
        <pc:chgData name="Clare Kon" userId="8ec0a7e0-97f1-4a41-9e10-98845775cba8" providerId="ADAL" clId="{19B4FEDA-15B1-4B31-A1A0-A589522E24D5}" dt="2026-07-02T07:14:34.981" v="1883" actId="2890"/>
        <pc:sldMkLst>
          <pc:docMk/>
          <pc:sldMk cId="1054215210" sldId="329"/>
        </pc:sldMkLst>
      </pc:sldChg>
      <pc:sldChg chg="delSp modSp add mod">
        <pc:chgData name="Clare Kon" userId="8ec0a7e0-97f1-4a41-9e10-98845775cba8" providerId="ADAL" clId="{19B4FEDA-15B1-4B31-A1A0-A589522E24D5}" dt="2026-07-02T07:18:55.241" v="2108" actId="478"/>
        <pc:sldMkLst>
          <pc:docMk/>
          <pc:sldMk cId="1640554857" sldId="330"/>
        </pc:sldMkLst>
        <pc:spChg chg="del">
          <ac:chgData name="Clare Kon" userId="8ec0a7e0-97f1-4a41-9e10-98845775cba8" providerId="ADAL" clId="{19B4FEDA-15B1-4B31-A1A0-A589522E24D5}" dt="2026-07-02T07:18:55.241" v="2108" actId="478"/>
          <ac:spMkLst>
            <pc:docMk/>
            <pc:sldMk cId="1640554857" sldId="330"/>
            <ac:spMk id="6" creationId="{B07DA40D-2BA0-CE15-3BE4-195ADFE72A5E}"/>
          </ac:spMkLst>
        </pc:spChg>
        <pc:spChg chg="del">
          <ac:chgData name="Clare Kon" userId="8ec0a7e0-97f1-4a41-9e10-98845775cba8" providerId="ADAL" clId="{19B4FEDA-15B1-4B31-A1A0-A589522E24D5}" dt="2026-07-02T07:18:12.111" v="2039" actId="478"/>
          <ac:spMkLst>
            <pc:docMk/>
            <pc:sldMk cId="1640554857" sldId="330"/>
            <ac:spMk id="7" creationId="{D5122179-C850-D52D-7695-FAA8F61DF8B4}"/>
          </ac:spMkLst>
        </pc:spChg>
        <pc:spChg chg="del">
          <ac:chgData name="Clare Kon" userId="8ec0a7e0-97f1-4a41-9e10-98845775cba8" providerId="ADAL" clId="{19B4FEDA-15B1-4B31-A1A0-A589522E24D5}" dt="2026-07-02T07:18:11.028" v="2038" actId="478"/>
          <ac:spMkLst>
            <pc:docMk/>
            <pc:sldMk cId="1640554857" sldId="330"/>
            <ac:spMk id="9" creationId="{E0F62C32-D0F1-651A-A465-30436B6E957B}"/>
          </ac:spMkLst>
        </pc:spChg>
        <pc:spChg chg="mod">
          <ac:chgData name="Clare Kon" userId="8ec0a7e0-97f1-4a41-9e10-98845775cba8" providerId="ADAL" clId="{19B4FEDA-15B1-4B31-A1A0-A589522E24D5}" dt="2026-07-02T07:18:46.240" v="2105" actId="20577"/>
          <ac:spMkLst>
            <pc:docMk/>
            <pc:sldMk cId="1640554857" sldId="330"/>
            <ac:spMk id="10" creationId="{CAD98EBE-E843-6E0D-4A72-F1D0F56C9BF4}"/>
          </ac:spMkLst>
        </pc:spChg>
        <pc:spChg chg="del">
          <ac:chgData name="Clare Kon" userId="8ec0a7e0-97f1-4a41-9e10-98845775cba8" providerId="ADAL" clId="{19B4FEDA-15B1-4B31-A1A0-A589522E24D5}" dt="2026-07-02T07:18:53.916" v="2107" actId="478"/>
          <ac:spMkLst>
            <pc:docMk/>
            <pc:sldMk cId="1640554857" sldId="330"/>
            <ac:spMk id="11" creationId="{97472684-C3DD-3618-081B-7F18E4273235}"/>
          </ac:spMkLst>
        </pc:spChg>
        <pc:spChg chg="del">
          <ac:chgData name="Clare Kon" userId="8ec0a7e0-97f1-4a41-9e10-98845775cba8" providerId="ADAL" clId="{19B4FEDA-15B1-4B31-A1A0-A589522E24D5}" dt="2026-07-02T07:18:52.589" v="2106" actId="478"/>
          <ac:spMkLst>
            <pc:docMk/>
            <pc:sldMk cId="1640554857" sldId="330"/>
            <ac:spMk id="12" creationId="{58A5F7E5-AA31-0F7C-014C-153416015D81}"/>
          </ac:spMkLst>
        </pc:spChg>
      </pc:sldChg>
      <pc:sldChg chg="modSp add mod">
        <pc:chgData name="Clare Kon" userId="8ec0a7e0-97f1-4a41-9e10-98845775cba8" providerId="ADAL" clId="{19B4FEDA-15B1-4B31-A1A0-A589522E24D5}" dt="2026-07-02T07:21:42.039" v="2167" actId="1076"/>
        <pc:sldMkLst>
          <pc:docMk/>
          <pc:sldMk cId="2212101102" sldId="331"/>
        </pc:sldMkLst>
        <pc:spChg chg="mod">
          <ac:chgData name="Clare Kon" userId="8ec0a7e0-97f1-4a41-9e10-98845775cba8" providerId="ADAL" clId="{19B4FEDA-15B1-4B31-A1A0-A589522E24D5}" dt="2026-07-02T07:21:42.039" v="2167" actId="1076"/>
          <ac:spMkLst>
            <pc:docMk/>
            <pc:sldMk cId="2212101102" sldId="331"/>
            <ac:spMk id="10" creationId="{467A139B-20CE-F3CF-17D2-FB0298838071}"/>
          </ac:spMkLst>
        </pc:spChg>
      </pc:sldChg>
      <pc:sldChg chg="addSp modSp new mod">
        <pc:chgData name="Clare Kon" userId="8ec0a7e0-97f1-4a41-9e10-98845775cba8" providerId="ADAL" clId="{19B4FEDA-15B1-4B31-A1A0-A589522E24D5}" dt="2026-07-02T07:35:56.888" v="2537" actId="20577"/>
        <pc:sldMkLst>
          <pc:docMk/>
          <pc:sldMk cId="3666102157" sldId="332"/>
        </pc:sldMkLst>
        <pc:spChg chg="mod">
          <ac:chgData name="Clare Kon" userId="8ec0a7e0-97f1-4a41-9e10-98845775cba8" providerId="ADAL" clId="{19B4FEDA-15B1-4B31-A1A0-A589522E24D5}" dt="2026-07-02T07:35:28.759" v="2528" actId="20577"/>
          <ac:spMkLst>
            <pc:docMk/>
            <pc:sldMk cId="3666102157" sldId="332"/>
            <ac:spMk id="2" creationId="{78530B89-D5A1-8D84-4793-A6EFB0B30457}"/>
          </ac:spMkLst>
        </pc:spChg>
        <pc:spChg chg="add mod">
          <ac:chgData name="Clare Kon" userId="8ec0a7e0-97f1-4a41-9e10-98845775cba8" providerId="ADAL" clId="{19B4FEDA-15B1-4B31-A1A0-A589522E24D5}" dt="2026-07-02T07:35:46.516" v="2533" actId="20577"/>
          <ac:spMkLst>
            <pc:docMk/>
            <pc:sldMk cId="3666102157" sldId="332"/>
            <ac:spMk id="5" creationId="{4C1D50C6-AF86-97C2-498E-87CE91E669D2}"/>
          </ac:spMkLst>
        </pc:spChg>
        <pc:spChg chg="add mod">
          <ac:chgData name="Clare Kon" userId="8ec0a7e0-97f1-4a41-9e10-98845775cba8" providerId="ADAL" clId="{19B4FEDA-15B1-4B31-A1A0-A589522E24D5}" dt="2026-07-02T07:35:56.888" v="2537" actId="20577"/>
          <ac:spMkLst>
            <pc:docMk/>
            <pc:sldMk cId="3666102157" sldId="332"/>
            <ac:spMk id="6" creationId="{888E8E0D-13DA-142E-B27A-FD2DADC1F49E}"/>
          </ac:spMkLst>
        </pc:spChg>
        <pc:picChg chg="add mod">
          <ac:chgData name="Clare Kon" userId="8ec0a7e0-97f1-4a41-9e10-98845775cba8" providerId="ADAL" clId="{19B4FEDA-15B1-4B31-A1A0-A589522E24D5}" dt="2026-07-02T07:35:36.070" v="2531" actId="1076"/>
          <ac:picMkLst>
            <pc:docMk/>
            <pc:sldMk cId="3666102157" sldId="332"/>
            <ac:picMk id="4" creationId="{68F13CEE-BA92-A548-8139-636FBE5BC115}"/>
          </ac:picMkLst>
        </pc:picChg>
      </pc:sldChg>
      <pc:sldChg chg="addSp delSp modSp add mod">
        <pc:chgData name="Clare Kon" userId="8ec0a7e0-97f1-4a41-9e10-98845775cba8" providerId="ADAL" clId="{19B4FEDA-15B1-4B31-A1A0-A589522E24D5}" dt="2026-07-02T07:50:02.329" v="3592" actId="20577"/>
        <pc:sldMkLst>
          <pc:docMk/>
          <pc:sldMk cId="2660344201" sldId="333"/>
        </pc:sldMkLst>
        <pc:spChg chg="add mod">
          <ac:chgData name="Clare Kon" userId="8ec0a7e0-97f1-4a41-9e10-98845775cba8" providerId="ADAL" clId="{19B4FEDA-15B1-4B31-A1A0-A589522E24D5}" dt="2026-07-02T07:50:02.329" v="3592" actId="20577"/>
          <ac:spMkLst>
            <pc:docMk/>
            <pc:sldMk cId="2660344201" sldId="333"/>
            <ac:spMk id="3" creationId="{B648A088-BFCD-86D8-23F2-F9934822BB77}"/>
          </ac:spMkLst>
        </pc:spChg>
        <pc:spChg chg="del">
          <ac:chgData name="Clare Kon" userId="8ec0a7e0-97f1-4a41-9e10-98845775cba8" providerId="ADAL" clId="{19B4FEDA-15B1-4B31-A1A0-A589522E24D5}" dt="2026-07-02T07:38:17.808" v="2545" actId="478"/>
          <ac:spMkLst>
            <pc:docMk/>
            <pc:sldMk cId="2660344201" sldId="333"/>
            <ac:spMk id="10" creationId="{0B28A105-DA62-3F86-3271-EAFF381FE210}"/>
          </ac:spMkLst>
        </pc:spChg>
        <pc:spChg chg="del">
          <ac:chgData name="Clare Kon" userId="8ec0a7e0-97f1-4a41-9e10-98845775cba8" providerId="ADAL" clId="{19B4FEDA-15B1-4B31-A1A0-A589522E24D5}" dt="2026-07-02T07:38:19.292" v="2546" actId="478"/>
          <ac:spMkLst>
            <pc:docMk/>
            <pc:sldMk cId="2660344201" sldId="333"/>
            <ac:spMk id="11" creationId="{2F0710B4-D366-EC8E-E4EC-19F9871E24D8}"/>
          </ac:spMkLst>
        </pc:spChg>
        <pc:graphicFrameChg chg="add mod">
          <ac:chgData name="Clare Kon" userId="8ec0a7e0-97f1-4a41-9e10-98845775cba8" providerId="ADAL" clId="{19B4FEDA-15B1-4B31-A1A0-A589522E24D5}" dt="2026-07-02T07:39:50.145" v="2567" actId="208"/>
          <ac:graphicFrameMkLst>
            <pc:docMk/>
            <pc:sldMk cId="2660344201" sldId="333"/>
            <ac:graphicFrameMk id="2" creationId="{72798376-BC21-6353-6F58-A4F8166A204A}"/>
          </ac:graphicFrameMkLst>
        </pc:graphicFrameChg>
        <pc:graphicFrameChg chg="del">
          <ac:chgData name="Clare Kon" userId="8ec0a7e0-97f1-4a41-9e10-98845775cba8" providerId="ADAL" clId="{19B4FEDA-15B1-4B31-A1A0-A589522E24D5}" dt="2026-07-02T07:38:21.634" v="2547" actId="478"/>
          <ac:graphicFrameMkLst>
            <pc:docMk/>
            <pc:sldMk cId="2660344201" sldId="333"/>
            <ac:graphicFrameMk id="8" creationId="{644EA8C6-2492-09AD-CC15-113EDDB5AE41}"/>
          </ac:graphicFrameMkLst>
        </pc:graphicFrameChg>
      </pc:sldChg>
      <pc:sldChg chg="addSp delSp modSp add mod">
        <pc:chgData name="Clare Kon" userId="8ec0a7e0-97f1-4a41-9e10-98845775cba8" providerId="ADAL" clId="{19B4FEDA-15B1-4B31-A1A0-A589522E24D5}" dt="2026-07-02T07:43:15.535" v="2808" actId="20577"/>
        <pc:sldMkLst>
          <pc:docMk/>
          <pc:sldMk cId="2413531171" sldId="334"/>
        </pc:sldMkLst>
        <pc:spChg chg="add mod">
          <ac:chgData name="Clare Kon" userId="8ec0a7e0-97f1-4a41-9e10-98845775cba8" providerId="ADAL" clId="{19B4FEDA-15B1-4B31-A1A0-A589522E24D5}" dt="2026-07-02T07:43:15.535" v="2808" actId="20577"/>
          <ac:spMkLst>
            <pc:docMk/>
            <pc:sldMk cId="2413531171" sldId="334"/>
            <ac:spMk id="3" creationId="{0FD3492D-9A2C-15B5-D6F8-83C747A78624}"/>
          </ac:spMkLst>
        </pc:spChg>
        <pc:spChg chg="del">
          <ac:chgData name="Clare Kon" userId="8ec0a7e0-97f1-4a41-9e10-98845775cba8" providerId="ADAL" clId="{19B4FEDA-15B1-4B31-A1A0-A589522E24D5}" dt="2026-07-02T07:40:18.579" v="2573" actId="478"/>
          <ac:spMkLst>
            <pc:docMk/>
            <pc:sldMk cId="2413531171" sldId="334"/>
            <ac:spMk id="6" creationId="{86DD02E7-9C09-1A11-B397-97ACA71A4217}"/>
          </ac:spMkLst>
        </pc:spChg>
        <pc:spChg chg="del">
          <ac:chgData name="Clare Kon" userId="8ec0a7e0-97f1-4a41-9e10-98845775cba8" providerId="ADAL" clId="{19B4FEDA-15B1-4B31-A1A0-A589522E24D5}" dt="2026-07-02T07:40:16.026" v="2571" actId="478"/>
          <ac:spMkLst>
            <pc:docMk/>
            <pc:sldMk cId="2413531171" sldId="334"/>
            <ac:spMk id="8" creationId="{43144751-9225-1F6F-FC6A-BE477F62E925}"/>
          </ac:spMkLst>
        </pc:spChg>
        <pc:spChg chg="del">
          <ac:chgData name="Clare Kon" userId="8ec0a7e0-97f1-4a41-9e10-98845775cba8" providerId="ADAL" clId="{19B4FEDA-15B1-4B31-A1A0-A589522E24D5}" dt="2026-07-02T07:40:17.198" v="2572" actId="478"/>
          <ac:spMkLst>
            <pc:docMk/>
            <pc:sldMk cId="2413531171" sldId="334"/>
            <ac:spMk id="10" creationId="{358DCD17-80E1-68A5-0A3A-C9237B99E87D}"/>
          </ac:spMkLst>
        </pc:spChg>
        <pc:spChg chg="del">
          <ac:chgData name="Clare Kon" userId="8ec0a7e0-97f1-4a41-9e10-98845775cba8" providerId="ADAL" clId="{19B4FEDA-15B1-4B31-A1A0-A589522E24D5}" dt="2026-07-02T07:40:14.880" v="2570" actId="478"/>
          <ac:spMkLst>
            <pc:docMk/>
            <pc:sldMk cId="2413531171" sldId="334"/>
            <ac:spMk id="11" creationId="{C1A51962-DB57-8C61-01AD-D87A8BE7DFEC}"/>
          </ac:spMkLst>
        </pc:spChg>
        <pc:graphicFrameChg chg="del">
          <ac:chgData name="Clare Kon" userId="8ec0a7e0-97f1-4a41-9e10-98845775cba8" providerId="ADAL" clId="{19B4FEDA-15B1-4B31-A1A0-A589522E24D5}" dt="2026-07-02T07:40:14.096" v="2569" actId="478"/>
          <ac:graphicFrameMkLst>
            <pc:docMk/>
            <pc:sldMk cId="2413531171" sldId="334"/>
            <ac:graphicFrameMk id="5" creationId="{FE48C266-BA30-9CBF-F41A-F4C0D1728F5A}"/>
          </ac:graphicFrameMkLst>
        </pc:graphicFrameChg>
        <pc:graphicFrameChg chg="add mod">
          <ac:chgData name="Clare Kon" userId="8ec0a7e0-97f1-4a41-9e10-98845775cba8" providerId="ADAL" clId="{19B4FEDA-15B1-4B31-A1A0-A589522E24D5}" dt="2026-07-02T07:42:52.424" v="2725" actId="1076"/>
          <ac:graphicFrameMkLst>
            <pc:docMk/>
            <pc:sldMk cId="2413531171" sldId="334"/>
            <ac:graphicFrameMk id="7" creationId="{72798376-BC21-6353-6F58-A4F8166A204A}"/>
          </ac:graphicFrameMkLst>
        </pc:graphicFrameChg>
      </pc:sldChg>
      <pc:sldChg chg="modSp add mod ord">
        <pc:chgData name="Clare Kon" userId="8ec0a7e0-97f1-4a41-9e10-98845775cba8" providerId="ADAL" clId="{19B4FEDA-15B1-4B31-A1A0-A589522E24D5}" dt="2026-07-02T07:52:59.262" v="3664"/>
        <pc:sldMkLst>
          <pc:docMk/>
          <pc:sldMk cId="1292880146" sldId="350"/>
        </pc:sldMkLst>
        <pc:spChg chg="mod">
          <ac:chgData name="Clare Kon" userId="8ec0a7e0-97f1-4a41-9e10-98845775cba8" providerId="ADAL" clId="{19B4FEDA-15B1-4B31-A1A0-A589522E24D5}" dt="2026-07-02T07:52:11.697" v="3595" actId="27636"/>
          <ac:spMkLst>
            <pc:docMk/>
            <pc:sldMk cId="1292880146" sldId="350"/>
            <ac:spMk id="2" creationId="{1FBE0F84-A133-AAC8-2828-1FB7BC06CD81}"/>
          </ac:spMkLst>
        </pc:spChg>
      </pc:sldChg>
      <pc:sldChg chg="addSp delSp modSp add del mod ord">
        <pc:chgData name="Clare Kon" userId="8ec0a7e0-97f1-4a41-9e10-98845775cba8" providerId="ADAL" clId="{19B4FEDA-15B1-4B31-A1A0-A589522E24D5}" dt="2026-07-02T08:01:44.920" v="4187" actId="47"/>
        <pc:sldMkLst>
          <pc:docMk/>
          <pc:sldMk cId="568528834" sldId="351"/>
        </pc:sldMkLst>
        <pc:spChg chg="del">
          <ac:chgData name="Clare Kon" userId="8ec0a7e0-97f1-4a41-9e10-98845775cba8" providerId="ADAL" clId="{19B4FEDA-15B1-4B31-A1A0-A589522E24D5}" dt="2026-07-02T08:00:31.197" v="4172" actId="478"/>
          <ac:spMkLst>
            <pc:docMk/>
            <pc:sldMk cId="568528834" sldId="351"/>
            <ac:spMk id="4" creationId="{A4FA1B86-D35F-BCC8-58FF-1519D729E476}"/>
          </ac:spMkLst>
        </pc:spChg>
        <pc:spChg chg="mod">
          <ac:chgData name="Clare Kon" userId="8ec0a7e0-97f1-4a41-9e10-98845775cba8" providerId="ADAL" clId="{19B4FEDA-15B1-4B31-A1A0-A589522E24D5}" dt="2026-07-02T08:00:43.892" v="4176" actId="1076"/>
          <ac:spMkLst>
            <pc:docMk/>
            <pc:sldMk cId="568528834" sldId="351"/>
            <ac:spMk id="5" creationId="{139933E0-387B-E815-5498-AD0F00660B5F}"/>
          </ac:spMkLst>
        </pc:spChg>
        <pc:spChg chg="mod">
          <ac:chgData name="Clare Kon" userId="8ec0a7e0-97f1-4a41-9e10-98845775cba8" providerId="ADAL" clId="{19B4FEDA-15B1-4B31-A1A0-A589522E24D5}" dt="2026-07-02T08:00:41.703" v="4175" actId="1076"/>
          <ac:spMkLst>
            <pc:docMk/>
            <pc:sldMk cId="568528834" sldId="351"/>
            <ac:spMk id="6" creationId="{909DB146-0646-D2E8-99AB-28B651BCCCB6}"/>
          </ac:spMkLst>
        </pc:spChg>
        <pc:spChg chg="mod">
          <ac:chgData name="Clare Kon" userId="8ec0a7e0-97f1-4a41-9e10-98845775cba8" providerId="ADAL" clId="{19B4FEDA-15B1-4B31-A1A0-A589522E24D5}" dt="2026-07-02T08:01:17.719" v="4184" actId="20577"/>
          <ac:spMkLst>
            <pc:docMk/>
            <pc:sldMk cId="568528834" sldId="351"/>
            <ac:spMk id="7" creationId="{BB77F170-9C9A-347C-3695-7CFC609746C1}"/>
          </ac:spMkLst>
        </pc:spChg>
        <pc:spChg chg="del">
          <ac:chgData name="Clare Kon" userId="8ec0a7e0-97f1-4a41-9e10-98845775cba8" providerId="ADAL" clId="{19B4FEDA-15B1-4B31-A1A0-A589522E24D5}" dt="2026-07-02T08:00:33.537" v="4173" actId="478"/>
          <ac:spMkLst>
            <pc:docMk/>
            <pc:sldMk cId="568528834" sldId="351"/>
            <ac:spMk id="8" creationId="{D12843F6-8A6F-37CA-6373-CA22824E1371}"/>
          </ac:spMkLst>
        </pc:spChg>
        <pc:spChg chg="mod">
          <ac:chgData name="Clare Kon" userId="8ec0a7e0-97f1-4a41-9e10-98845775cba8" providerId="ADAL" clId="{19B4FEDA-15B1-4B31-A1A0-A589522E24D5}" dt="2026-07-02T08:00:39.254" v="4174" actId="1076"/>
          <ac:spMkLst>
            <pc:docMk/>
            <pc:sldMk cId="568528834" sldId="351"/>
            <ac:spMk id="10" creationId="{B0774889-38C4-AF4F-ACD3-9A02D241E1E2}"/>
          </ac:spMkLst>
        </pc:spChg>
        <pc:spChg chg="add del">
          <ac:chgData name="Clare Kon" userId="8ec0a7e0-97f1-4a41-9e10-98845775cba8" providerId="ADAL" clId="{19B4FEDA-15B1-4B31-A1A0-A589522E24D5}" dt="2026-07-02T08:01:06.346" v="4181" actId="478"/>
          <ac:spMkLst>
            <pc:docMk/>
            <pc:sldMk cId="568528834" sldId="351"/>
            <ac:spMk id="11" creationId="{97167383-C493-861B-BD88-9F151D98ECD0}"/>
          </ac:spMkLst>
        </pc:spChg>
        <pc:spChg chg="add mod">
          <ac:chgData name="Clare Kon" userId="8ec0a7e0-97f1-4a41-9e10-98845775cba8" providerId="ADAL" clId="{19B4FEDA-15B1-4B31-A1A0-A589522E24D5}" dt="2026-07-02T08:01:12.996" v="4183" actId="1076"/>
          <ac:spMkLst>
            <pc:docMk/>
            <pc:sldMk cId="568528834" sldId="351"/>
            <ac:spMk id="13" creationId="{49A0CCE6-53AB-3C05-55E6-FCC858D92FE3}"/>
          </ac:spMkLst>
        </pc:spChg>
        <pc:picChg chg="mod">
          <ac:chgData name="Clare Kon" userId="8ec0a7e0-97f1-4a41-9e10-98845775cba8" providerId="ADAL" clId="{19B4FEDA-15B1-4B31-A1A0-A589522E24D5}" dt="2026-07-02T08:00:39.254" v="4174" actId="1076"/>
          <ac:picMkLst>
            <pc:docMk/>
            <pc:sldMk cId="568528834" sldId="351"/>
            <ac:picMk id="3" creationId="{7F155A7D-BCE7-79DC-294A-5735A50E92D4}"/>
          </ac:picMkLst>
        </pc:picChg>
      </pc:sldChg>
      <pc:sldChg chg="modSp add del mod">
        <pc:chgData name="Clare Kon" userId="8ec0a7e0-97f1-4a41-9e10-98845775cba8" providerId="ADAL" clId="{19B4FEDA-15B1-4B31-A1A0-A589522E24D5}" dt="2026-07-02T08:01:51.286" v="4188" actId="47"/>
        <pc:sldMkLst>
          <pc:docMk/>
          <pc:sldMk cId="1817090067" sldId="352"/>
        </pc:sldMkLst>
        <pc:spChg chg="mod">
          <ac:chgData name="Clare Kon" userId="8ec0a7e0-97f1-4a41-9e10-98845775cba8" providerId="ADAL" clId="{19B4FEDA-15B1-4B31-A1A0-A589522E24D5}" dt="2026-07-02T07:52:11.660" v="3594" actId="27636"/>
          <ac:spMkLst>
            <pc:docMk/>
            <pc:sldMk cId="1817090067" sldId="352"/>
            <ac:spMk id="2" creationId="{7ACF4676-6794-5F0B-8477-D496602D780E}"/>
          </ac:spMkLst>
        </pc:spChg>
      </pc:sldChg>
      <pc:sldChg chg="addSp delSp modSp add mod ord">
        <pc:chgData name="Clare Kon" userId="8ec0a7e0-97f1-4a41-9e10-98845775cba8" providerId="ADAL" clId="{19B4FEDA-15B1-4B31-A1A0-A589522E24D5}" dt="2026-07-02T07:58:41.804" v="4095" actId="20577"/>
        <pc:sldMkLst>
          <pc:docMk/>
          <pc:sldMk cId="4044411952" sldId="353"/>
        </pc:sldMkLst>
        <pc:spChg chg="mod">
          <ac:chgData name="Clare Kon" userId="8ec0a7e0-97f1-4a41-9e10-98845775cba8" providerId="ADAL" clId="{19B4FEDA-15B1-4B31-A1A0-A589522E24D5}" dt="2026-07-02T07:54:38.253" v="3852" actId="20577"/>
          <ac:spMkLst>
            <pc:docMk/>
            <pc:sldMk cId="4044411952" sldId="353"/>
            <ac:spMk id="2" creationId="{38E44633-67F4-035E-51CF-28C95EDB5FE9}"/>
          </ac:spMkLst>
        </pc:spChg>
        <pc:spChg chg="mod">
          <ac:chgData name="Clare Kon" userId="8ec0a7e0-97f1-4a41-9e10-98845775cba8" providerId="ADAL" clId="{19B4FEDA-15B1-4B31-A1A0-A589522E24D5}" dt="2026-07-02T07:58:41.804" v="4095" actId="20577"/>
          <ac:spMkLst>
            <pc:docMk/>
            <pc:sldMk cId="4044411952" sldId="353"/>
            <ac:spMk id="4" creationId="{B3FD91B8-9CF8-9FDE-D289-328C00BAC801}"/>
          </ac:spMkLst>
        </pc:spChg>
        <pc:spChg chg="del">
          <ac:chgData name="Clare Kon" userId="8ec0a7e0-97f1-4a41-9e10-98845775cba8" providerId="ADAL" clId="{19B4FEDA-15B1-4B31-A1A0-A589522E24D5}" dt="2026-07-02T07:53:43.781" v="3693" actId="478"/>
          <ac:spMkLst>
            <pc:docMk/>
            <pc:sldMk cId="4044411952" sldId="353"/>
            <ac:spMk id="5" creationId="{2AA172A5-6EF0-595D-C0BC-DD840E318D83}"/>
          </ac:spMkLst>
        </pc:spChg>
        <pc:spChg chg="del">
          <ac:chgData name="Clare Kon" userId="8ec0a7e0-97f1-4a41-9e10-98845775cba8" providerId="ADAL" clId="{19B4FEDA-15B1-4B31-A1A0-A589522E24D5}" dt="2026-07-02T07:53:23.867" v="3670" actId="478"/>
          <ac:spMkLst>
            <pc:docMk/>
            <pc:sldMk cId="4044411952" sldId="353"/>
            <ac:spMk id="7" creationId="{B36062D1-FE51-6283-9625-9CEC0AE4ACD3}"/>
          </ac:spMkLst>
        </pc:spChg>
        <pc:grpChg chg="del">
          <ac:chgData name="Clare Kon" userId="8ec0a7e0-97f1-4a41-9e10-98845775cba8" providerId="ADAL" clId="{19B4FEDA-15B1-4B31-A1A0-A589522E24D5}" dt="2026-07-02T07:53:22.587" v="3669" actId="478"/>
          <ac:grpSpMkLst>
            <pc:docMk/>
            <pc:sldMk cId="4044411952" sldId="353"/>
            <ac:grpSpMk id="12" creationId="{6960FD01-B27D-4B41-0187-3FC3BFB11368}"/>
          </ac:grpSpMkLst>
        </pc:grpChg>
        <pc:grpChg chg="del">
          <ac:chgData name="Clare Kon" userId="8ec0a7e0-97f1-4a41-9e10-98845775cba8" providerId="ADAL" clId="{19B4FEDA-15B1-4B31-A1A0-A589522E24D5}" dt="2026-07-02T07:53:20.482" v="3668" actId="478"/>
          <ac:grpSpMkLst>
            <pc:docMk/>
            <pc:sldMk cId="4044411952" sldId="353"/>
            <ac:grpSpMk id="22" creationId="{BA7CAFE4-ED0B-641A-6C64-328ADD23A79B}"/>
          </ac:grpSpMkLst>
        </pc:grpChg>
        <pc:grpChg chg="del">
          <ac:chgData name="Clare Kon" userId="8ec0a7e0-97f1-4a41-9e10-98845775cba8" providerId="ADAL" clId="{19B4FEDA-15B1-4B31-A1A0-A589522E24D5}" dt="2026-07-02T07:53:24.593" v="3671" actId="478"/>
          <ac:grpSpMkLst>
            <pc:docMk/>
            <pc:sldMk cId="4044411952" sldId="353"/>
            <ac:grpSpMk id="23" creationId="{FDCEE1E3-1830-A3E6-0012-14ADCF36757D}"/>
          </ac:grpSpMkLst>
        </pc:grpChg>
        <pc:graphicFrameChg chg="del mod modGraphic">
          <ac:chgData name="Clare Kon" userId="8ec0a7e0-97f1-4a41-9e10-98845775cba8" providerId="ADAL" clId="{19B4FEDA-15B1-4B31-A1A0-A589522E24D5}" dt="2026-07-02T07:57:37.183" v="3886" actId="478"/>
          <ac:graphicFrameMkLst>
            <pc:docMk/>
            <pc:sldMk cId="4044411952" sldId="353"/>
            <ac:graphicFrameMk id="3" creationId="{14D76C4B-642E-D5E4-AB38-9540EECE2715}"/>
          </ac:graphicFrameMkLst>
        </pc:graphicFrameChg>
        <pc:graphicFrameChg chg="del">
          <ac:chgData name="Clare Kon" userId="8ec0a7e0-97f1-4a41-9e10-98845775cba8" providerId="ADAL" clId="{19B4FEDA-15B1-4B31-A1A0-A589522E24D5}" dt="2026-07-02T07:53:29.758" v="3672" actId="478"/>
          <ac:graphicFrameMkLst>
            <pc:docMk/>
            <pc:sldMk cId="4044411952" sldId="353"/>
            <ac:graphicFrameMk id="6" creationId="{50EFCE8D-6B54-5BEA-0B21-0D91F6693411}"/>
          </ac:graphicFrameMkLst>
        </pc:graphicFrameChg>
        <pc:graphicFrameChg chg="add mod">
          <ac:chgData name="Clare Kon" userId="8ec0a7e0-97f1-4a41-9e10-98845775cba8" providerId="ADAL" clId="{19B4FEDA-15B1-4B31-A1A0-A589522E24D5}" dt="2026-07-02T07:58:01.639" v="3933" actId="1076"/>
          <ac:graphicFrameMkLst>
            <pc:docMk/>
            <pc:sldMk cId="4044411952" sldId="353"/>
            <ac:graphicFrameMk id="15" creationId="{36BACD07-6CD1-7AF0-58B4-B56685636BA0}"/>
          </ac:graphicFrameMkLst>
        </pc:graphicFrameChg>
        <pc:inkChg chg="del">
          <ac:chgData name="Clare Kon" userId="8ec0a7e0-97f1-4a41-9e10-98845775cba8" providerId="ADAL" clId="{19B4FEDA-15B1-4B31-A1A0-A589522E24D5}" dt="2026-07-02T07:53:14.041" v="3667" actId="478"/>
          <ac:inkMkLst>
            <pc:docMk/>
            <pc:sldMk cId="4044411952" sldId="353"/>
            <ac:inkMk id="8" creationId="{23CD7EAD-A7B8-26D4-E4FF-4009F850CD46}"/>
          </ac:inkMkLst>
        </pc:inkChg>
        <pc:inkChg chg="del">
          <ac:chgData name="Clare Kon" userId="8ec0a7e0-97f1-4a41-9e10-98845775cba8" providerId="ADAL" clId="{19B4FEDA-15B1-4B31-A1A0-A589522E24D5}" dt="2026-07-02T07:53:34.863" v="3673" actId="478"/>
          <ac:inkMkLst>
            <pc:docMk/>
            <pc:sldMk cId="4044411952" sldId="353"/>
            <ac:inkMk id="9" creationId="{E51585FE-2B4B-546A-45E6-977BC94FD143}"/>
          </ac:inkMkLst>
        </pc:inkChg>
      </pc:sldChg>
      <pc:sldChg chg="add del">
        <pc:chgData name="Clare Kon" userId="8ec0a7e0-97f1-4a41-9e10-98845775cba8" providerId="ADAL" clId="{19B4FEDA-15B1-4B31-A1A0-A589522E24D5}" dt="2026-07-02T08:01:41.739" v="4185" actId="47"/>
        <pc:sldMkLst>
          <pc:docMk/>
          <pc:sldMk cId="2837677818" sldId="354"/>
        </pc:sldMkLst>
      </pc:sldChg>
      <pc:sldChg chg="delSp modSp add mod">
        <pc:chgData name="Clare Kon" userId="8ec0a7e0-97f1-4a41-9e10-98845775cba8" providerId="ADAL" clId="{19B4FEDA-15B1-4B31-A1A0-A589522E24D5}" dt="2026-07-02T08:03:50.658" v="4510" actId="13926"/>
        <pc:sldMkLst>
          <pc:docMk/>
          <pc:sldMk cId="2854689864" sldId="355"/>
        </pc:sldMkLst>
        <pc:spChg chg="mod">
          <ac:chgData name="Clare Kon" userId="8ec0a7e0-97f1-4a41-9e10-98845775cba8" providerId="ADAL" clId="{19B4FEDA-15B1-4B31-A1A0-A589522E24D5}" dt="2026-07-02T08:03:50.658" v="4510" actId="13926"/>
          <ac:spMkLst>
            <pc:docMk/>
            <pc:sldMk cId="2854689864" sldId="355"/>
            <ac:spMk id="4" creationId="{4F45EE66-22A1-C807-B4A0-81496C971662}"/>
          </ac:spMkLst>
        </pc:spChg>
        <pc:inkChg chg="del">
          <ac:chgData name="Clare Kon" userId="8ec0a7e0-97f1-4a41-9e10-98845775cba8" providerId="ADAL" clId="{19B4FEDA-15B1-4B31-A1A0-A589522E24D5}" dt="2026-07-02T08:03:10.196" v="4403" actId="478"/>
          <ac:inkMkLst>
            <pc:docMk/>
            <pc:sldMk cId="2854689864" sldId="355"/>
            <ac:inkMk id="7" creationId="{D0E889B5-82F6-E574-6F01-33C6731DD9B4}"/>
          </ac:inkMkLst>
        </pc:inkChg>
        <pc:inkChg chg="del">
          <ac:chgData name="Clare Kon" userId="8ec0a7e0-97f1-4a41-9e10-98845775cba8" providerId="ADAL" clId="{19B4FEDA-15B1-4B31-A1A0-A589522E24D5}" dt="2026-07-02T08:03:12.217" v="4404" actId="478"/>
          <ac:inkMkLst>
            <pc:docMk/>
            <pc:sldMk cId="2854689864" sldId="355"/>
            <ac:inkMk id="8" creationId="{609427D6-0131-4C7A-FC6C-183E51A08AA7}"/>
          </ac:inkMkLst>
        </pc:inkChg>
      </pc:sldChg>
      <pc:sldChg chg="add del">
        <pc:chgData name="Clare Kon" userId="8ec0a7e0-97f1-4a41-9e10-98845775cba8" providerId="ADAL" clId="{19B4FEDA-15B1-4B31-A1A0-A589522E24D5}" dt="2026-07-02T08:01:43.669" v="4186" actId="47"/>
        <pc:sldMkLst>
          <pc:docMk/>
          <pc:sldMk cId="3906706079" sldId="362"/>
        </pc:sldMkLst>
      </pc:sldChg>
      <pc:sldChg chg="modSp add mod">
        <pc:chgData name="Clare Kon" userId="8ec0a7e0-97f1-4a41-9e10-98845775cba8" providerId="ADAL" clId="{19B4FEDA-15B1-4B31-A1A0-A589522E24D5}" dt="2026-07-02T07:52:49.730" v="3662" actId="20577"/>
        <pc:sldMkLst>
          <pc:docMk/>
          <pc:sldMk cId="1396350150" sldId="363"/>
        </pc:sldMkLst>
        <pc:spChg chg="mod">
          <ac:chgData name="Clare Kon" userId="8ec0a7e0-97f1-4a41-9e10-98845775cba8" providerId="ADAL" clId="{19B4FEDA-15B1-4B31-A1A0-A589522E24D5}" dt="2026-07-02T07:52:49.730" v="3662" actId="20577"/>
          <ac:spMkLst>
            <pc:docMk/>
            <pc:sldMk cId="1396350150" sldId="363"/>
            <ac:spMk id="10" creationId="{CD2B7CF3-FDB0-6AB9-05BE-B24194FA23AB}"/>
          </ac:spMkLst>
        </pc:spChg>
      </pc:sldChg>
      <pc:sldChg chg="addSp delSp modSp new mod">
        <pc:chgData name="Clare Kon" userId="8ec0a7e0-97f1-4a41-9e10-98845775cba8" providerId="ADAL" clId="{19B4FEDA-15B1-4B31-A1A0-A589522E24D5}" dt="2026-07-02T08:00:25.541" v="4171" actId="14100"/>
        <pc:sldMkLst>
          <pc:docMk/>
          <pc:sldMk cId="1382628274" sldId="364"/>
        </pc:sldMkLst>
        <pc:spChg chg="add mod">
          <ac:chgData name="Clare Kon" userId="8ec0a7e0-97f1-4a41-9e10-98845775cba8" providerId="ADAL" clId="{19B4FEDA-15B1-4B31-A1A0-A589522E24D5}" dt="2026-07-02T07:59:34.563" v="4111" actId="20577"/>
          <ac:spMkLst>
            <pc:docMk/>
            <pc:sldMk cId="1382628274" sldId="364"/>
            <ac:spMk id="11" creationId="{929475A5-BC86-355F-8548-9B0B4F89C3FE}"/>
          </ac:spMkLst>
        </pc:spChg>
        <pc:spChg chg="add mod">
          <ac:chgData name="Clare Kon" userId="8ec0a7e0-97f1-4a41-9e10-98845775cba8" providerId="ADAL" clId="{19B4FEDA-15B1-4B31-A1A0-A589522E24D5}" dt="2026-07-02T07:59:47.020" v="4113" actId="20577"/>
          <ac:spMkLst>
            <pc:docMk/>
            <pc:sldMk cId="1382628274" sldId="364"/>
            <ac:spMk id="12" creationId="{5023E47A-C404-281D-1735-C76D976D326B}"/>
          </ac:spMkLst>
        </pc:spChg>
        <pc:spChg chg="add mod">
          <ac:chgData name="Clare Kon" userId="8ec0a7e0-97f1-4a41-9e10-98845775cba8" providerId="ADAL" clId="{19B4FEDA-15B1-4B31-A1A0-A589522E24D5}" dt="2026-07-02T08:00:05.286" v="4122" actId="20577"/>
          <ac:spMkLst>
            <pc:docMk/>
            <pc:sldMk cId="1382628274" sldId="364"/>
            <ac:spMk id="14" creationId="{1092919E-445A-B5D5-55BE-15932B316BB4}"/>
          </ac:spMkLst>
        </pc:spChg>
        <pc:spChg chg="add">
          <ac:chgData name="Clare Kon" userId="8ec0a7e0-97f1-4a41-9e10-98845775cba8" providerId="ADAL" clId="{19B4FEDA-15B1-4B31-A1A0-A589522E24D5}" dt="2026-07-02T07:59:58.134" v="4119" actId="22"/>
          <ac:spMkLst>
            <pc:docMk/>
            <pc:sldMk cId="1382628274" sldId="364"/>
            <ac:spMk id="16" creationId="{95A7F915-8F2B-3157-15DB-ED19E3FC054D}"/>
          </ac:spMkLst>
        </pc:spChg>
        <pc:spChg chg="add mod">
          <ac:chgData name="Clare Kon" userId="8ec0a7e0-97f1-4a41-9e10-98845775cba8" providerId="ADAL" clId="{19B4FEDA-15B1-4B31-A1A0-A589522E24D5}" dt="2026-07-02T08:00:25.541" v="4171" actId="14100"/>
          <ac:spMkLst>
            <pc:docMk/>
            <pc:sldMk cId="1382628274" sldId="364"/>
            <ac:spMk id="17" creationId="{FE0859B3-6C5F-D95B-C0DF-343FB781590A}"/>
          </ac:spMkLst>
        </pc:spChg>
        <pc:graphicFrameChg chg="add del mod modGraphic">
          <ac:chgData name="Clare Kon" userId="8ec0a7e0-97f1-4a41-9e10-98845775cba8" providerId="ADAL" clId="{19B4FEDA-15B1-4B31-A1A0-A589522E24D5}" dt="2026-07-02T07:58:50.269" v="4096" actId="478"/>
          <ac:graphicFrameMkLst>
            <pc:docMk/>
            <pc:sldMk cId="1382628274" sldId="364"/>
            <ac:graphicFrameMk id="5" creationId="{774187EB-EA90-0B99-3D1F-501E75064D9A}"/>
          </ac:graphicFrameMkLst>
        </pc:graphicFrameChg>
        <pc:graphicFrameChg chg="add mod">
          <ac:chgData name="Clare Kon" userId="8ec0a7e0-97f1-4a41-9e10-98845775cba8" providerId="ADAL" clId="{19B4FEDA-15B1-4B31-A1A0-A589522E24D5}" dt="2026-07-02T07:59:08.769" v="4100" actId="1076"/>
          <ac:graphicFrameMkLst>
            <pc:docMk/>
            <pc:sldMk cId="1382628274" sldId="364"/>
            <ac:graphicFrameMk id="6" creationId="{0E55BF0E-DC10-51B7-D16F-0D5C5BDBB483}"/>
          </ac:graphicFrameMkLst>
        </pc:graphicFrameChg>
        <pc:picChg chg="add mod">
          <ac:chgData name="Clare Kon" userId="8ec0a7e0-97f1-4a41-9e10-98845775cba8" providerId="ADAL" clId="{19B4FEDA-15B1-4B31-A1A0-A589522E24D5}" dt="2026-07-02T07:59:04.942" v="4099" actId="1076"/>
          <ac:picMkLst>
            <pc:docMk/>
            <pc:sldMk cId="1382628274" sldId="364"/>
            <ac:picMk id="3" creationId="{91628D96-7FED-D169-BF81-BB6B2B8EF8BB}"/>
          </ac:picMkLst>
        </pc:picChg>
        <pc:cxnChg chg="add">
          <ac:chgData name="Clare Kon" userId="8ec0a7e0-97f1-4a41-9e10-98845775cba8" providerId="ADAL" clId="{19B4FEDA-15B1-4B31-A1A0-A589522E24D5}" dt="2026-07-02T07:59:13.974" v="4101" actId="11529"/>
          <ac:cxnSpMkLst>
            <pc:docMk/>
            <pc:sldMk cId="1382628274" sldId="364"/>
            <ac:cxnSpMk id="8" creationId="{9A13A12A-E587-B5FD-8DE5-E2531979B1A5}"/>
          </ac:cxnSpMkLst>
        </pc:cxnChg>
        <pc:cxnChg chg="add">
          <ac:chgData name="Clare Kon" userId="8ec0a7e0-97f1-4a41-9e10-98845775cba8" providerId="ADAL" clId="{19B4FEDA-15B1-4B31-A1A0-A589522E24D5}" dt="2026-07-02T07:59:23.099" v="4102" actId="11529"/>
          <ac:cxnSpMkLst>
            <pc:docMk/>
            <pc:sldMk cId="1382628274" sldId="364"/>
            <ac:cxnSpMk id="10" creationId="{9C4AA8D0-D40D-8567-224F-8D5F4C0AA46B}"/>
          </ac:cxnSpMkLst>
        </pc:cxnChg>
      </pc:sldChg>
      <pc:sldChg chg="addSp modSp new mod">
        <pc:chgData name="Clare Kon" userId="8ec0a7e0-97f1-4a41-9e10-98845775cba8" providerId="ADAL" clId="{19B4FEDA-15B1-4B31-A1A0-A589522E24D5}" dt="2026-07-02T14:33:06.590" v="4834" actId="313"/>
        <pc:sldMkLst>
          <pc:docMk/>
          <pc:sldMk cId="1336933484" sldId="365"/>
        </pc:sldMkLst>
        <pc:spChg chg="mod">
          <ac:chgData name="Clare Kon" userId="8ec0a7e0-97f1-4a41-9e10-98845775cba8" providerId="ADAL" clId="{19B4FEDA-15B1-4B31-A1A0-A589522E24D5}" dt="2026-07-02T09:01:31.688" v="4566" actId="20577"/>
          <ac:spMkLst>
            <pc:docMk/>
            <pc:sldMk cId="1336933484" sldId="365"/>
            <ac:spMk id="2" creationId="{3F78187C-48BA-29D5-2D83-6D0C175BA19B}"/>
          </ac:spMkLst>
        </pc:spChg>
        <pc:spChg chg="mod">
          <ac:chgData name="Clare Kon" userId="8ec0a7e0-97f1-4a41-9e10-98845775cba8" providerId="ADAL" clId="{19B4FEDA-15B1-4B31-A1A0-A589522E24D5}" dt="2026-07-02T09:06:26.779" v="4674" actId="20577"/>
          <ac:spMkLst>
            <pc:docMk/>
            <pc:sldMk cId="1336933484" sldId="365"/>
            <ac:spMk id="3" creationId="{6377341A-91D6-6D2D-F82B-FDA4781AAF17}"/>
          </ac:spMkLst>
        </pc:spChg>
        <pc:spChg chg="add mod">
          <ac:chgData name="Clare Kon" userId="8ec0a7e0-97f1-4a41-9e10-98845775cba8" providerId="ADAL" clId="{19B4FEDA-15B1-4B31-A1A0-A589522E24D5}" dt="2026-07-02T09:10:22.543" v="4831" actId="14100"/>
          <ac:spMkLst>
            <pc:docMk/>
            <pc:sldMk cId="1336933484" sldId="365"/>
            <ac:spMk id="5" creationId="{2DFB4864-CC8F-3148-F94D-F85707D81B2E}"/>
          </ac:spMkLst>
        </pc:spChg>
        <pc:spChg chg="add mod">
          <ac:chgData name="Clare Kon" userId="8ec0a7e0-97f1-4a41-9e10-98845775cba8" providerId="ADAL" clId="{19B4FEDA-15B1-4B31-A1A0-A589522E24D5}" dt="2026-07-02T09:10:18.811" v="4830" actId="14100"/>
          <ac:spMkLst>
            <pc:docMk/>
            <pc:sldMk cId="1336933484" sldId="365"/>
            <ac:spMk id="7" creationId="{B9CAF7AE-CD38-8E8C-8C77-306BD8717164}"/>
          </ac:spMkLst>
        </pc:spChg>
        <pc:spChg chg="add mod">
          <ac:chgData name="Clare Kon" userId="8ec0a7e0-97f1-4a41-9e10-98845775cba8" providerId="ADAL" clId="{19B4FEDA-15B1-4B31-A1A0-A589522E24D5}" dt="2026-07-02T09:05:25.682" v="4634" actId="5793"/>
          <ac:spMkLst>
            <pc:docMk/>
            <pc:sldMk cId="1336933484" sldId="365"/>
            <ac:spMk id="8" creationId="{865766BE-5909-9B61-CE73-B8EF49F17A94}"/>
          </ac:spMkLst>
        </pc:spChg>
        <pc:graphicFrameChg chg="add mod modGraphic">
          <ac:chgData name="Clare Kon" userId="8ec0a7e0-97f1-4a41-9e10-98845775cba8" providerId="ADAL" clId="{19B4FEDA-15B1-4B31-A1A0-A589522E24D5}" dt="2026-07-02T14:33:06.590" v="4834" actId="313"/>
          <ac:graphicFrameMkLst>
            <pc:docMk/>
            <pc:sldMk cId="1336933484" sldId="365"/>
            <ac:graphicFrameMk id="4" creationId="{A6E7866B-BCE2-CF79-3AA5-845147633F45}"/>
          </ac:graphicFrameMkLst>
        </pc:graphicFrameChg>
      </pc:sldChg>
      <pc:sldChg chg="addSp modSp new mod">
        <pc:chgData name="Clare Kon" userId="8ec0a7e0-97f1-4a41-9e10-98845775cba8" providerId="ADAL" clId="{19B4FEDA-15B1-4B31-A1A0-A589522E24D5}" dt="2026-07-02T09:10:03.041" v="4829" actId="20577"/>
        <pc:sldMkLst>
          <pc:docMk/>
          <pc:sldMk cId="202128545" sldId="366"/>
        </pc:sldMkLst>
        <pc:spChg chg="add mod">
          <ac:chgData name="Clare Kon" userId="8ec0a7e0-97f1-4a41-9e10-98845775cba8" providerId="ADAL" clId="{19B4FEDA-15B1-4B31-A1A0-A589522E24D5}" dt="2026-07-02T09:07:04.130" v="4702" actId="20577"/>
          <ac:spMkLst>
            <pc:docMk/>
            <pc:sldMk cId="202128545" sldId="366"/>
            <ac:spMk id="3" creationId="{CEDA089A-775B-8854-123A-AAE3546A3B44}"/>
          </ac:spMkLst>
        </pc:spChg>
        <pc:spChg chg="add mod">
          <ac:chgData name="Clare Kon" userId="8ec0a7e0-97f1-4a41-9e10-98845775cba8" providerId="ADAL" clId="{19B4FEDA-15B1-4B31-A1A0-A589522E24D5}" dt="2026-07-02T09:07:11.408" v="4710" actId="5793"/>
          <ac:spMkLst>
            <pc:docMk/>
            <pc:sldMk cId="202128545" sldId="366"/>
            <ac:spMk id="4" creationId="{C0B1B608-B63C-F328-768F-E590913189CB}"/>
          </ac:spMkLst>
        </pc:spChg>
        <pc:spChg chg="add mod">
          <ac:chgData name="Clare Kon" userId="8ec0a7e0-97f1-4a41-9e10-98845775cba8" providerId="ADAL" clId="{19B4FEDA-15B1-4B31-A1A0-A589522E24D5}" dt="2026-07-02T09:07:27.309" v="4722" actId="1076"/>
          <ac:spMkLst>
            <pc:docMk/>
            <pc:sldMk cId="202128545" sldId="366"/>
            <ac:spMk id="7" creationId="{ADC998FD-81B4-85D8-7762-DD2941D104AE}"/>
          </ac:spMkLst>
        </pc:spChg>
        <pc:spChg chg="add mod">
          <ac:chgData name="Clare Kon" userId="8ec0a7e0-97f1-4a41-9e10-98845775cba8" providerId="ADAL" clId="{19B4FEDA-15B1-4B31-A1A0-A589522E24D5}" dt="2026-07-02T09:07:42.344" v="4749" actId="20577"/>
          <ac:spMkLst>
            <pc:docMk/>
            <pc:sldMk cId="202128545" sldId="366"/>
            <ac:spMk id="8" creationId="{8393045A-2099-E8D6-7F75-E7802B61E266}"/>
          </ac:spMkLst>
        </pc:spChg>
        <pc:spChg chg="add mod">
          <ac:chgData name="Clare Kon" userId="8ec0a7e0-97f1-4a41-9e10-98845775cba8" providerId="ADAL" clId="{19B4FEDA-15B1-4B31-A1A0-A589522E24D5}" dt="2026-07-02T09:10:03.041" v="4829" actId="20577"/>
          <ac:spMkLst>
            <pc:docMk/>
            <pc:sldMk cId="202128545" sldId="366"/>
            <ac:spMk id="9" creationId="{69DB5F78-C074-BA87-752E-BF29EA5E589C}"/>
          </ac:spMkLst>
        </pc:spChg>
        <pc:graphicFrameChg chg="add mod">
          <ac:chgData name="Clare Kon" userId="8ec0a7e0-97f1-4a41-9e10-98845775cba8" providerId="ADAL" clId="{19B4FEDA-15B1-4B31-A1A0-A589522E24D5}" dt="2026-07-02T09:06:54.881" v="4676" actId="1076"/>
          <ac:graphicFrameMkLst>
            <pc:docMk/>
            <pc:sldMk cId="202128545" sldId="366"/>
            <ac:graphicFrameMk id="2" creationId="{FB96EE3B-BA52-7928-A1E6-37F996045862}"/>
          </ac:graphicFrameMkLst>
        </pc:graphicFrameChg>
        <pc:graphicFrameChg chg="add mod">
          <ac:chgData name="Clare Kon" userId="8ec0a7e0-97f1-4a41-9e10-98845775cba8" providerId="ADAL" clId="{19B4FEDA-15B1-4B31-A1A0-A589522E24D5}" dt="2026-07-02T09:07:15.096" v="4713"/>
          <ac:graphicFrameMkLst>
            <pc:docMk/>
            <pc:sldMk cId="202128545" sldId="366"/>
            <ac:graphicFrameMk id="5" creationId="{FB96EE3B-BA52-7928-A1E6-37F996045862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wizlinkconsultingpteltd-my.sharepoint.com/personal/clare_kon_wizlink_biz/Documents/UOW2026/tutorial/tutorial%20assignment%201%20data_clare%2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wizlinkconsultingpteltd-my.sharepoint.com/personal/clare_kon_wizlink_biz/Documents/uow2024/tutorial/WB%20SIngapore%20data%20Demo%20set%2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wizlinkconsultingpteltd-my.sharepoint.com/personal/clare_kon_wizlink_biz/Documents/UOW2026/tutorial/tutorial%20assignment%20data%20templat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wizlinkconsultingpteltd-my.sharepoint.com/personal/clare_kon_wizlink_biz/Documents/UOW2026/tutorial/tutorial%20assignment%20data%20templat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wizlinkconsultingpteltd-my.sharepoint.com/personal/clare_kon_wizlink_biz/Documents/UOW2026/tutorial/tutorial%20assignment%201%20data_clare%20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wizlinkconsultingpteltd-my.sharepoint.com/personal/clare_kon_wizlink_biz/Documents/uow2024/tutorial/WB%20SIngapore%20data%20Demo%20set%20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wizlinkconsultingpteltd-my.sharepoint.com/personal/clare_kon_wizlink_biz/Documents/uow2024/tutorial/WB%20SIngapore%20data%20Demo%20set%20.xlsx" TargetMode="Externa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2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wizlinkconsultingpteltd-my.sharepoint.com/personal/clare_kon_wizlink_biz/Documents/uow2024/tutorial/WB%20SIngapore%20data%20Demo%20set%20.xlsx" TargetMode="Externa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3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wizlinkconsultingpteltd-my.sharepoint.com/personal/clare_kon_wizlink_biz/Documents/UOW2026/tutorial/tutorial%20assignment%20data%20template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SG" dirty="0"/>
              <a:t>Trend</a:t>
            </a:r>
            <a:r>
              <a:rPr lang="en-SG" baseline="0" dirty="0"/>
              <a:t> of sectoral growth in Singapore </a:t>
            </a:r>
            <a:endParaRPr lang="en-SG" dirty="0"/>
          </a:p>
        </c:rich>
      </c:tx>
      <c:layout>
        <c:manualLayout>
          <c:xMode val="edge"/>
          <c:yMode val="edge"/>
          <c:x val="0.28504583594314381"/>
          <c:y val="4.017652362347953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SG"/>
        </a:p>
      </c:txPr>
    </c:title>
    <c:autoTitleDeleted val="0"/>
    <c:plotArea>
      <c:layout>
        <c:manualLayout>
          <c:layoutTarget val="inner"/>
          <c:xMode val="edge"/>
          <c:yMode val="edge"/>
          <c:x val="0.10624013191466369"/>
          <c:y val="0.14009553787507315"/>
          <c:w val="0.76032634471110649"/>
          <c:h val="0.5712124135967479"/>
        </c:manualLayout>
      </c:layout>
      <c:lineChart>
        <c:grouping val="standard"/>
        <c:varyColors val="0"/>
        <c:ser>
          <c:idx val="1"/>
          <c:order val="1"/>
          <c:tx>
            <c:strRef>
              <c:f>'chart 1_sg'!$C$1</c:f>
              <c:strCache>
                <c:ptCount val="1"/>
                <c:pt idx="0">
                  <c:v>Agriculture, forestry, and fishing, value added (% of GDP)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cat>
            <c:numRef>
              <c:f>'chart 1_sg'!$A$2:$A$26</c:f>
              <c:numCache>
                <c:formatCode>General</c:formatCode>
                <c:ptCount val="2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</c:numCache>
            </c:numRef>
          </c:cat>
          <c:val>
            <c:numRef>
              <c:f>'chart 1_sg'!$C$2:$C$26</c:f>
              <c:numCache>
                <c:formatCode>General</c:formatCode>
                <c:ptCount val="25"/>
                <c:pt idx="0">
                  <c:v>9.2131732680321002E-2</c:v>
                </c:pt>
                <c:pt idx="1">
                  <c:v>8.2356655909540694E-2</c:v>
                </c:pt>
                <c:pt idx="2">
                  <c:v>7.1032800014001363E-2</c:v>
                </c:pt>
                <c:pt idx="3">
                  <c:v>6.1134072311026647E-2</c:v>
                </c:pt>
                <c:pt idx="4">
                  <c:v>5.5648989626246571E-2</c:v>
                </c:pt>
                <c:pt idx="5">
                  <c:v>5.5048114214259862E-2</c:v>
                </c:pt>
                <c:pt idx="6">
                  <c:v>4.8865424451682515E-2</c:v>
                </c:pt>
                <c:pt idx="7">
                  <c:v>4.286799737144735E-2</c:v>
                </c:pt>
                <c:pt idx="8">
                  <c:v>4.1432188466446869E-2</c:v>
                </c:pt>
                <c:pt idx="9">
                  <c:v>4.0687761270138054E-2</c:v>
                </c:pt>
                <c:pt idx="10">
                  <c:v>3.614898888342135E-2</c:v>
                </c:pt>
                <c:pt idx="11">
                  <c:v>3.4607600751235389E-2</c:v>
                </c:pt>
                <c:pt idx="12">
                  <c:v>3.3272726533169004E-2</c:v>
                </c:pt>
                <c:pt idx="13">
                  <c:v>3.4375216793813404E-2</c:v>
                </c:pt>
                <c:pt idx="14">
                  <c:v>3.4540851073536168E-2</c:v>
                </c:pt>
                <c:pt idx="15">
                  <c:v>3.2613513802648333E-2</c:v>
                </c:pt>
                <c:pt idx="16">
                  <c:v>3.1521289438126224E-2</c:v>
                </c:pt>
                <c:pt idx="17">
                  <c:v>3.0763583755226389E-2</c:v>
                </c:pt>
                <c:pt idx="18">
                  <c:v>3.0117148236328394E-2</c:v>
                </c:pt>
                <c:pt idx="19">
                  <c:v>3.2252130199608528E-2</c:v>
                </c:pt>
                <c:pt idx="20">
                  <c:v>3.281725211869508E-2</c:v>
                </c:pt>
                <c:pt idx="21">
                  <c:v>3.0551368665513827E-2</c:v>
                </c:pt>
                <c:pt idx="22">
                  <c:v>2.597731637364643E-2</c:v>
                </c:pt>
                <c:pt idx="23">
                  <c:v>2.8849802007551339E-2</c:v>
                </c:pt>
                <c:pt idx="24">
                  <c:v>2.7439170694473516E-2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4DC-4515-ADB3-9292EB7857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75022287"/>
        <c:axId val="1160156799"/>
      </c:line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75029247"/>
        <c:axId val="1160150079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'chart 1_sg'!$B$1</c15:sqref>
                        </c15:formulaRef>
                      </c:ext>
                    </c:extLst>
                    <c:strCache>
                      <c:ptCount val="1"/>
                      <c:pt idx="0">
                        <c:v>Manufacturing, value added (% of GDP)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trendline>
                  <c:spPr>
                    <a:ln w="19050" cap="rnd">
                      <a:solidFill>
                        <a:schemeClr val="accent1"/>
                      </a:solidFill>
                      <a:prstDash val="sysDot"/>
                    </a:ln>
                    <a:effectLst/>
                  </c:spPr>
                  <c:trendlineType val="linear"/>
                  <c:dispRSqr val="1"/>
                  <c:dispEq val="1"/>
                  <c:trendlineLbl>
                    <c:numFmt formatCode="General" sourceLinked="0"/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anchor="ctr" anchorCtr="1"/>
                      <a:lstStyle/>
                      <a:p>
                        <a:pPr>
                          <a:defRPr sz="900" b="0" i="0" u="none" strike="noStrike" kern="1200" baseline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endParaRPr lang="en-US"/>
                      </a:p>
                    </c:txPr>
                  </c:trendlineLbl>
                </c:trendline>
                <c:trendline>
                  <c:spPr>
                    <a:ln w="19050" cap="rnd">
                      <a:solidFill>
                        <a:schemeClr val="accent1"/>
                      </a:solidFill>
                      <a:prstDash val="sysDot"/>
                    </a:ln>
                    <a:effectLst/>
                  </c:spPr>
                  <c:trendlineType val="linear"/>
                  <c:dispRSqr val="0"/>
                  <c:dispEq val="0"/>
                </c:trendline>
                <c:trendline>
                  <c:spPr>
                    <a:ln w="19050" cap="rnd">
                      <a:solidFill>
                        <a:schemeClr val="accent1"/>
                      </a:solidFill>
                      <a:prstDash val="sysDot"/>
                    </a:ln>
                    <a:effectLst/>
                  </c:spPr>
                  <c:trendlineType val="linear"/>
                  <c:dispRSqr val="0"/>
                  <c:dispEq val="0"/>
                </c:trendline>
                <c:cat>
                  <c:numRef>
                    <c:extLst>
                      <c:ext uri="{02D57815-91ED-43cb-92C2-25804820EDAC}">
                        <c15:formulaRef>
                          <c15:sqref>'chart 1_sg'!$A$2:$A$26</c15:sqref>
                        </c15:formulaRef>
                      </c:ext>
                    </c:extLst>
                    <c:numCache>
                      <c:formatCode>General</c:formatCode>
                      <c:ptCount val="25"/>
                      <c:pt idx="0">
                        <c:v>2000</c:v>
                      </c:pt>
                      <c:pt idx="1">
                        <c:v>2001</c:v>
                      </c:pt>
                      <c:pt idx="2">
                        <c:v>2002</c:v>
                      </c:pt>
                      <c:pt idx="3">
                        <c:v>2003</c:v>
                      </c:pt>
                      <c:pt idx="4">
                        <c:v>2004</c:v>
                      </c:pt>
                      <c:pt idx="5">
                        <c:v>2005</c:v>
                      </c:pt>
                      <c:pt idx="6">
                        <c:v>2006</c:v>
                      </c:pt>
                      <c:pt idx="7">
                        <c:v>2007</c:v>
                      </c:pt>
                      <c:pt idx="8">
                        <c:v>2008</c:v>
                      </c:pt>
                      <c:pt idx="9">
                        <c:v>2009</c:v>
                      </c:pt>
                      <c:pt idx="10">
                        <c:v>2010</c:v>
                      </c:pt>
                      <c:pt idx="11">
                        <c:v>2011</c:v>
                      </c:pt>
                      <c:pt idx="12">
                        <c:v>2012</c:v>
                      </c:pt>
                      <c:pt idx="13">
                        <c:v>2013</c:v>
                      </c:pt>
                      <c:pt idx="14">
                        <c:v>2014</c:v>
                      </c:pt>
                      <c:pt idx="15">
                        <c:v>2015</c:v>
                      </c:pt>
                      <c:pt idx="16">
                        <c:v>2016</c:v>
                      </c:pt>
                      <c:pt idx="17">
                        <c:v>2017</c:v>
                      </c:pt>
                      <c:pt idx="18">
                        <c:v>2018</c:v>
                      </c:pt>
                      <c:pt idx="19">
                        <c:v>2019</c:v>
                      </c:pt>
                      <c:pt idx="20">
                        <c:v>2020</c:v>
                      </c:pt>
                      <c:pt idx="21">
                        <c:v>2021</c:v>
                      </c:pt>
                      <c:pt idx="22">
                        <c:v>2022</c:v>
                      </c:pt>
                      <c:pt idx="23">
                        <c:v>2023</c:v>
                      </c:pt>
                      <c:pt idx="24">
                        <c:v>2024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'chart 1_sg'!$B$2:$B$26</c15:sqref>
                        </c15:formulaRef>
                      </c:ext>
                    </c:extLst>
                    <c:numCache>
                      <c:formatCode>0.0000</c:formatCode>
                      <c:ptCount val="25"/>
                      <c:pt idx="0">
                        <c:v>25.861486037755899</c:v>
                      </c:pt>
                      <c:pt idx="1">
                        <c:v>23.394697847414562</c:v>
                      </c:pt>
                      <c:pt idx="2">
                        <c:v>24.737640322972926</c:v>
                      </c:pt>
                      <c:pt idx="3">
                        <c:v>24.765412693196893</c:v>
                      </c:pt>
                      <c:pt idx="4">
                        <c:v>27.119367597064286</c:v>
                      </c:pt>
                      <c:pt idx="5">
                        <c:v>27.076761798207059</c:v>
                      </c:pt>
                      <c:pt idx="6">
                        <c:v>26.578005985802772</c:v>
                      </c:pt>
                      <c:pt idx="7">
                        <c:v>23.822651904527213</c:v>
                      </c:pt>
                      <c:pt idx="8">
                        <c:v>20.585664973848445</c:v>
                      </c:pt>
                      <c:pt idx="9">
                        <c:v>20.273376429073512</c:v>
                      </c:pt>
                      <c:pt idx="10">
                        <c:v>20.773833025312548</c:v>
                      </c:pt>
                      <c:pt idx="11">
                        <c:v>19.582551507977822</c:v>
                      </c:pt>
                      <c:pt idx="12">
                        <c:v>19.116821980066192</c:v>
                      </c:pt>
                      <c:pt idx="13">
                        <c:v>17.638409614875453</c:v>
                      </c:pt>
                      <c:pt idx="14">
                        <c:v>17.999768892128522</c:v>
                      </c:pt>
                      <c:pt idx="15">
                        <c:v>18.089329854873405</c:v>
                      </c:pt>
                      <c:pt idx="16">
                        <c:v>17.441961312599027</c:v>
                      </c:pt>
                      <c:pt idx="17">
                        <c:v>18.545847537786003</c:v>
                      </c:pt>
                      <c:pt idx="18">
                        <c:v>20.717845766781217</c:v>
                      </c:pt>
                      <c:pt idx="19">
                        <c:v>19.40403130191034</c:v>
                      </c:pt>
                      <c:pt idx="20">
                        <c:v>19.653984525036179</c:v>
                      </c:pt>
                      <c:pt idx="21">
                        <c:v>20.633068003561824</c:v>
                      </c:pt>
                      <c:pt idx="22">
                        <c:v>19.655537649937781</c:v>
                      </c:pt>
                      <c:pt idx="23">
                        <c:v>16.975559443779353</c:v>
                      </c:pt>
                      <c:pt idx="24">
                        <c:v>16.332704934853503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D4DC-4515-ADB3-9292EB785722}"/>
                  </c:ext>
                </c:extLst>
              </c15:ser>
            </c15:filteredLineSeries>
          </c:ext>
        </c:extLst>
      </c:lineChart>
      <c:catAx>
        <c:axId val="1775022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156799"/>
        <c:crosses val="autoZero"/>
        <c:auto val="1"/>
        <c:lblAlgn val="ctr"/>
        <c:lblOffset val="100"/>
        <c:noMultiLvlLbl val="0"/>
      </c:catAx>
      <c:valAx>
        <c:axId val="1160156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5022287"/>
        <c:crosses val="autoZero"/>
        <c:crossBetween val="between"/>
      </c:valAx>
      <c:valAx>
        <c:axId val="1160150079"/>
        <c:scaling>
          <c:orientation val="minMax"/>
        </c:scaling>
        <c:delete val="0"/>
        <c:axPos val="r"/>
        <c:numFmt formatCode="0.00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5029247"/>
        <c:crosses val="max"/>
        <c:crossBetween val="between"/>
      </c:valAx>
      <c:catAx>
        <c:axId val="17750292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6015007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SG" dirty="0"/>
              <a:t>Output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1373427176693807E-2"/>
          <c:y val="0.17355615081441644"/>
          <c:w val="0.91575405469413407"/>
          <c:h val="0.75338193561373723"/>
        </c:manualLayout>
      </c:layout>
      <c:lineChart>
        <c:grouping val="standard"/>
        <c:varyColors val="0"/>
        <c:ser>
          <c:idx val="0"/>
          <c:order val="0"/>
          <c:tx>
            <c:strRef>
              <c:f>'demo charts '!$C$2</c:f>
              <c:strCache>
                <c:ptCount val="1"/>
                <c:pt idx="0">
                  <c:v>GDP (constant 2015 US$)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1.0155308000068437E-3"/>
                  <c:y val="-8.0132237970835282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cat>
            <c:strLit>
              <c:ptCount val="10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5</c:v>
              </c:pt>
              <c:pt idx="4">
                <c:v>6</c:v>
              </c:pt>
              <c:pt idx="5">
                <c:v>7</c:v>
              </c:pt>
              <c:pt idx="6">
                <c:v>8</c:v>
              </c:pt>
              <c:pt idx="7">
                <c:v>9</c:v>
              </c:pt>
              <c:pt idx="8">
                <c:v>10</c:v>
              </c:pt>
              <c:pt idx="9">
                <c:v>11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'demo charts '!$D$2:$N$2</c:f>
              <c:numCache>
                <c:formatCode>General</c:formatCode>
                <c:ptCount val="11"/>
                <c:pt idx="0">
                  <c:v>216120888113.03256</c:v>
                </c:pt>
                <c:pt idx="1">
                  <c:v>247501100140.01782</c:v>
                </c:pt>
                <c:pt idx="2">
                  <c:v>202883130580.25601</c:v>
                </c:pt>
                <c:pt idx="3">
                  <c:v>274543305511.61057</c:v>
                </c:pt>
                <c:pt idx="4">
                  <c:v>287769788882.22137</c:v>
                </c:pt>
                <c:pt idx="5">
                  <c:v>299095084828.97827</c:v>
                </c:pt>
                <c:pt idx="6">
                  <c:v>307998545269.39795</c:v>
                </c:pt>
                <c:pt idx="7">
                  <c:v>319051515647.44604</c:v>
                </c:pt>
                <c:pt idx="8">
                  <c:v>333450075464.14996</c:v>
                </c:pt>
                <c:pt idx="9">
                  <c:v>345177895368.5014</c:v>
                </c:pt>
                <c:pt idx="10">
                  <c:v>349820740821.55908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6705-4E93-90F8-64FBDEA66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41570128"/>
        <c:axId val="1941570608"/>
      </c:lineChart>
      <c:catAx>
        <c:axId val="194157012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1570608"/>
        <c:crosses val="autoZero"/>
        <c:auto val="1"/>
        <c:lblAlgn val="ctr"/>
        <c:lblOffset val="100"/>
        <c:noMultiLvlLbl val="0"/>
      </c:catAx>
      <c:valAx>
        <c:axId val="1941570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1570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SG" dirty="0"/>
              <a:t>Sectoral growth of Singapore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'chart 1_sg'!$B$1</c:f>
              <c:strCache>
                <c:ptCount val="1"/>
                <c:pt idx="0">
                  <c:v>Manufacturing, value added (% of GDP)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'chart 1_sg'!$A$2:$A$26</c:f>
              <c:numCache>
                <c:formatCode>General</c:formatCode>
                <c:ptCount val="2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</c:numCache>
            </c:numRef>
          </c:cat>
          <c:val>
            <c:numRef>
              <c:f>'chart 1_sg'!$B$2:$B$26</c:f>
              <c:numCache>
                <c:formatCode>0.0000</c:formatCode>
                <c:ptCount val="25"/>
                <c:pt idx="0">
                  <c:v>25.861486037755899</c:v>
                </c:pt>
                <c:pt idx="1">
                  <c:v>23.394697847414562</c:v>
                </c:pt>
                <c:pt idx="2">
                  <c:v>24.737640322972926</c:v>
                </c:pt>
                <c:pt idx="3">
                  <c:v>24.765412693196893</c:v>
                </c:pt>
                <c:pt idx="4">
                  <c:v>27.119367597064286</c:v>
                </c:pt>
                <c:pt idx="5">
                  <c:v>27.076761798207059</c:v>
                </c:pt>
                <c:pt idx="6">
                  <c:v>26.578005985802772</c:v>
                </c:pt>
                <c:pt idx="7">
                  <c:v>23.822651904527213</c:v>
                </c:pt>
                <c:pt idx="8">
                  <c:v>20.585664973848445</c:v>
                </c:pt>
                <c:pt idx="9">
                  <c:v>20.273376429073512</c:v>
                </c:pt>
                <c:pt idx="10">
                  <c:v>20.773833025312548</c:v>
                </c:pt>
                <c:pt idx="11">
                  <c:v>19.582551507977822</c:v>
                </c:pt>
                <c:pt idx="12">
                  <c:v>19.116821980066192</c:v>
                </c:pt>
                <c:pt idx="13">
                  <c:v>17.638409614875453</c:v>
                </c:pt>
                <c:pt idx="14">
                  <c:v>17.999768892128522</c:v>
                </c:pt>
                <c:pt idx="15">
                  <c:v>18.089329854873405</c:v>
                </c:pt>
                <c:pt idx="16">
                  <c:v>17.441961312599027</c:v>
                </c:pt>
                <c:pt idx="17">
                  <c:v>18.545847537786003</c:v>
                </c:pt>
                <c:pt idx="18">
                  <c:v>20.717845766781217</c:v>
                </c:pt>
                <c:pt idx="19">
                  <c:v>19.40403130191034</c:v>
                </c:pt>
                <c:pt idx="20">
                  <c:v>19.653984525036179</c:v>
                </c:pt>
                <c:pt idx="21">
                  <c:v>20.633068003561824</c:v>
                </c:pt>
                <c:pt idx="22">
                  <c:v>19.655537649937781</c:v>
                </c:pt>
                <c:pt idx="23">
                  <c:v>16.975559443779353</c:v>
                </c:pt>
                <c:pt idx="24">
                  <c:v>16.332704934853503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48-469F-9584-99CD9C7D53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88885103"/>
        <c:axId val="1508737439"/>
      </c:lineChart>
      <c:lineChart>
        <c:grouping val="standar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91121183"/>
        <c:axId val="1508757599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'chart 1_sg'!$C$1</c15:sqref>
                        </c15:formulaRef>
                      </c:ext>
                    </c:extLst>
                    <c:strCache>
                      <c:ptCount val="1"/>
                      <c:pt idx="0">
                        <c:v>Agriculture, forestry, and fishing, value added (% of GDP)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'chart 1_sg'!$A$2:$A$26</c15:sqref>
                        </c15:formulaRef>
                      </c:ext>
                    </c:extLst>
                    <c:numCache>
                      <c:formatCode>General</c:formatCode>
                      <c:ptCount val="25"/>
                      <c:pt idx="0">
                        <c:v>2000</c:v>
                      </c:pt>
                      <c:pt idx="1">
                        <c:v>2001</c:v>
                      </c:pt>
                      <c:pt idx="2">
                        <c:v>2002</c:v>
                      </c:pt>
                      <c:pt idx="3">
                        <c:v>2003</c:v>
                      </c:pt>
                      <c:pt idx="4">
                        <c:v>2004</c:v>
                      </c:pt>
                      <c:pt idx="5">
                        <c:v>2005</c:v>
                      </c:pt>
                      <c:pt idx="6">
                        <c:v>2006</c:v>
                      </c:pt>
                      <c:pt idx="7">
                        <c:v>2007</c:v>
                      </c:pt>
                      <c:pt idx="8">
                        <c:v>2008</c:v>
                      </c:pt>
                      <c:pt idx="9">
                        <c:v>2009</c:v>
                      </c:pt>
                      <c:pt idx="10">
                        <c:v>2010</c:v>
                      </c:pt>
                      <c:pt idx="11">
                        <c:v>2011</c:v>
                      </c:pt>
                      <c:pt idx="12">
                        <c:v>2012</c:v>
                      </c:pt>
                      <c:pt idx="13">
                        <c:v>2013</c:v>
                      </c:pt>
                      <c:pt idx="14">
                        <c:v>2014</c:v>
                      </c:pt>
                      <c:pt idx="15">
                        <c:v>2015</c:v>
                      </c:pt>
                      <c:pt idx="16">
                        <c:v>2016</c:v>
                      </c:pt>
                      <c:pt idx="17">
                        <c:v>2017</c:v>
                      </c:pt>
                      <c:pt idx="18">
                        <c:v>2018</c:v>
                      </c:pt>
                      <c:pt idx="19">
                        <c:v>2019</c:v>
                      </c:pt>
                      <c:pt idx="20">
                        <c:v>2020</c:v>
                      </c:pt>
                      <c:pt idx="21">
                        <c:v>2021</c:v>
                      </c:pt>
                      <c:pt idx="22">
                        <c:v>2022</c:v>
                      </c:pt>
                      <c:pt idx="23">
                        <c:v>2023</c:v>
                      </c:pt>
                      <c:pt idx="24">
                        <c:v>2024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'chart 1_sg'!$C$2:$C$26</c15:sqref>
                        </c15:formulaRef>
                      </c:ext>
                    </c:extLst>
                    <c:numCache>
                      <c:formatCode>General</c:formatCode>
                      <c:ptCount val="25"/>
                      <c:pt idx="0">
                        <c:v>9.2131732680321002E-2</c:v>
                      </c:pt>
                      <c:pt idx="1">
                        <c:v>8.2356655909540694E-2</c:v>
                      </c:pt>
                      <c:pt idx="2">
                        <c:v>7.1032800014001363E-2</c:v>
                      </c:pt>
                      <c:pt idx="3">
                        <c:v>6.1134072311026647E-2</c:v>
                      </c:pt>
                      <c:pt idx="4">
                        <c:v>5.5648989626246571E-2</c:v>
                      </c:pt>
                      <c:pt idx="5">
                        <c:v>5.5048114214259862E-2</c:v>
                      </c:pt>
                      <c:pt idx="6">
                        <c:v>4.8865424451682515E-2</c:v>
                      </c:pt>
                      <c:pt idx="7">
                        <c:v>4.286799737144735E-2</c:v>
                      </c:pt>
                      <c:pt idx="8">
                        <c:v>4.1432188466446869E-2</c:v>
                      </c:pt>
                      <c:pt idx="9">
                        <c:v>4.0687761270138054E-2</c:v>
                      </c:pt>
                      <c:pt idx="10">
                        <c:v>3.614898888342135E-2</c:v>
                      </c:pt>
                      <c:pt idx="11">
                        <c:v>3.4607600751235389E-2</c:v>
                      </c:pt>
                      <c:pt idx="12">
                        <c:v>3.3272726533169004E-2</c:v>
                      </c:pt>
                      <c:pt idx="13">
                        <c:v>3.4375216793813404E-2</c:v>
                      </c:pt>
                      <c:pt idx="14">
                        <c:v>3.4540851073536168E-2</c:v>
                      </c:pt>
                      <c:pt idx="15">
                        <c:v>3.2613513802648333E-2</c:v>
                      </c:pt>
                      <c:pt idx="16">
                        <c:v>3.1521289438126224E-2</c:v>
                      </c:pt>
                      <c:pt idx="17">
                        <c:v>3.0763583755226389E-2</c:v>
                      </c:pt>
                      <c:pt idx="18">
                        <c:v>3.0117148236328394E-2</c:v>
                      </c:pt>
                      <c:pt idx="19">
                        <c:v>3.2252130199608528E-2</c:v>
                      </c:pt>
                      <c:pt idx="20">
                        <c:v>3.281725211869508E-2</c:v>
                      </c:pt>
                      <c:pt idx="21">
                        <c:v>3.0551368665513827E-2</c:v>
                      </c:pt>
                      <c:pt idx="22">
                        <c:v>2.597731637364643E-2</c:v>
                      </c:pt>
                      <c:pt idx="23">
                        <c:v>2.8849802007551339E-2</c:v>
                      </c:pt>
                      <c:pt idx="24">
                        <c:v>2.7439170694473516E-2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048-469F-9584-99CD9C7D5380}"/>
                  </c:ext>
                </c:extLst>
              </c15:ser>
            </c15:filteredLineSeries>
          </c:ext>
        </c:extLst>
      </c:lineChart>
      <c:catAx>
        <c:axId val="14888851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 dirty="0"/>
                  <a:t>Time period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8737439"/>
        <c:crosses val="autoZero"/>
        <c:auto val="1"/>
        <c:lblAlgn val="ctr"/>
        <c:lblOffset val="100"/>
        <c:noMultiLvlLbl val="0"/>
      </c:catAx>
      <c:valAx>
        <c:axId val="1508737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 dirty="0"/>
                  <a:t>% of GDP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885103"/>
        <c:crosses val="autoZero"/>
        <c:crossBetween val="between"/>
      </c:valAx>
      <c:valAx>
        <c:axId val="150875759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1121183"/>
        <c:crosses val="max"/>
        <c:crossBetween val="between"/>
      </c:valAx>
      <c:catAx>
        <c:axId val="189112118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0875759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SG" dirty="0"/>
              <a:t>Sectoral growth of Singapore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'chart 1_sg'!$B$1</c:f>
              <c:strCache>
                <c:ptCount val="1"/>
                <c:pt idx="0">
                  <c:v>Manufacturing, value added (% of GDP)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'chart 1_sg'!$A$2:$A$26</c:f>
              <c:numCache>
                <c:formatCode>General</c:formatCode>
                <c:ptCount val="2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</c:numCache>
            </c:numRef>
          </c:cat>
          <c:val>
            <c:numRef>
              <c:f>'chart 1_sg'!$B$2:$B$26</c:f>
              <c:numCache>
                <c:formatCode>0.0000</c:formatCode>
                <c:ptCount val="25"/>
                <c:pt idx="0">
                  <c:v>25.861486037755899</c:v>
                </c:pt>
                <c:pt idx="1">
                  <c:v>23.394697847414562</c:v>
                </c:pt>
                <c:pt idx="2">
                  <c:v>24.737640322972926</c:v>
                </c:pt>
                <c:pt idx="3">
                  <c:v>24.765412693196893</c:v>
                </c:pt>
                <c:pt idx="4">
                  <c:v>27.119367597064286</c:v>
                </c:pt>
                <c:pt idx="5">
                  <c:v>27.076761798207059</c:v>
                </c:pt>
                <c:pt idx="6">
                  <c:v>26.578005985802772</c:v>
                </c:pt>
                <c:pt idx="7">
                  <c:v>23.822651904527213</c:v>
                </c:pt>
                <c:pt idx="8">
                  <c:v>20.585664973848445</c:v>
                </c:pt>
                <c:pt idx="9">
                  <c:v>20.273376429073512</c:v>
                </c:pt>
                <c:pt idx="10">
                  <c:v>20.773833025312548</c:v>
                </c:pt>
                <c:pt idx="11">
                  <c:v>19.582551507977822</c:v>
                </c:pt>
                <c:pt idx="12">
                  <c:v>19.116821980066192</c:v>
                </c:pt>
                <c:pt idx="13">
                  <c:v>17.638409614875453</c:v>
                </c:pt>
                <c:pt idx="14">
                  <c:v>17.999768892128522</c:v>
                </c:pt>
                <c:pt idx="15">
                  <c:v>18.089329854873405</c:v>
                </c:pt>
                <c:pt idx="16">
                  <c:v>17.441961312599027</c:v>
                </c:pt>
                <c:pt idx="17">
                  <c:v>18.545847537786003</c:v>
                </c:pt>
                <c:pt idx="18">
                  <c:v>20.717845766781217</c:v>
                </c:pt>
                <c:pt idx="19">
                  <c:v>19.40403130191034</c:v>
                </c:pt>
                <c:pt idx="20">
                  <c:v>19.653984525036179</c:v>
                </c:pt>
                <c:pt idx="21">
                  <c:v>20.633068003561824</c:v>
                </c:pt>
                <c:pt idx="22">
                  <c:v>19.655537649937781</c:v>
                </c:pt>
                <c:pt idx="23">
                  <c:v>16.975559443779353</c:v>
                </c:pt>
                <c:pt idx="24">
                  <c:v>16.332704934853503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14-4CFA-BCF7-D68FBF01D8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8885103"/>
        <c:axId val="1508737439"/>
      </c:lineChart>
      <c:lineChart>
        <c:grouping val="standard"/>
        <c:varyColors val="0"/>
        <c:ser>
          <c:idx val="1"/>
          <c:order val="1"/>
          <c:tx>
            <c:strRef>
              <c:f>'chart 1_sg'!$C$1</c:f>
              <c:strCache>
                <c:ptCount val="1"/>
                <c:pt idx="0">
                  <c:v>Agriculture, forestry, and fishing, value added (% of GDP)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'chart 1_sg'!$A$2:$A$26</c:f>
              <c:numCache>
                <c:formatCode>General</c:formatCode>
                <c:ptCount val="2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</c:numCache>
            </c:numRef>
          </c:cat>
          <c:val>
            <c:numRef>
              <c:f>'chart 1_sg'!$C$2:$C$26</c:f>
              <c:numCache>
                <c:formatCode>General</c:formatCode>
                <c:ptCount val="25"/>
                <c:pt idx="0">
                  <c:v>9.2131732680321002E-2</c:v>
                </c:pt>
                <c:pt idx="1">
                  <c:v>8.2356655909540694E-2</c:v>
                </c:pt>
                <c:pt idx="2">
                  <c:v>7.1032800014001363E-2</c:v>
                </c:pt>
                <c:pt idx="3">
                  <c:v>6.1134072311026647E-2</c:v>
                </c:pt>
                <c:pt idx="4">
                  <c:v>5.5648989626246571E-2</c:v>
                </c:pt>
                <c:pt idx="5">
                  <c:v>5.5048114214259862E-2</c:v>
                </c:pt>
                <c:pt idx="6">
                  <c:v>4.8865424451682515E-2</c:v>
                </c:pt>
                <c:pt idx="7">
                  <c:v>4.286799737144735E-2</c:v>
                </c:pt>
                <c:pt idx="8">
                  <c:v>4.1432188466446869E-2</c:v>
                </c:pt>
                <c:pt idx="9">
                  <c:v>4.0687761270138054E-2</c:v>
                </c:pt>
                <c:pt idx="10">
                  <c:v>3.614898888342135E-2</c:v>
                </c:pt>
                <c:pt idx="11">
                  <c:v>3.4607600751235389E-2</c:v>
                </c:pt>
                <c:pt idx="12">
                  <c:v>3.3272726533169004E-2</c:v>
                </c:pt>
                <c:pt idx="13">
                  <c:v>3.4375216793813404E-2</c:v>
                </c:pt>
                <c:pt idx="14">
                  <c:v>3.4540851073536168E-2</c:v>
                </c:pt>
                <c:pt idx="15">
                  <c:v>3.2613513802648333E-2</c:v>
                </c:pt>
                <c:pt idx="16">
                  <c:v>3.1521289438126224E-2</c:v>
                </c:pt>
                <c:pt idx="17">
                  <c:v>3.0763583755226389E-2</c:v>
                </c:pt>
                <c:pt idx="18">
                  <c:v>3.0117148236328394E-2</c:v>
                </c:pt>
                <c:pt idx="19">
                  <c:v>3.2252130199608528E-2</c:v>
                </c:pt>
                <c:pt idx="20">
                  <c:v>3.281725211869508E-2</c:v>
                </c:pt>
                <c:pt idx="21">
                  <c:v>3.0551368665513827E-2</c:v>
                </c:pt>
                <c:pt idx="22">
                  <c:v>2.597731637364643E-2</c:v>
                </c:pt>
                <c:pt idx="23">
                  <c:v>2.8849802007551339E-2</c:v>
                </c:pt>
                <c:pt idx="24">
                  <c:v>2.7439170694473516E-2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C14-4CFA-BCF7-D68FBF01D8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91121183"/>
        <c:axId val="1508757599"/>
      </c:lineChart>
      <c:catAx>
        <c:axId val="1488885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8737439"/>
        <c:crosses val="autoZero"/>
        <c:auto val="1"/>
        <c:lblAlgn val="ctr"/>
        <c:lblOffset val="100"/>
        <c:noMultiLvlLbl val="0"/>
      </c:catAx>
      <c:valAx>
        <c:axId val="1508737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885103"/>
        <c:crosses val="autoZero"/>
        <c:crossBetween val="between"/>
      </c:valAx>
      <c:valAx>
        <c:axId val="150875759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1121183"/>
        <c:crosses val="max"/>
        <c:crossBetween val="between"/>
      </c:valAx>
      <c:catAx>
        <c:axId val="189112118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0875759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 B : Employment in agriculture (% of total employment) (modeled ILO estimate)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5197986201137776E-2"/>
          <c:y val="0.25331180345118481"/>
          <c:w val="0.88967037966922158"/>
          <c:h val="0.66879302900972992"/>
        </c:manualLayout>
      </c:layout>
      <c:scatterChart>
        <c:scatterStyle val="lineMarker"/>
        <c:varyColors val="0"/>
        <c:ser>
          <c:idx val="0"/>
          <c:order val="0"/>
          <c:tx>
            <c:strRef>
              <c:f>'chart 2 and 3'!$O$1</c:f>
              <c:strCache>
                <c:ptCount val="1"/>
                <c:pt idx="0">
                  <c:v>Employment in agriculture (% of total employment) (modeled ILO estimate)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9.9767033169664385E-2"/>
                  <c:y val="0.20847248721705378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'chart 2 and 3'!$N$2:$N$26</c:f>
              <c:numCache>
                <c:formatCode>General</c:formatCode>
                <c:ptCount val="25"/>
                <c:pt idx="0">
                  <c:v>25.861486037755899</c:v>
                </c:pt>
                <c:pt idx="1">
                  <c:v>23.394697847414562</c:v>
                </c:pt>
                <c:pt idx="2">
                  <c:v>24.737640322972926</c:v>
                </c:pt>
                <c:pt idx="3">
                  <c:v>24.765412693196893</c:v>
                </c:pt>
                <c:pt idx="4">
                  <c:v>27.119367597064286</c:v>
                </c:pt>
                <c:pt idx="5">
                  <c:v>27.076761798207059</c:v>
                </c:pt>
                <c:pt idx="6">
                  <c:v>26.578005985802772</c:v>
                </c:pt>
                <c:pt idx="7">
                  <c:v>23.822651904527213</c:v>
                </c:pt>
                <c:pt idx="8">
                  <c:v>20.585664973848445</c:v>
                </c:pt>
                <c:pt idx="9">
                  <c:v>20.273376429073512</c:v>
                </c:pt>
                <c:pt idx="10">
                  <c:v>20.773833025312548</c:v>
                </c:pt>
                <c:pt idx="11">
                  <c:v>19.582551507977822</c:v>
                </c:pt>
                <c:pt idx="12">
                  <c:v>19.116821980066192</c:v>
                </c:pt>
                <c:pt idx="13">
                  <c:v>17.638409614875453</c:v>
                </c:pt>
                <c:pt idx="14">
                  <c:v>17.999768892128522</c:v>
                </c:pt>
                <c:pt idx="15">
                  <c:v>18.089329854873405</c:v>
                </c:pt>
                <c:pt idx="16">
                  <c:v>17.441961312599027</c:v>
                </c:pt>
                <c:pt idx="17">
                  <c:v>18.545847537786003</c:v>
                </c:pt>
                <c:pt idx="18">
                  <c:v>20.717845766781217</c:v>
                </c:pt>
                <c:pt idx="19">
                  <c:v>19.40403130191034</c:v>
                </c:pt>
                <c:pt idx="20">
                  <c:v>19.653984525036179</c:v>
                </c:pt>
                <c:pt idx="21">
                  <c:v>20.633068003561824</c:v>
                </c:pt>
                <c:pt idx="22">
                  <c:v>19.655537649937781</c:v>
                </c:pt>
                <c:pt idx="23">
                  <c:v>16.975559443779353</c:v>
                </c:pt>
                <c:pt idx="24">
                  <c:v>16.332704934853503</c:v>
                </c:pt>
              </c:numCache>
            </c:numRef>
          </c:xVal>
          <c:yVal>
            <c:numRef>
              <c:f>'chart 2 and 3'!$O$2:$O$26</c:f>
              <c:numCache>
                <c:formatCode>General</c:formatCode>
                <c:ptCount val="25"/>
                <c:pt idx="0">
                  <c:v>0.17689908365402099</c:v>
                </c:pt>
                <c:pt idx="1">
                  <c:v>0.173741005150197</c:v>
                </c:pt>
                <c:pt idx="2">
                  <c:v>0.16944763175838501</c:v>
                </c:pt>
                <c:pt idx="3">
                  <c:v>0.16459654177274699</c:v>
                </c:pt>
                <c:pt idx="4">
                  <c:v>0.15970081754349399</c:v>
                </c:pt>
                <c:pt idx="5">
                  <c:v>0.155212233759282</c:v>
                </c:pt>
                <c:pt idx="6">
                  <c:v>0.15069969562712299</c:v>
                </c:pt>
                <c:pt idx="7">
                  <c:v>0.14645508484910399</c:v>
                </c:pt>
                <c:pt idx="8">
                  <c:v>0.14231124802675299</c:v>
                </c:pt>
                <c:pt idx="9">
                  <c:v>0.13906365808080101</c:v>
                </c:pt>
                <c:pt idx="10">
                  <c:v>0.13561924621409599</c:v>
                </c:pt>
                <c:pt idx="11">
                  <c:v>0.13246039834856399</c:v>
                </c:pt>
                <c:pt idx="12">
                  <c:v>0.12955873329242601</c:v>
                </c:pt>
                <c:pt idx="13">
                  <c:v>0.12679854020966699</c:v>
                </c:pt>
                <c:pt idx="14">
                  <c:v>0.124092213197688</c:v>
                </c:pt>
                <c:pt idx="15">
                  <c:v>0.12145966005548101</c:v>
                </c:pt>
                <c:pt idx="16">
                  <c:v>0.11897925916280699</c:v>
                </c:pt>
                <c:pt idx="17">
                  <c:v>0.117077595142899</c:v>
                </c:pt>
                <c:pt idx="18">
                  <c:v>0.115089283007242</c:v>
                </c:pt>
                <c:pt idx="19">
                  <c:v>0.113041897035994</c:v>
                </c:pt>
                <c:pt idx="20">
                  <c:v>0.108162685533748</c:v>
                </c:pt>
                <c:pt idx="21">
                  <c:v>0.107777556138585</c:v>
                </c:pt>
                <c:pt idx="22">
                  <c:v>9.0952445633474793E-2</c:v>
                </c:pt>
                <c:pt idx="23">
                  <c:v>7.9580186024164501E-2</c:v>
                </c:pt>
                <c:pt idx="24">
                  <c:v>9.7983733027354095E-2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A25-44AE-AC13-B0461BB1E3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6838415"/>
        <c:axId val="2092640831"/>
      </c:scatterChart>
      <c:valAx>
        <c:axId val="1446838415"/>
        <c:scaling>
          <c:orientation val="minMax"/>
          <c:min val="1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2640831"/>
        <c:crosses val="autoZero"/>
        <c:crossBetween val="midCat"/>
      </c:valAx>
      <c:valAx>
        <c:axId val="2092640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68384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SG" dirty="0"/>
              <a:t>Real GDP growth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1373427176693807E-2"/>
          <c:y val="0.17355615081441644"/>
          <c:w val="0.91575405469413407"/>
          <c:h val="0.75338193561373723"/>
        </c:manualLayout>
      </c:layout>
      <c:lineChart>
        <c:grouping val="standard"/>
        <c:varyColors val="0"/>
        <c:ser>
          <c:idx val="0"/>
          <c:order val="0"/>
          <c:tx>
            <c:strRef>
              <c:f>'demo charts '!$C$2</c:f>
              <c:strCache>
                <c:ptCount val="1"/>
                <c:pt idx="0">
                  <c:v>GDP (constant 2015 US$)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1.0155308000068437E-3"/>
                  <c:y val="-8.0132237970835282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cat>
            <c:strLit>
              <c:ptCount val="10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5</c:v>
              </c:pt>
              <c:pt idx="4">
                <c:v>6</c:v>
              </c:pt>
              <c:pt idx="5">
                <c:v>7</c:v>
              </c:pt>
              <c:pt idx="6">
                <c:v>8</c:v>
              </c:pt>
              <c:pt idx="7">
                <c:v>9</c:v>
              </c:pt>
              <c:pt idx="8">
                <c:v>10</c:v>
              </c:pt>
              <c:pt idx="9">
                <c:v>11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'demo charts '!$D$2:$N$2</c:f>
              <c:numCache>
                <c:formatCode>General</c:formatCode>
                <c:ptCount val="11"/>
                <c:pt idx="0">
                  <c:v>216120888113.03256</c:v>
                </c:pt>
                <c:pt idx="1">
                  <c:v>247501100140.01782</c:v>
                </c:pt>
                <c:pt idx="2">
                  <c:v>202883130580.25601</c:v>
                </c:pt>
                <c:pt idx="3">
                  <c:v>274543305511.61057</c:v>
                </c:pt>
                <c:pt idx="4">
                  <c:v>287769788882.22137</c:v>
                </c:pt>
                <c:pt idx="5">
                  <c:v>299095084828.97827</c:v>
                </c:pt>
                <c:pt idx="6">
                  <c:v>307998545269.39795</c:v>
                </c:pt>
                <c:pt idx="7">
                  <c:v>319051515647.44604</c:v>
                </c:pt>
                <c:pt idx="8">
                  <c:v>333450075464.14996</c:v>
                </c:pt>
                <c:pt idx="9">
                  <c:v>345177895368.5014</c:v>
                </c:pt>
                <c:pt idx="10">
                  <c:v>349820740821.55908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88C1-44E1-87BD-C0E1521B94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41570128"/>
        <c:axId val="1941570608"/>
      </c:lineChart>
      <c:catAx>
        <c:axId val="194157012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1570608"/>
        <c:crosses val="autoZero"/>
        <c:auto val="1"/>
        <c:lblAlgn val="ctr"/>
        <c:lblOffset val="100"/>
        <c:noMultiLvlLbl val="0"/>
      </c:catAx>
      <c:valAx>
        <c:axId val="1941570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1570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SG" dirty="0"/>
              <a:t>Real GDP growth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1373427176693807E-2"/>
          <c:y val="0.17355615081441644"/>
          <c:w val="0.91575405469413407"/>
          <c:h val="0.75338193561373723"/>
        </c:manualLayout>
      </c:layout>
      <c:lineChart>
        <c:grouping val="standard"/>
        <c:varyColors val="0"/>
        <c:ser>
          <c:idx val="0"/>
          <c:order val="0"/>
          <c:tx>
            <c:strRef>
              <c:f>'demo charts '!$C$2</c:f>
              <c:strCache>
                <c:ptCount val="1"/>
                <c:pt idx="0">
                  <c:v>GDP (constant 2015 US$)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1.0155308000068437E-3"/>
                  <c:y val="-8.0132237970835282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cat>
            <c:strLit>
              <c:ptCount val="10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5</c:v>
              </c:pt>
              <c:pt idx="4">
                <c:v>6</c:v>
              </c:pt>
              <c:pt idx="5">
                <c:v>7</c:v>
              </c:pt>
              <c:pt idx="6">
                <c:v>8</c:v>
              </c:pt>
              <c:pt idx="7">
                <c:v>9</c:v>
              </c:pt>
              <c:pt idx="8">
                <c:v>10</c:v>
              </c:pt>
              <c:pt idx="9">
                <c:v>11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'demo charts '!$D$2:$N$2</c:f>
              <c:numCache>
                <c:formatCode>General</c:formatCode>
                <c:ptCount val="11"/>
                <c:pt idx="0">
                  <c:v>216120888113.03256</c:v>
                </c:pt>
                <c:pt idx="1">
                  <c:v>247501100140.01782</c:v>
                </c:pt>
                <c:pt idx="2">
                  <c:v>202883130580.25601</c:v>
                </c:pt>
                <c:pt idx="3">
                  <c:v>274543305511.61057</c:v>
                </c:pt>
                <c:pt idx="4">
                  <c:v>287769788882.22137</c:v>
                </c:pt>
                <c:pt idx="5">
                  <c:v>299095084828.97827</c:v>
                </c:pt>
                <c:pt idx="6">
                  <c:v>307998545269.39795</c:v>
                </c:pt>
                <c:pt idx="7">
                  <c:v>319051515647.44604</c:v>
                </c:pt>
                <c:pt idx="8">
                  <c:v>333450075464.14996</c:v>
                </c:pt>
                <c:pt idx="9">
                  <c:v>345177895368.5014</c:v>
                </c:pt>
                <c:pt idx="10">
                  <c:v>349820740821.55908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88C1-44E1-87BD-C0E1521B94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41570128"/>
        <c:axId val="1941570608"/>
      </c:lineChart>
      <c:catAx>
        <c:axId val="194157012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1570608"/>
        <c:crosses val="autoZero"/>
        <c:auto val="1"/>
        <c:lblAlgn val="ctr"/>
        <c:lblOffset val="100"/>
        <c:noMultiLvlLbl val="0"/>
      </c:catAx>
      <c:valAx>
        <c:axId val="1941570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1570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SG" dirty="0"/>
              <a:t>Real GDP growth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1373427176693807E-2"/>
          <c:y val="0.17355615081441644"/>
          <c:w val="0.91575405469413407"/>
          <c:h val="0.75338193561373723"/>
        </c:manualLayout>
      </c:layout>
      <c:lineChart>
        <c:grouping val="standard"/>
        <c:varyColors val="0"/>
        <c:ser>
          <c:idx val="0"/>
          <c:order val="0"/>
          <c:tx>
            <c:strRef>
              <c:f>'demo charts '!$C$2</c:f>
              <c:strCache>
                <c:ptCount val="1"/>
                <c:pt idx="0">
                  <c:v>GDP (constant 2015 US$)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1.0155308000068437E-3"/>
                  <c:y val="-8.0132237970835282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cat>
            <c:strLit>
              <c:ptCount val="10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5</c:v>
              </c:pt>
              <c:pt idx="4">
                <c:v>6</c:v>
              </c:pt>
              <c:pt idx="5">
                <c:v>7</c:v>
              </c:pt>
              <c:pt idx="6">
                <c:v>8</c:v>
              </c:pt>
              <c:pt idx="7">
                <c:v>9</c:v>
              </c:pt>
              <c:pt idx="8">
                <c:v>10</c:v>
              </c:pt>
              <c:pt idx="9">
                <c:v>11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'demo charts '!$D$2:$N$2</c:f>
              <c:numCache>
                <c:formatCode>General</c:formatCode>
                <c:ptCount val="11"/>
                <c:pt idx="0">
                  <c:v>216120888113.03256</c:v>
                </c:pt>
                <c:pt idx="1">
                  <c:v>247501100140.01782</c:v>
                </c:pt>
                <c:pt idx="2">
                  <c:v>202883130580.25601</c:v>
                </c:pt>
                <c:pt idx="3">
                  <c:v>274543305511.61057</c:v>
                </c:pt>
                <c:pt idx="4">
                  <c:v>287769788882.22137</c:v>
                </c:pt>
                <c:pt idx="5">
                  <c:v>299095084828.97827</c:v>
                </c:pt>
                <c:pt idx="6">
                  <c:v>307998545269.39795</c:v>
                </c:pt>
                <c:pt idx="7">
                  <c:v>319051515647.44604</c:v>
                </c:pt>
                <c:pt idx="8">
                  <c:v>333450075464.14996</c:v>
                </c:pt>
                <c:pt idx="9">
                  <c:v>345177895368.5014</c:v>
                </c:pt>
                <c:pt idx="10">
                  <c:v>349820740821.55908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88C1-44E1-87BD-C0E1521B94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41570128"/>
        <c:axId val="1941570608"/>
      </c:lineChart>
      <c:catAx>
        <c:axId val="194157012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1570608"/>
        <c:crosses val="autoZero"/>
        <c:auto val="1"/>
        <c:lblAlgn val="ctr"/>
        <c:lblOffset val="100"/>
        <c:noMultiLvlLbl val="0"/>
      </c:catAx>
      <c:valAx>
        <c:axId val="1941570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1570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SG" dirty="0"/>
              <a:t>Sectoral growth of Singapore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'chart 1_sg'!$B$1</c:f>
              <c:strCache>
                <c:ptCount val="1"/>
                <c:pt idx="0">
                  <c:v>Manufacturing, value added (% of GDP)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5.1153230752059037E-3"/>
                  <c:y val="-0.1579430985097532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cat>
            <c:numRef>
              <c:f>'chart 1_sg'!$A$2:$A$26</c:f>
              <c:numCache>
                <c:formatCode>General</c:formatCode>
                <c:ptCount val="2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</c:numCache>
            </c:numRef>
          </c:cat>
          <c:val>
            <c:numRef>
              <c:f>'chart 1_sg'!$B$2:$B$26</c:f>
              <c:numCache>
                <c:formatCode>0.0000</c:formatCode>
                <c:ptCount val="25"/>
                <c:pt idx="0">
                  <c:v>25.861486037755899</c:v>
                </c:pt>
                <c:pt idx="1">
                  <c:v>23.394697847414562</c:v>
                </c:pt>
                <c:pt idx="2">
                  <c:v>24.737640322972926</c:v>
                </c:pt>
                <c:pt idx="3">
                  <c:v>24.765412693196893</c:v>
                </c:pt>
                <c:pt idx="4">
                  <c:v>27.119367597064286</c:v>
                </c:pt>
                <c:pt idx="5">
                  <c:v>27.076761798207059</c:v>
                </c:pt>
                <c:pt idx="6">
                  <c:v>26.578005985802772</c:v>
                </c:pt>
                <c:pt idx="7">
                  <c:v>23.822651904527213</c:v>
                </c:pt>
                <c:pt idx="8">
                  <c:v>20.585664973848445</c:v>
                </c:pt>
                <c:pt idx="9">
                  <c:v>20.273376429073512</c:v>
                </c:pt>
                <c:pt idx="10">
                  <c:v>20.773833025312548</c:v>
                </c:pt>
                <c:pt idx="11">
                  <c:v>19.582551507977822</c:v>
                </c:pt>
                <c:pt idx="12">
                  <c:v>19.116821980066192</c:v>
                </c:pt>
                <c:pt idx="13">
                  <c:v>17.638409614875453</c:v>
                </c:pt>
                <c:pt idx="14">
                  <c:v>17.999768892128522</c:v>
                </c:pt>
                <c:pt idx="15">
                  <c:v>18.089329854873405</c:v>
                </c:pt>
                <c:pt idx="16">
                  <c:v>17.441961312599027</c:v>
                </c:pt>
                <c:pt idx="17">
                  <c:v>18.545847537786003</c:v>
                </c:pt>
                <c:pt idx="18">
                  <c:v>20.717845766781217</c:v>
                </c:pt>
                <c:pt idx="19">
                  <c:v>19.40403130191034</c:v>
                </c:pt>
                <c:pt idx="20">
                  <c:v>19.653984525036179</c:v>
                </c:pt>
                <c:pt idx="21">
                  <c:v>20.633068003561824</c:v>
                </c:pt>
                <c:pt idx="22">
                  <c:v>19.655537649937781</c:v>
                </c:pt>
                <c:pt idx="23">
                  <c:v>16.975559443779353</c:v>
                </c:pt>
                <c:pt idx="24">
                  <c:v>16.332704934853503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9D-44EB-A15A-B49D178EAB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8885103"/>
        <c:axId val="1508737439"/>
      </c:lineChart>
      <c:lineChart>
        <c:grouping val="standard"/>
        <c:varyColors val="0"/>
        <c:ser>
          <c:idx val="1"/>
          <c:order val="1"/>
          <c:tx>
            <c:strRef>
              <c:f>'chart 1_sg'!$C$1</c:f>
              <c:strCache>
                <c:ptCount val="1"/>
                <c:pt idx="0">
                  <c:v>Agriculture, forestry, and fishing, value added (% of GDP)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cat>
            <c:numRef>
              <c:f>'chart 1_sg'!$A$2:$A$26</c:f>
              <c:numCache>
                <c:formatCode>General</c:formatCode>
                <c:ptCount val="2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</c:numCache>
            </c:numRef>
          </c:cat>
          <c:val>
            <c:numRef>
              <c:f>'chart 1_sg'!$C$2:$C$26</c:f>
              <c:numCache>
                <c:formatCode>General</c:formatCode>
                <c:ptCount val="25"/>
                <c:pt idx="0">
                  <c:v>9.2131732680321002E-2</c:v>
                </c:pt>
                <c:pt idx="1">
                  <c:v>8.2356655909540694E-2</c:v>
                </c:pt>
                <c:pt idx="2">
                  <c:v>7.1032800014001363E-2</c:v>
                </c:pt>
                <c:pt idx="3">
                  <c:v>6.1134072311026647E-2</c:v>
                </c:pt>
                <c:pt idx="4">
                  <c:v>5.5648989626246571E-2</c:v>
                </c:pt>
                <c:pt idx="5">
                  <c:v>5.5048114214259862E-2</c:v>
                </c:pt>
                <c:pt idx="6">
                  <c:v>4.8865424451682515E-2</c:v>
                </c:pt>
                <c:pt idx="7">
                  <c:v>4.286799737144735E-2</c:v>
                </c:pt>
                <c:pt idx="8">
                  <c:v>4.1432188466446869E-2</c:v>
                </c:pt>
                <c:pt idx="9">
                  <c:v>4.0687761270138054E-2</c:v>
                </c:pt>
                <c:pt idx="10">
                  <c:v>3.614898888342135E-2</c:v>
                </c:pt>
                <c:pt idx="11">
                  <c:v>3.4607600751235389E-2</c:v>
                </c:pt>
                <c:pt idx="12">
                  <c:v>3.3272726533169004E-2</c:v>
                </c:pt>
                <c:pt idx="13">
                  <c:v>3.4375216793813404E-2</c:v>
                </c:pt>
                <c:pt idx="14">
                  <c:v>3.4540851073536168E-2</c:v>
                </c:pt>
                <c:pt idx="15">
                  <c:v>3.2613513802648333E-2</c:v>
                </c:pt>
                <c:pt idx="16">
                  <c:v>3.1521289438126224E-2</c:v>
                </c:pt>
                <c:pt idx="17">
                  <c:v>3.0763583755226389E-2</c:v>
                </c:pt>
                <c:pt idx="18">
                  <c:v>3.0117148236328394E-2</c:v>
                </c:pt>
                <c:pt idx="19">
                  <c:v>3.2252130199608528E-2</c:v>
                </c:pt>
                <c:pt idx="20">
                  <c:v>3.281725211869508E-2</c:v>
                </c:pt>
                <c:pt idx="21">
                  <c:v>3.0551368665513827E-2</c:v>
                </c:pt>
                <c:pt idx="22">
                  <c:v>2.597731637364643E-2</c:v>
                </c:pt>
                <c:pt idx="23">
                  <c:v>2.8849802007551339E-2</c:v>
                </c:pt>
                <c:pt idx="24">
                  <c:v>2.7439170694473516E-2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C9D-44EB-A15A-B49D178EAB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91121183"/>
        <c:axId val="1508757599"/>
      </c:lineChart>
      <c:catAx>
        <c:axId val="1488885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8737439"/>
        <c:crosses val="autoZero"/>
        <c:auto val="1"/>
        <c:lblAlgn val="ctr"/>
        <c:lblOffset val="100"/>
        <c:noMultiLvlLbl val="0"/>
      </c:catAx>
      <c:valAx>
        <c:axId val="1508737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885103"/>
        <c:crosses val="autoZero"/>
        <c:crossBetween val="between"/>
      </c:valAx>
      <c:valAx>
        <c:axId val="150875759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1121183"/>
        <c:crosses val="max"/>
        <c:crossBetween val="between"/>
      </c:valAx>
      <c:catAx>
        <c:axId val="189112118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0875759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image" Target="../media/image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image" Target="../media/image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image" Target="../media/image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image" Target="../media/image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image" Target="../media/image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image" Target="../media/image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image" Target="../media/image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image" Target="../media/image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image" Target="../media/image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image" Target="../media/image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8EDEB2-C4F4-47D1-B487-E3D6FB6A4B29}" type="doc">
      <dgm:prSet loTypeId="urn:microsoft.com/office/officeart/2005/8/layout/hList7" loCatId="relationship" qsTypeId="urn:microsoft.com/office/officeart/2005/8/quickstyle/simple1" qsCatId="simple" csTypeId="urn:microsoft.com/office/officeart/2005/8/colors/accent1_2" csCatId="accent1" phldr="1"/>
      <dgm:spPr/>
    </dgm:pt>
    <dgm:pt modelId="{82750718-49E1-45A7-9F84-02711094B2C5}">
      <dgm:prSet phldrT="[Text]"/>
      <dgm:spPr/>
      <dgm:t>
        <a:bodyPr/>
        <a:lstStyle/>
        <a:p>
          <a:r>
            <a:rPr lang="en-GB" dirty="0"/>
            <a:t>Country(s)</a:t>
          </a:r>
          <a:endParaRPr lang="en-SG" dirty="0"/>
        </a:p>
      </dgm:t>
    </dgm:pt>
    <dgm:pt modelId="{E4E5B9AE-7B64-4BED-8D5C-83B735B101F1}" type="parTrans" cxnId="{4DF46771-5E91-433C-89C4-AFF0DAA32855}">
      <dgm:prSet/>
      <dgm:spPr/>
      <dgm:t>
        <a:bodyPr/>
        <a:lstStyle/>
        <a:p>
          <a:endParaRPr lang="en-SG"/>
        </a:p>
      </dgm:t>
    </dgm:pt>
    <dgm:pt modelId="{D6CA46DA-FB3E-4FC6-ABDE-F52F1AAA3CD4}" type="sibTrans" cxnId="{4DF46771-5E91-433C-89C4-AFF0DAA32855}">
      <dgm:prSet/>
      <dgm:spPr/>
      <dgm:t>
        <a:bodyPr/>
        <a:lstStyle/>
        <a:p>
          <a:endParaRPr lang="en-SG"/>
        </a:p>
      </dgm:t>
    </dgm:pt>
    <dgm:pt modelId="{DBAEE768-26B3-49DA-8638-C3F86F6ED354}">
      <dgm:prSet phldrT="[Text]"/>
      <dgm:spPr/>
      <dgm:t>
        <a:bodyPr/>
        <a:lstStyle/>
        <a:p>
          <a:r>
            <a:rPr lang="en-GB" dirty="0"/>
            <a:t>Data Series </a:t>
          </a:r>
          <a:endParaRPr lang="en-SG" dirty="0"/>
        </a:p>
      </dgm:t>
    </dgm:pt>
    <dgm:pt modelId="{B12A7A15-317E-4947-8718-6C53BD1EA614}" type="parTrans" cxnId="{C73E64D9-5103-4223-9CFA-852B9ADAF079}">
      <dgm:prSet/>
      <dgm:spPr/>
      <dgm:t>
        <a:bodyPr/>
        <a:lstStyle/>
        <a:p>
          <a:endParaRPr lang="en-SG"/>
        </a:p>
      </dgm:t>
    </dgm:pt>
    <dgm:pt modelId="{CEA77B9F-4F98-4025-9BD9-676D911ED670}" type="sibTrans" cxnId="{C73E64D9-5103-4223-9CFA-852B9ADAF079}">
      <dgm:prSet/>
      <dgm:spPr/>
      <dgm:t>
        <a:bodyPr/>
        <a:lstStyle/>
        <a:p>
          <a:endParaRPr lang="en-SG"/>
        </a:p>
      </dgm:t>
    </dgm:pt>
    <dgm:pt modelId="{C99D397B-6C4C-4A73-B336-A814EAA7F27D}">
      <dgm:prSet phldrT="[Text]"/>
      <dgm:spPr/>
      <dgm:t>
        <a:bodyPr/>
        <a:lstStyle/>
        <a:p>
          <a:r>
            <a:rPr lang="en-GB" dirty="0"/>
            <a:t>Time frame</a:t>
          </a:r>
          <a:endParaRPr lang="en-SG" dirty="0"/>
        </a:p>
      </dgm:t>
    </dgm:pt>
    <dgm:pt modelId="{033A1262-DB86-4E7C-990C-7E4A780C8E3F}" type="parTrans" cxnId="{2FE6083C-71F2-4921-A4F4-9966C35E02E6}">
      <dgm:prSet/>
      <dgm:spPr/>
      <dgm:t>
        <a:bodyPr/>
        <a:lstStyle/>
        <a:p>
          <a:endParaRPr lang="en-SG"/>
        </a:p>
      </dgm:t>
    </dgm:pt>
    <dgm:pt modelId="{AC21F53C-511D-4FE4-AF6F-7D10AA87EFCA}" type="sibTrans" cxnId="{2FE6083C-71F2-4921-A4F4-9966C35E02E6}">
      <dgm:prSet/>
      <dgm:spPr/>
      <dgm:t>
        <a:bodyPr/>
        <a:lstStyle/>
        <a:p>
          <a:endParaRPr lang="en-SG"/>
        </a:p>
      </dgm:t>
    </dgm:pt>
    <dgm:pt modelId="{B7674103-4D3A-4450-8313-2C32C4B44EBB}" type="pres">
      <dgm:prSet presAssocID="{108EDEB2-C4F4-47D1-B487-E3D6FB6A4B29}" presName="Name0" presStyleCnt="0">
        <dgm:presLayoutVars>
          <dgm:dir/>
          <dgm:resizeHandles val="exact"/>
        </dgm:presLayoutVars>
      </dgm:prSet>
      <dgm:spPr/>
    </dgm:pt>
    <dgm:pt modelId="{41DBB0BF-9380-4E0A-8DB2-F63C9A1D6603}" type="pres">
      <dgm:prSet presAssocID="{108EDEB2-C4F4-47D1-B487-E3D6FB6A4B29}" presName="fgShape" presStyleLbl="fgShp" presStyleIdx="0" presStyleCnt="1"/>
      <dgm:spPr/>
    </dgm:pt>
    <dgm:pt modelId="{0C80882C-DD5B-4413-B905-915EB853219E}" type="pres">
      <dgm:prSet presAssocID="{108EDEB2-C4F4-47D1-B487-E3D6FB6A4B29}" presName="linComp" presStyleCnt="0"/>
      <dgm:spPr/>
    </dgm:pt>
    <dgm:pt modelId="{ADA71574-E2A8-494F-ADC0-F6461C3ADAAC}" type="pres">
      <dgm:prSet presAssocID="{82750718-49E1-45A7-9F84-02711094B2C5}" presName="compNode" presStyleCnt="0"/>
      <dgm:spPr/>
    </dgm:pt>
    <dgm:pt modelId="{D608CD6F-71E0-4EF7-9536-D6F9E070DF51}" type="pres">
      <dgm:prSet presAssocID="{82750718-49E1-45A7-9F84-02711094B2C5}" presName="bkgdShape" presStyleLbl="node1" presStyleIdx="0" presStyleCnt="3"/>
      <dgm:spPr/>
    </dgm:pt>
    <dgm:pt modelId="{4A3D52EA-9C86-4439-8C20-BE0A88C603F8}" type="pres">
      <dgm:prSet presAssocID="{82750718-49E1-45A7-9F84-02711094B2C5}" presName="nodeTx" presStyleLbl="node1" presStyleIdx="0" presStyleCnt="3">
        <dgm:presLayoutVars>
          <dgm:bulletEnabled val="1"/>
        </dgm:presLayoutVars>
      </dgm:prSet>
      <dgm:spPr/>
    </dgm:pt>
    <dgm:pt modelId="{9EE86981-BB07-42E5-8690-17BAB6BA9437}" type="pres">
      <dgm:prSet presAssocID="{82750718-49E1-45A7-9F84-02711094B2C5}" presName="invisiNode" presStyleLbl="node1" presStyleIdx="0" presStyleCnt="3"/>
      <dgm:spPr/>
    </dgm:pt>
    <dgm:pt modelId="{27F98255-7374-434D-80E3-DC0D49C6587D}" type="pres">
      <dgm:prSet presAssocID="{82750718-49E1-45A7-9F84-02711094B2C5}" presName="imagNode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rth America with solid fill"/>
        </a:ext>
      </dgm:extLst>
    </dgm:pt>
    <dgm:pt modelId="{E8128781-9D80-4535-B2F6-529F126E39CF}" type="pres">
      <dgm:prSet presAssocID="{D6CA46DA-FB3E-4FC6-ABDE-F52F1AAA3CD4}" presName="sibTrans" presStyleLbl="sibTrans2D1" presStyleIdx="0" presStyleCnt="0"/>
      <dgm:spPr/>
    </dgm:pt>
    <dgm:pt modelId="{09EF167D-1A54-41A3-ACB0-0B1349F28638}" type="pres">
      <dgm:prSet presAssocID="{DBAEE768-26B3-49DA-8638-C3F86F6ED354}" presName="compNode" presStyleCnt="0"/>
      <dgm:spPr/>
    </dgm:pt>
    <dgm:pt modelId="{7CFDE804-C821-41D6-98F9-FB669B47D745}" type="pres">
      <dgm:prSet presAssocID="{DBAEE768-26B3-49DA-8638-C3F86F6ED354}" presName="bkgdShape" presStyleLbl="node1" presStyleIdx="1" presStyleCnt="3"/>
      <dgm:spPr/>
    </dgm:pt>
    <dgm:pt modelId="{BEC1CB9A-42C3-45A8-A876-805DE363847E}" type="pres">
      <dgm:prSet presAssocID="{DBAEE768-26B3-49DA-8638-C3F86F6ED354}" presName="nodeTx" presStyleLbl="node1" presStyleIdx="1" presStyleCnt="3">
        <dgm:presLayoutVars>
          <dgm:bulletEnabled val="1"/>
        </dgm:presLayoutVars>
      </dgm:prSet>
      <dgm:spPr/>
    </dgm:pt>
    <dgm:pt modelId="{3A12AE63-AB51-41DB-AA75-435B0985BFBB}" type="pres">
      <dgm:prSet presAssocID="{DBAEE768-26B3-49DA-8638-C3F86F6ED354}" presName="invisiNode" presStyleLbl="node1" presStyleIdx="1" presStyleCnt="3"/>
      <dgm:spPr/>
    </dgm:pt>
    <dgm:pt modelId="{35680C6A-4211-470B-9129-F3F71DA7602E}" type="pres">
      <dgm:prSet presAssocID="{DBAEE768-26B3-49DA-8638-C3F86F6ED354}" presName="imagNode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Stock exchange numbers"/>
        </a:ext>
      </dgm:extLst>
    </dgm:pt>
    <dgm:pt modelId="{A3196AA3-4B95-4297-8B21-034AB50AB5A6}" type="pres">
      <dgm:prSet presAssocID="{CEA77B9F-4F98-4025-9BD9-676D911ED670}" presName="sibTrans" presStyleLbl="sibTrans2D1" presStyleIdx="0" presStyleCnt="0"/>
      <dgm:spPr/>
    </dgm:pt>
    <dgm:pt modelId="{36A08275-5567-4F76-A144-B07A88A9591C}" type="pres">
      <dgm:prSet presAssocID="{C99D397B-6C4C-4A73-B336-A814EAA7F27D}" presName="compNode" presStyleCnt="0"/>
      <dgm:spPr/>
    </dgm:pt>
    <dgm:pt modelId="{B567AD44-E4BE-4ADF-A797-3074B996A1F8}" type="pres">
      <dgm:prSet presAssocID="{C99D397B-6C4C-4A73-B336-A814EAA7F27D}" presName="bkgdShape" presStyleLbl="node1" presStyleIdx="2" presStyleCnt="3" custLinFactNeighborX="-981"/>
      <dgm:spPr/>
    </dgm:pt>
    <dgm:pt modelId="{E19C0F06-AF40-4445-941C-350464322A58}" type="pres">
      <dgm:prSet presAssocID="{C99D397B-6C4C-4A73-B336-A814EAA7F27D}" presName="nodeTx" presStyleLbl="node1" presStyleIdx="2" presStyleCnt="3">
        <dgm:presLayoutVars>
          <dgm:bulletEnabled val="1"/>
        </dgm:presLayoutVars>
      </dgm:prSet>
      <dgm:spPr/>
    </dgm:pt>
    <dgm:pt modelId="{82AC05D7-1654-4DEE-919A-D7EDE6E3BE54}" type="pres">
      <dgm:prSet presAssocID="{C99D397B-6C4C-4A73-B336-A814EAA7F27D}" presName="invisiNode" presStyleLbl="node1" presStyleIdx="2" presStyleCnt="3"/>
      <dgm:spPr/>
    </dgm:pt>
    <dgm:pt modelId="{D36B4FAE-FB57-4198-B26F-57633FFCCE53}" type="pres">
      <dgm:prSet presAssocID="{C99D397B-6C4C-4A73-B336-A814EAA7F27D}" presName="imagNode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 30% with solid fill"/>
        </a:ext>
      </dgm:extLst>
    </dgm:pt>
  </dgm:ptLst>
  <dgm:cxnLst>
    <dgm:cxn modelId="{1D20B52D-FE7C-4B95-9EEC-D0587F3F5E12}" type="presOf" srcId="{C99D397B-6C4C-4A73-B336-A814EAA7F27D}" destId="{E19C0F06-AF40-4445-941C-350464322A58}" srcOrd="1" destOrd="0" presId="urn:microsoft.com/office/officeart/2005/8/layout/hList7"/>
    <dgm:cxn modelId="{2FE6083C-71F2-4921-A4F4-9966C35E02E6}" srcId="{108EDEB2-C4F4-47D1-B487-E3D6FB6A4B29}" destId="{C99D397B-6C4C-4A73-B336-A814EAA7F27D}" srcOrd="2" destOrd="0" parTransId="{033A1262-DB86-4E7C-990C-7E4A780C8E3F}" sibTransId="{AC21F53C-511D-4FE4-AF6F-7D10AA87EFCA}"/>
    <dgm:cxn modelId="{B2EE025F-9BB7-43B4-A60D-E484DDFB5BFF}" type="presOf" srcId="{82750718-49E1-45A7-9F84-02711094B2C5}" destId="{D608CD6F-71E0-4EF7-9536-D6F9E070DF51}" srcOrd="0" destOrd="0" presId="urn:microsoft.com/office/officeart/2005/8/layout/hList7"/>
    <dgm:cxn modelId="{D875755F-6FB0-416C-9CBA-8038D97615FA}" type="presOf" srcId="{DBAEE768-26B3-49DA-8638-C3F86F6ED354}" destId="{BEC1CB9A-42C3-45A8-A876-805DE363847E}" srcOrd="1" destOrd="0" presId="urn:microsoft.com/office/officeart/2005/8/layout/hList7"/>
    <dgm:cxn modelId="{86C49E62-9C0F-42F5-8E3C-176FD98375BB}" type="presOf" srcId="{D6CA46DA-FB3E-4FC6-ABDE-F52F1AAA3CD4}" destId="{E8128781-9D80-4535-B2F6-529F126E39CF}" srcOrd="0" destOrd="0" presId="urn:microsoft.com/office/officeart/2005/8/layout/hList7"/>
    <dgm:cxn modelId="{051DC862-E39D-42A5-B490-9D9DCEAB8C7F}" type="presOf" srcId="{CEA77B9F-4F98-4025-9BD9-676D911ED670}" destId="{A3196AA3-4B95-4297-8B21-034AB50AB5A6}" srcOrd="0" destOrd="0" presId="urn:microsoft.com/office/officeart/2005/8/layout/hList7"/>
    <dgm:cxn modelId="{6FFBCF4F-CD06-44E0-BA6D-FF6BE437B4B6}" type="presOf" srcId="{82750718-49E1-45A7-9F84-02711094B2C5}" destId="{4A3D52EA-9C86-4439-8C20-BE0A88C603F8}" srcOrd="1" destOrd="0" presId="urn:microsoft.com/office/officeart/2005/8/layout/hList7"/>
    <dgm:cxn modelId="{4DF46771-5E91-433C-89C4-AFF0DAA32855}" srcId="{108EDEB2-C4F4-47D1-B487-E3D6FB6A4B29}" destId="{82750718-49E1-45A7-9F84-02711094B2C5}" srcOrd="0" destOrd="0" parTransId="{E4E5B9AE-7B64-4BED-8D5C-83B735B101F1}" sibTransId="{D6CA46DA-FB3E-4FC6-ABDE-F52F1AAA3CD4}"/>
    <dgm:cxn modelId="{E106F673-38FC-4D1D-8E70-AE4F3F84FD0B}" type="presOf" srcId="{DBAEE768-26B3-49DA-8638-C3F86F6ED354}" destId="{7CFDE804-C821-41D6-98F9-FB669B47D745}" srcOrd="0" destOrd="0" presId="urn:microsoft.com/office/officeart/2005/8/layout/hList7"/>
    <dgm:cxn modelId="{8366EBAA-CBF6-4BB6-A709-64A3D3B28B89}" type="presOf" srcId="{108EDEB2-C4F4-47D1-B487-E3D6FB6A4B29}" destId="{B7674103-4D3A-4450-8313-2C32C4B44EBB}" srcOrd="0" destOrd="0" presId="urn:microsoft.com/office/officeart/2005/8/layout/hList7"/>
    <dgm:cxn modelId="{21907BB7-44D5-4680-84E8-6B8214CC76A9}" type="presOf" srcId="{C99D397B-6C4C-4A73-B336-A814EAA7F27D}" destId="{B567AD44-E4BE-4ADF-A797-3074B996A1F8}" srcOrd="0" destOrd="0" presId="urn:microsoft.com/office/officeart/2005/8/layout/hList7"/>
    <dgm:cxn modelId="{C73E64D9-5103-4223-9CFA-852B9ADAF079}" srcId="{108EDEB2-C4F4-47D1-B487-E3D6FB6A4B29}" destId="{DBAEE768-26B3-49DA-8638-C3F86F6ED354}" srcOrd="1" destOrd="0" parTransId="{B12A7A15-317E-4947-8718-6C53BD1EA614}" sibTransId="{CEA77B9F-4F98-4025-9BD9-676D911ED670}"/>
    <dgm:cxn modelId="{7C08EE61-4C87-41C7-9BE6-D317DFE9D176}" type="presParOf" srcId="{B7674103-4D3A-4450-8313-2C32C4B44EBB}" destId="{41DBB0BF-9380-4E0A-8DB2-F63C9A1D6603}" srcOrd="0" destOrd="0" presId="urn:microsoft.com/office/officeart/2005/8/layout/hList7"/>
    <dgm:cxn modelId="{8A93C9FB-4450-4C5F-B59A-BDA4E7432913}" type="presParOf" srcId="{B7674103-4D3A-4450-8313-2C32C4B44EBB}" destId="{0C80882C-DD5B-4413-B905-915EB853219E}" srcOrd="1" destOrd="0" presId="urn:microsoft.com/office/officeart/2005/8/layout/hList7"/>
    <dgm:cxn modelId="{01E2FECD-3DA1-452F-8545-B07947490A5C}" type="presParOf" srcId="{0C80882C-DD5B-4413-B905-915EB853219E}" destId="{ADA71574-E2A8-494F-ADC0-F6461C3ADAAC}" srcOrd="0" destOrd="0" presId="urn:microsoft.com/office/officeart/2005/8/layout/hList7"/>
    <dgm:cxn modelId="{DABA891A-1EF7-48C8-B7EC-28DFB4B30CB8}" type="presParOf" srcId="{ADA71574-E2A8-494F-ADC0-F6461C3ADAAC}" destId="{D608CD6F-71E0-4EF7-9536-D6F9E070DF51}" srcOrd="0" destOrd="0" presId="urn:microsoft.com/office/officeart/2005/8/layout/hList7"/>
    <dgm:cxn modelId="{A2D2BA06-D865-4077-A25B-4BC09F8B274C}" type="presParOf" srcId="{ADA71574-E2A8-494F-ADC0-F6461C3ADAAC}" destId="{4A3D52EA-9C86-4439-8C20-BE0A88C603F8}" srcOrd="1" destOrd="0" presId="urn:microsoft.com/office/officeart/2005/8/layout/hList7"/>
    <dgm:cxn modelId="{03C2D9BD-75EF-45D3-AE4F-BEC1B19AD298}" type="presParOf" srcId="{ADA71574-E2A8-494F-ADC0-F6461C3ADAAC}" destId="{9EE86981-BB07-42E5-8690-17BAB6BA9437}" srcOrd="2" destOrd="0" presId="urn:microsoft.com/office/officeart/2005/8/layout/hList7"/>
    <dgm:cxn modelId="{C95B7FA9-85DE-430F-BB9D-BC5BF094FEF6}" type="presParOf" srcId="{ADA71574-E2A8-494F-ADC0-F6461C3ADAAC}" destId="{27F98255-7374-434D-80E3-DC0D49C6587D}" srcOrd="3" destOrd="0" presId="urn:microsoft.com/office/officeart/2005/8/layout/hList7"/>
    <dgm:cxn modelId="{4621625C-4C67-4160-A7FF-D11E02C415FF}" type="presParOf" srcId="{0C80882C-DD5B-4413-B905-915EB853219E}" destId="{E8128781-9D80-4535-B2F6-529F126E39CF}" srcOrd="1" destOrd="0" presId="urn:microsoft.com/office/officeart/2005/8/layout/hList7"/>
    <dgm:cxn modelId="{CFA2D18C-F1E1-4BA1-A10A-2CF2C6CBF50E}" type="presParOf" srcId="{0C80882C-DD5B-4413-B905-915EB853219E}" destId="{09EF167D-1A54-41A3-ACB0-0B1349F28638}" srcOrd="2" destOrd="0" presId="urn:microsoft.com/office/officeart/2005/8/layout/hList7"/>
    <dgm:cxn modelId="{6549D5BE-5571-4E65-907B-80F670CFEE69}" type="presParOf" srcId="{09EF167D-1A54-41A3-ACB0-0B1349F28638}" destId="{7CFDE804-C821-41D6-98F9-FB669B47D745}" srcOrd="0" destOrd="0" presId="urn:microsoft.com/office/officeart/2005/8/layout/hList7"/>
    <dgm:cxn modelId="{5D3EFB2C-93C7-4461-A1D9-A2FE371210AC}" type="presParOf" srcId="{09EF167D-1A54-41A3-ACB0-0B1349F28638}" destId="{BEC1CB9A-42C3-45A8-A876-805DE363847E}" srcOrd="1" destOrd="0" presId="urn:microsoft.com/office/officeart/2005/8/layout/hList7"/>
    <dgm:cxn modelId="{B059C573-B583-4BA7-93FB-E7144C3D14A1}" type="presParOf" srcId="{09EF167D-1A54-41A3-ACB0-0B1349F28638}" destId="{3A12AE63-AB51-41DB-AA75-435B0985BFBB}" srcOrd="2" destOrd="0" presId="urn:microsoft.com/office/officeart/2005/8/layout/hList7"/>
    <dgm:cxn modelId="{9A27ACCF-2773-4530-889D-F5C7E9E1926C}" type="presParOf" srcId="{09EF167D-1A54-41A3-ACB0-0B1349F28638}" destId="{35680C6A-4211-470B-9129-F3F71DA7602E}" srcOrd="3" destOrd="0" presId="urn:microsoft.com/office/officeart/2005/8/layout/hList7"/>
    <dgm:cxn modelId="{7F2A98F9-43E0-46D0-9491-62D300009037}" type="presParOf" srcId="{0C80882C-DD5B-4413-B905-915EB853219E}" destId="{A3196AA3-4B95-4297-8B21-034AB50AB5A6}" srcOrd="3" destOrd="0" presId="urn:microsoft.com/office/officeart/2005/8/layout/hList7"/>
    <dgm:cxn modelId="{A2D7E803-AEDB-49B3-8E09-A2F049DD47F1}" type="presParOf" srcId="{0C80882C-DD5B-4413-B905-915EB853219E}" destId="{36A08275-5567-4F76-A144-B07A88A9591C}" srcOrd="4" destOrd="0" presId="urn:microsoft.com/office/officeart/2005/8/layout/hList7"/>
    <dgm:cxn modelId="{A51D9BA8-23C6-4F00-BB4E-D53402E8FAF3}" type="presParOf" srcId="{36A08275-5567-4F76-A144-B07A88A9591C}" destId="{B567AD44-E4BE-4ADF-A797-3074B996A1F8}" srcOrd="0" destOrd="0" presId="urn:microsoft.com/office/officeart/2005/8/layout/hList7"/>
    <dgm:cxn modelId="{82EA555F-2266-4673-9343-2E9F92037F84}" type="presParOf" srcId="{36A08275-5567-4F76-A144-B07A88A9591C}" destId="{E19C0F06-AF40-4445-941C-350464322A58}" srcOrd="1" destOrd="0" presId="urn:microsoft.com/office/officeart/2005/8/layout/hList7"/>
    <dgm:cxn modelId="{4BF7BA98-55C3-408D-9F97-1BAB43D235A4}" type="presParOf" srcId="{36A08275-5567-4F76-A144-B07A88A9591C}" destId="{82AC05D7-1654-4DEE-919A-D7EDE6E3BE54}" srcOrd="2" destOrd="0" presId="urn:microsoft.com/office/officeart/2005/8/layout/hList7"/>
    <dgm:cxn modelId="{A31AAE6D-468F-4F74-93CB-E98847456023}" type="presParOf" srcId="{36A08275-5567-4F76-A144-B07A88A9591C}" destId="{D36B4FAE-FB57-4198-B26F-57633FFCCE53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8EDEB2-C4F4-47D1-B487-E3D6FB6A4B29}" type="doc">
      <dgm:prSet loTypeId="urn:microsoft.com/office/officeart/2005/8/layout/hList7" loCatId="relationship" qsTypeId="urn:microsoft.com/office/officeart/2005/8/quickstyle/simple1" qsCatId="simple" csTypeId="urn:microsoft.com/office/officeart/2005/8/colors/accent1_2" csCatId="accent1" phldr="1"/>
      <dgm:spPr/>
    </dgm:pt>
    <dgm:pt modelId="{82750718-49E1-45A7-9F84-02711094B2C5}">
      <dgm:prSet phldrT="[Text]"/>
      <dgm:spPr/>
      <dgm:t>
        <a:bodyPr/>
        <a:lstStyle/>
        <a:p>
          <a:r>
            <a:rPr lang="en-GB" dirty="0"/>
            <a:t>Country(s)</a:t>
          </a:r>
          <a:endParaRPr lang="en-SG" dirty="0"/>
        </a:p>
      </dgm:t>
    </dgm:pt>
    <dgm:pt modelId="{E4E5B9AE-7B64-4BED-8D5C-83B735B101F1}" type="parTrans" cxnId="{4DF46771-5E91-433C-89C4-AFF0DAA32855}">
      <dgm:prSet/>
      <dgm:spPr/>
      <dgm:t>
        <a:bodyPr/>
        <a:lstStyle/>
        <a:p>
          <a:endParaRPr lang="en-SG"/>
        </a:p>
      </dgm:t>
    </dgm:pt>
    <dgm:pt modelId="{D6CA46DA-FB3E-4FC6-ABDE-F52F1AAA3CD4}" type="sibTrans" cxnId="{4DF46771-5E91-433C-89C4-AFF0DAA32855}">
      <dgm:prSet/>
      <dgm:spPr/>
      <dgm:t>
        <a:bodyPr/>
        <a:lstStyle/>
        <a:p>
          <a:endParaRPr lang="en-SG"/>
        </a:p>
      </dgm:t>
    </dgm:pt>
    <dgm:pt modelId="{DBAEE768-26B3-49DA-8638-C3F86F6ED354}">
      <dgm:prSet phldrT="[Text]"/>
      <dgm:spPr/>
      <dgm:t>
        <a:bodyPr/>
        <a:lstStyle/>
        <a:p>
          <a:r>
            <a:rPr lang="en-GB" dirty="0"/>
            <a:t>Data Series </a:t>
          </a:r>
          <a:endParaRPr lang="en-SG" dirty="0"/>
        </a:p>
      </dgm:t>
    </dgm:pt>
    <dgm:pt modelId="{B12A7A15-317E-4947-8718-6C53BD1EA614}" type="parTrans" cxnId="{C73E64D9-5103-4223-9CFA-852B9ADAF079}">
      <dgm:prSet/>
      <dgm:spPr/>
      <dgm:t>
        <a:bodyPr/>
        <a:lstStyle/>
        <a:p>
          <a:endParaRPr lang="en-SG"/>
        </a:p>
      </dgm:t>
    </dgm:pt>
    <dgm:pt modelId="{CEA77B9F-4F98-4025-9BD9-676D911ED670}" type="sibTrans" cxnId="{C73E64D9-5103-4223-9CFA-852B9ADAF079}">
      <dgm:prSet/>
      <dgm:spPr/>
      <dgm:t>
        <a:bodyPr/>
        <a:lstStyle/>
        <a:p>
          <a:endParaRPr lang="en-SG"/>
        </a:p>
      </dgm:t>
    </dgm:pt>
    <dgm:pt modelId="{C99D397B-6C4C-4A73-B336-A814EAA7F27D}">
      <dgm:prSet phldrT="[Text]"/>
      <dgm:spPr/>
      <dgm:t>
        <a:bodyPr/>
        <a:lstStyle/>
        <a:p>
          <a:r>
            <a:rPr lang="en-GB" dirty="0"/>
            <a:t>Time frame</a:t>
          </a:r>
          <a:endParaRPr lang="en-SG" dirty="0"/>
        </a:p>
      </dgm:t>
    </dgm:pt>
    <dgm:pt modelId="{033A1262-DB86-4E7C-990C-7E4A780C8E3F}" type="parTrans" cxnId="{2FE6083C-71F2-4921-A4F4-9966C35E02E6}">
      <dgm:prSet/>
      <dgm:spPr/>
      <dgm:t>
        <a:bodyPr/>
        <a:lstStyle/>
        <a:p>
          <a:endParaRPr lang="en-SG"/>
        </a:p>
      </dgm:t>
    </dgm:pt>
    <dgm:pt modelId="{AC21F53C-511D-4FE4-AF6F-7D10AA87EFCA}" type="sibTrans" cxnId="{2FE6083C-71F2-4921-A4F4-9966C35E02E6}">
      <dgm:prSet/>
      <dgm:spPr/>
      <dgm:t>
        <a:bodyPr/>
        <a:lstStyle/>
        <a:p>
          <a:endParaRPr lang="en-SG"/>
        </a:p>
      </dgm:t>
    </dgm:pt>
    <dgm:pt modelId="{B7674103-4D3A-4450-8313-2C32C4B44EBB}" type="pres">
      <dgm:prSet presAssocID="{108EDEB2-C4F4-47D1-B487-E3D6FB6A4B29}" presName="Name0" presStyleCnt="0">
        <dgm:presLayoutVars>
          <dgm:dir/>
          <dgm:resizeHandles val="exact"/>
        </dgm:presLayoutVars>
      </dgm:prSet>
      <dgm:spPr/>
    </dgm:pt>
    <dgm:pt modelId="{41DBB0BF-9380-4E0A-8DB2-F63C9A1D6603}" type="pres">
      <dgm:prSet presAssocID="{108EDEB2-C4F4-47D1-B487-E3D6FB6A4B29}" presName="fgShape" presStyleLbl="fgShp" presStyleIdx="0" presStyleCnt="1"/>
      <dgm:spPr/>
    </dgm:pt>
    <dgm:pt modelId="{0C80882C-DD5B-4413-B905-915EB853219E}" type="pres">
      <dgm:prSet presAssocID="{108EDEB2-C4F4-47D1-B487-E3D6FB6A4B29}" presName="linComp" presStyleCnt="0"/>
      <dgm:spPr/>
    </dgm:pt>
    <dgm:pt modelId="{ADA71574-E2A8-494F-ADC0-F6461C3ADAAC}" type="pres">
      <dgm:prSet presAssocID="{82750718-49E1-45A7-9F84-02711094B2C5}" presName="compNode" presStyleCnt="0"/>
      <dgm:spPr/>
    </dgm:pt>
    <dgm:pt modelId="{D608CD6F-71E0-4EF7-9536-D6F9E070DF51}" type="pres">
      <dgm:prSet presAssocID="{82750718-49E1-45A7-9F84-02711094B2C5}" presName="bkgdShape" presStyleLbl="node1" presStyleIdx="0" presStyleCnt="3"/>
      <dgm:spPr/>
    </dgm:pt>
    <dgm:pt modelId="{4A3D52EA-9C86-4439-8C20-BE0A88C603F8}" type="pres">
      <dgm:prSet presAssocID="{82750718-49E1-45A7-9F84-02711094B2C5}" presName="nodeTx" presStyleLbl="node1" presStyleIdx="0" presStyleCnt="3">
        <dgm:presLayoutVars>
          <dgm:bulletEnabled val="1"/>
        </dgm:presLayoutVars>
      </dgm:prSet>
      <dgm:spPr/>
    </dgm:pt>
    <dgm:pt modelId="{9EE86981-BB07-42E5-8690-17BAB6BA9437}" type="pres">
      <dgm:prSet presAssocID="{82750718-49E1-45A7-9F84-02711094B2C5}" presName="invisiNode" presStyleLbl="node1" presStyleIdx="0" presStyleCnt="3"/>
      <dgm:spPr/>
    </dgm:pt>
    <dgm:pt modelId="{27F98255-7374-434D-80E3-DC0D49C6587D}" type="pres">
      <dgm:prSet presAssocID="{82750718-49E1-45A7-9F84-02711094B2C5}" presName="imagNode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rth America with solid fill"/>
        </a:ext>
      </dgm:extLst>
    </dgm:pt>
    <dgm:pt modelId="{E8128781-9D80-4535-B2F6-529F126E39CF}" type="pres">
      <dgm:prSet presAssocID="{D6CA46DA-FB3E-4FC6-ABDE-F52F1AAA3CD4}" presName="sibTrans" presStyleLbl="sibTrans2D1" presStyleIdx="0" presStyleCnt="0"/>
      <dgm:spPr/>
    </dgm:pt>
    <dgm:pt modelId="{09EF167D-1A54-41A3-ACB0-0B1349F28638}" type="pres">
      <dgm:prSet presAssocID="{DBAEE768-26B3-49DA-8638-C3F86F6ED354}" presName="compNode" presStyleCnt="0"/>
      <dgm:spPr/>
    </dgm:pt>
    <dgm:pt modelId="{7CFDE804-C821-41D6-98F9-FB669B47D745}" type="pres">
      <dgm:prSet presAssocID="{DBAEE768-26B3-49DA-8638-C3F86F6ED354}" presName="bkgdShape" presStyleLbl="node1" presStyleIdx="1" presStyleCnt="3"/>
      <dgm:spPr/>
    </dgm:pt>
    <dgm:pt modelId="{BEC1CB9A-42C3-45A8-A876-805DE363847E}" type="pres">
      <dgm:prSet presAssocID="{DBAEE768-26B3-49DA-8638-C3F86F6ED354}" presName="nodeTx" presStyleLbl="node1" presStyleIdx="1" presStyleCnt="3">
        <dgm:presLayoutVars>
          <dgm:bulletEnabled val="1"/>
        </dgm:presLayoutVars>
      </dgm:prSet>
      <dgm:spPr/>
    </dgm:pt>
    <dgm:pt modelId="{3A12AE63-AB51-41DB-AA75-435B0985BFBB}" type="pres">
      <dgm:prSet presAssocID="{DBAEE768-26B3-49DA-8638-C3F86F6ED354}" presName="invisiNode" presStyleLbl="node1" presStyleIdx="1" presStyleCnt="3"/>
      <dgm:spPr/>
    </dgm:pt>
    <dgm:pt modelId="{35680C6A-4211-470B-9129-F3F71DA7602E}" type="pres">
      <dgm:prSet presAssocID="{DBAEE768-26B3-49DA-8638-C3F86F6ED354}" presName="imagNode" presStyleLbl="fgImgPlace1" presStyleIdx="1" presStyleCnt="3" custLinFactNeighborX="-1237" custLinFactNeighborY="4949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Stock exchange numbers"/>
        </a:ext>
      </dgm:extLst>
    </dgm:pt>
    <dgm:pt modelId="{A3196AA3-4B95-4297-8B21-034AB50AB5A6}" type="pres">
      <dgm:prSet presAssocID="{CEA77B9F-4F98-4025-9BD9-676D911ED670}" presName="sibTrans" presStyleLbl="sibTrans2D1" presStyleIdx="0" presStyleCnt="0"/>
      <dgm:spPr/>
    </dgm:pt>
    <dgm:pt modelId="{36A08275-5567-4F76-A144-B07A88A9591C}" type="pres">
      <dgm:prSet presAssocID="{C99D397B-6C4C-4A73-B336-A814EAA7F27D}" presName="compNode" presStyleCnt="0"/>
      <dgm:spPr/>
    </dgm:pt>
    <dgm:pt modelId="{B567AD44-E4BE-4ADF-A797-3074B996A1F8}" type="pres">
      <dgm:prSet presAssocID="{C99D397B-6C4C-4A73-B336-A814EAA7F27D}" presName="bkgdShape" presStyleLbl="node1" presStyleIdx="2" presStyleCnt="3" custLinFactX="26822" custLinFactNeighborX="100000" custLinFactNeighborY="-7023"/>
      <dgm:spPr/>
    </dgm:pt>
    <dgm:pt modelId="{E19C0F06-AF40-4445-941C-350464322A58}" type="pres">
      <dgm:prSet presAssocID="{C99D397B-6C4C-4A73-B336-A814EAA7F27D}" presName="nodeTx" presStyleLbl="node1" presStyleIdx="2" presStyleCnt="3">
        <dgm:presLayoutVars>
          <dgm:bulletEnabled val="1"/>
        </dgm:presLayoutVars>
      </dgm:prSet>
      <dgm:spPr/>
    </dgm:pt>
    <dgm:pt modelId="{82AC05D7-1654-4DEE-919A-D7EDE6E3BE54}" type="pres">
      <dgm:prSet presAssocID="{C99D397B-6C4C-4A73-B336-A814EAA7F27D}" presName="invisiNode" presStyleLbl="node1" presStyleIdx="2" presStyleCnt="3"/>
      <dgm:spPr/>
    </dgm:pt>
    <dgm:pt modelId="{D36B4FAE-FB57-4198-B26F-57633FFCCE53}" type="pres">
      <dgm:prSet presAssocID="{C99D397B-6C4C-4A73-B336-A814EAA7F27D}" presName="imagNode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 30% with solid fill"/>
        </a:ext>
      </dgm:extLst>
    </dgm:pt>
  </dgm:ptLst>
  <dgm:cxnLst>
    <dgm:cxn modelId="{1D20B52D-FE7C-4B95-9EEC-D0587F3F5E12}" type="presOf" srcId="{C99D397B-6C4C-4A73-B336-A814EAA7F27D}" destId="{E19C0F06-AF40-4445-941C-350464322A58}" srcOrd="1" destOrd="0" presId="urn:microsoft.com/office/officeart/2005/8/layout/hList7"/>
    <dgm:cxn modelId="{2FE6083C-71F2-4921-A4F4-9966C35E02E6}" srcId="{108EDEB2-C4F4-47D1-B487-E3D6FB6A4B29}" destId="{C99D397B-6C4C-4A73-B336-A814EAA7F27D}" srcOrd="2" destOrd="0" parTransId="{033A1262-DB86-4E7C-990C-7E4A780C8E3F}" sibTransId="{AC21F53C-511D-4FE4-AF6F-7D10AA87EFCA}"/>
    <dgm:cxn modelId="{B2EE025F-9BB7-43B4-A60D-E484DDFB5BFF}" type="presOf" srcId="{82750718-49E1-45A7-9F84-02711094B2C5}" destId="{D608CD6F-71E0-4EF7-9536-D6F9E070DF51}" srcOrd="0" destOrd="0" presId="urn:microsoft.com/office/officeart/2005/8/layout/hList7"/>
    <dgm:cxn modelId="{D875755F-6FB0-416C-9CBA-8038D97615FA}" type="presOf" srcId="{DBAEE768-26B3-49DA-8638-C3F86F6ED354}" destId="{BEC1CB9A-42C3-45A8-A876-805DE363847E}" srcOrd="1" destOrd="0" presId="urn:microsoft.com/office/officeart/2005/8/layout/hList7"/>
    <dgm:cxn modelId="{86C49E62-9C0F-42F5-8E3C-176FD98375BB}" type="presOf" srcId="{D6CA46DA-FB3E-4FC6-ABDE-F52F1AAA3CD4}" destId="{E8128781-9D80-4535-B2F6-529F126E39CF}" srcOrd="0" destOrd="0" presId="urn:microsoft.com/office/officeart/2005/8/layout/hList7"/>
    <dgm:cxn modelId="{051DC862-E39D-42A5-B490-9D9DCEAB8C7F}" type="presOf" srcId="{CEA77B9F-4F98-4025-9BD9-676D911ED670}" destId="{A3196AA3-4B95-4297-8B21-034AB50AB5A6}" srcOrd="0" destOrd="0" presId="urn:microsoft.com/office/officeart/2005/8/layout/hList7"/>
    <dgm:cxn modelId="{6FFBCF4F-CD06-44E0-BA6D-FF6BE437B4B6}" type="presOf" srcId="{82750718-49E1-45A7-9F84-02711094B2C5}" destId="{4A3D52EA-9C86-4439-8C20-BE0A88C603F8}" srcOrd="1" destOrd="0" presId="urn:microsoft.com/office/officeart/2005/8/layout/hList7"/>
    <dgm:cxn modelId="{4DF46771-5E91-433C-89C4-AFF0DAA32855}" srcId="{108EDEB2-C4F4-47D1-B487-E3D6FB6A4B29}" destId="{82750718-49E1-45A7-9F84-02711094B2C5}" srcOrd="0" destOrd="0" parTransId="{E4E5B9AE-7B64-4BED-8D5C-83B735B101F1}" sibTransId="{D6CA46DA-FB3E-4FC6-ABDE-F52F1AAA3CD4}"/>
    <dgm:cxn modelId="{E106F673-38FC-4D1D-8E70-AE4F3F84FD0B}" type="presOf" srcId="{DBAEE768-26B3-49DA-8638-C3F86F6ED354}" destId="{7CFDE804-C821-41D6-98F9-FB669B47D745}" srcOrd="0" destOrd="0" presId="urn:microsoft.com/office/officeart/2005/8/layout/hList7"/>
    <dgm:cxn modelId="{8366EBAA-CBF6-4BB6-A709-64A3D3B28B89}" type="presOf" srcId="{108EDEB2-C4F4-47D1-B487-E3D6FB6A4B29}" destId="{B7674103-4D3A-4450-8313-2C32C4B44EBB}" srcOrd="0" destOrd="0" presId="urn:microsoft.com/office/officeart/2005/8/layout/hList7"/>
    <dgm:cxn modelId="{21907BB7-44D5-4680-84E8-6B8214CC76A9}" type="presOf" srcId="{C99D397B-6C4C-4A73-B336-A814EAA7F27D}" destId="{B567AD44-E4BE-4ADF-A797-3074B996A1F8}" srcOrd="0" destOrd="0" presId="urn:microsoft.com/office/officeart/2005/8/layout/hList7"/>
    <dgm:cxn modelId="{C73E64D9-5103-4223-9CFA-852B9ADAF079}" srcId="{108EDEB2-C4F4-47D1-B487-E3D6FB6A4B29}" destId="{DBAEE768-26B3-49DA-8638-C3F86F6ED354}" srcOrd="1" destOrd="0" parTransId="{B12A7A15-317E-4947-8718-6C53BD1EA614}" sibTransId="{CEA77B9F-4F98-4025-9BD9-676D911ED670}"/>
    <dgm:cxn modelId="{7C08EE61-4C87-41C7-9BE6-D317DFE9D176}" type="presParOf" srcId="{B7674103-4D3A-4450-8313-2C32C4B44EBB}" destId="{41DBB0BF-9380-4E0A-8DB2-F63C9A1D6603}" srcOrd="0" destOrd="0" presId="urn:microsoft.com/office/officeart/2005/8/layout/hList7"/>
    <dgm:cxn modelId="{8A93C9FB-4450-4C5F-B59A-BDA4E7432913}" type="presParOf" srcId="{B7674103-4D3A-4450-8313-2C32C4B44EBB}" destId="{0C80882C-DD5B-4413-B905-915EB853219E}" srcOrd="1" destOrd="0" presId="urn:microsoft.com/office/officeart/2005/8/layout/hList7"/>
    <dgm:cxn modelId="{01E2FECD-3DA1-452F-8545-B07947490A5C}" type="presParOf" srcId="{0C80882C-DD5B-4413-B905-915EB853219E}" destId="{ADA71574-E2A8-494F-ADC0-F6461C3ADAAC}" srcOrd="0" destOrd="0" presId="urn:microsoft.com/office/officeart/2005/8/layout/hList7"/>
    <dgm:cxn modelId="{DABA891A-1EF7-48C8-B7EC-28DFB4B30CB8}" type="presParOf" srcId="{ADA71574-E2A8-494F-ADC0-F6461C3ADAAC}" destId="{D608CD6F-71E0-4EF7-9536-D6F9E070DF51}" srcOrd="0" destOrd="0" presId="urn:microsoft.com/office/officeart/2005/8/layout/hList7"/>
    <dgm:cxn modelId="{A2D2BA06-D865-4077-A25B-4BC09F8B274C}" type="presParOf" srcId="{ADA71574-E2A8-494F-ADC0-F6461C3ADAAC}" destId="{4A3D52EA-9C86-4439-8C20-BE0A88C603F8}" srcOrd="1" destOrd="0" presId="urn:microsoft.com/office/officeart/2005/8/layout/hList7"/>
    <dgm:cxn modelId="{03C2D9BD-75EF-45D3-AE4F-BEC1B19AD298}" type="presParOf" srcId="{ADA71574-E2A8-494F-ADC0-F6461C3ADAAC}" destId="{9EE86981-BB07-42E5-8690-17BAB6BA9437}" srcOrd="2" destOrd="0" presId="urn:microsoft.com/office/officeart/2005/8/layout/hList7"/>
    <dgm:cxn modelId="{C95B7FA9-85DE-430F-BB9D-BC5BF094FEF6}" type="presParOf" srcId="{ADA71574-E2A8-494F-ADC0-F6461C3ADAAC}" destId="{27F98255-7374-434D-80E3-DC0D49C6587D}" srcOrd="3" destOrd="0" presId="urn:microsoft.com/office/officeart/2005/8/layout/hList7"/>
    <dgm:cxn modelId="{4621625C-4C67-4160-A7FF-D11E02C415FF}" type="presParOf" srcId="{0C80882C-DD5B-4413-B905-915EB853219E}" destId="{E8128781-9D80-4535-B2F6-529F126E39CF}" srcOrd="1" destOrd="0" presId="urn:microsoft.com/office/officeart/2005/8/layout/hList7"/>
    <dgm:cxn modelId="{CFA2D18C-F1E1-4BA1-A10A-2CF2C6CBF50E}" type="presParOf" srcId="{0C80882C-DD5B-4413-B905-915EB853219E}" destId="{09EF167D-1A54-41A3-ACB0-0B1349F28638}" srcOrd="2" destOrd="0" presId="urn:microsoft.com/office/officeart/2005/8/layout/hList7"/>
    <dgm:cxn modelId="{6549D5BE-5571-4E65-907B-80F670CFEE69}" type="presParOf" srcId="{09EF167D-1A54-41A3-ACB0-0B1349F28638}" destId="{7CFDE804-C821-41D6-98F9-FB669B47D745}" srcOrd="0" destOrd="0" presId="urn:microsoft.com/office/officeart/2005/8/layout/hList7"/>
    <dgm:cxn modelId="{5D3EFB2C-93C7-4461-A1D9-A2FE371210AC}" type="presParOf" srcId="{09EF167D-1A54-41A3-ACB0-0B1349F28638}" destId="{BEC1CB9A-42C3-45A8-A876-805DE363847E}" srcOrd="1" destOrd="0" presId="urn:microsoft.com/office/officeart/2005/8/layout/hList7"/>
    <dgm:cxn modelId="{B059C573-B583-4BA7-93FB-E7144C3D14A1}" type="presParOf" srcId="{09EF167D-1A54-41A3-ACB0-0B1349F28638}" destId="{3A12AE63-AB51-41DB-AA75-435B0985BFBB}" srcOrd="2" destOrd="0" presId="urn:microsoft.com/office/officeart/2005/8/layout/hList7"/>
    <dgm:cxn modelId="{9A27ACCF-2773-4530-889D-F5C7E9E1926C}" type="presParOf" srcId="{09EF167D-1A54-41A3-ACB0-0B1349F28638}" destId="{35680C6A-4211-470B-9129-F3F71DA7602E}" srcOrd="3" destOrd="0" presId="urn:microsoft.com/office/officeart/2005/8/layout/hList7"/>
    <dgm:cxn modelId="{7F2A98F9-43E0-46D0-9491-62D300009037}" type="presParOf" srcId="{0C80882C-DD5B-4413-B905-915EB853219E}" destId="{A3196AA3-4B95-4297-8B21-034AB50AB5A6}" srcOrd="3" destOrd="0" presId="urn:microsoft.com/office/officeart/2005/8/layout/hList7"/>
    <dgm:cxn modelId="{A2D7E803-AEDB-49B3-8E09-A2F049DD47F1}" type="presParOf" srcId="{0C80882C-DD5B-4413-B905-915EB853219E}" destId="{36A08275-5567-4F76-A144-B07A88A9591C}" srcOrd="4" destOrd="0" presId="urn:microsoft.com/office/officeart/2005/8/layout/hList7"/>
    <dgm:cxn modelId="{A51D9BA8-23C6-4F00-BB4E-D53402E8FAF3}" type="presParOf" srcId="{36A08275-5567-4F76-A144-B07A88A9591C}" destId="{B567AD44-E4BE-4ADF-A797-3074B996A1F8}" srcOrd="0" destOrd="0" presId="urn:microsoft.com/office/officeart/2005/8/layout/hList7"/>
    <dgm:cxn modelId="{82EA555F-2266-4673-9343-2E9F92037F84}" type="presParOf" srcId="{36A08275-5567-4F76-A144-B07A88A9591C}" destId="{E19C0F06-AF40-4445-941C-350464322A58}" srcOrd="1" destOrd="0" presId="urn:microsoft.com/office/officeart/2005/8/layout/hList7"/>
    <dgm:cxn modelId="{4BF7BA98-55C3-408D-9F97-1BAB43D235A4}" type="presParOf" srcId="{36A08275-5567-4F76-A144-B07A88A9591C}" destId="{82AC05D7-1654-4DEE-919A-D7EDE6E3BE54}" srcOrd="2" destOrd="0" presId="urn:microsoft.com/office/officeart/2005/8/layout/hList7"/>
    <dgm:cxn modelId="{A31AAE6D-468F-4F74-93CB-E98847456023}" type="presParOf" srcId="{36A08275-5567-4F76-A144-B07A88A9591C}" destId="{D36B4FAE-FB57-4198-B26F-57633FFCCE53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8EDEB2-C4F4-47D1-B487-E3D6FB6A4B29}" type="doc">
      <dgm:prSet loTypeId="urn:microsoft.com/office/officeart/2005/8/layout/hList7" loCatId="relationship" qsTypeId="urn:microsoft.com/office/officeart/2005/8/quickstyle/simple1" qsCatId="simple" csTypeId="urn:microsoft.com/office/officeart/2005/8/colors/accent1_2" csCatId="accent1" phldr="1"/>
      <dgm:spPr/>
    </dgm:pt>
    <dgm:pt modelId="{82750718-49E1-45A7-9F84-02711094B2C5}">
      <dgm:prSet phldrT="[Text]"/>
      <dgm:spPr/>
      <dgm:t>
        <a:bodyPr/>
        <a:lstStyle/>
        <a:p>
          <a:r>
            <a:rPr lang="en-GB" dirty="0"/>
            <a:t>Country(s)</a:t>
          </a:r>
          <a:endParaRPr lang="en-SG" dirty="0"/>
        </a:p>
      </dgm:t>
    </dgm:pt>
    <dgm:pt modelId="{E4E5B9AE-7B64-4BED-8D5C-83B735B101F1}" type="parTrans" cxnId="{4DF46771-5E91-433C-89C4-AFF0DAA32855}">
      <dgm:prSet/>
      <dgm:spPr/>
      <dgm:t>
        <a:bodyPr/>
        <a:lstStyle/>
        <a:p>
          <a:endParaRPr lang="en-SG"/>
        </a:p>
      </dgm:t>
    </dgm:pt>
    <dgm:pt modelId="{D6CA46DA-FB3E-4FC6-ABDE-F52F1AAA3CD4}" type="sibTrans" cxnId="{4DF46771-5E91-433C-89C4-AFF0DAA32855}">
      <dgm:prSet/>
      <dgm:spPr/>
      <dgm:t>
        <a:bodyPr/>
        <a:lstStyle/>
        <a:p>
          <a:endParaRPr lang="en-SG"/>
        </a:p>
      </dgm:t>
    </dgm:pt>
    <dgm:pt modelId="{DBAEE768-26B3-49DA-8638-C3F86F6ED354}">
      <dgm:prSet phldrT="[Text]"/>
      <dgm:spPr/>
      <dgm:t>
        <a:bodyPr/>
        <a:lstStyle/>
        <a:p>
          <a:r>
            <a:rPr lang="en-GB" dirty="0"/>
            <a:t>Data Series </a:t>
          </a:r>
          <a:endParaRPr lang="en-SG" dirty="0"/>
        </a:p>
      </dgm:t>
    </dgm:pt>
    <dgm:pt modelId="{B12A7A15-317E-4947-8718-6C53BD1EA614}" type="parTrans" cxnId="{C73E64D9-5103-4223-9CFA-852B9ADAF079}">
      <dgm:prSet/>
      <dgm:spPr/>
      <dgm:t>
        <a:bodyPr/>
        <a:lstStyle/>
        <a:p>
          <a:endParaRPr lang="en-SG"/>
        </a:p>
      </dgm:t>
    </dgm:pt>
    <dgm:pt modelId="{CEA77B9F-4F98-4025-9BD9-676D911ED670}" type="sibTrans" cxnId="{C73E64D9-5103-4223-9CFA-852B9ADAF079}">
      <dgm:prSet/>
      <dgm:spPr/>
      <dgm:t>
        <a:bodyPr/>
        <a:lstStyle/>
        <a:p>
          <a:endParaRPr lang="en-SG"/>
        </a:p>
      </dgm:t>
    </dgm:pt>
    <dgm:pt modelId="{C99D397B-6C4C-4A73-B336-A814EAA7F27D}">
      <dgm:prSet phldrT="[Text]"/>
      <dgm:spPr/>
      <dgm:t>
        <a:bodyPr/>
        <a:lstStyle/>
        <a:p>
          <a:r>
            <a:rPr lang="en-GB" dirty="0"/>
            <a:t>Time frame</a:t>
          </a:r>
          <a:endParaRPr lang="en-SG" dirty="0"/>
        </a:p>
      </dgm:t>
    </dgm:pt>
    <dgm:pt modelId="{033A1262-DB86-4E7C-990C-7E4A780C8E3F}" type="parTrans" cxnId="{2FE6083C-71F2-4921-A4F4-9966C35E02E6}">
      <dgm:prSet/>
      <dgm:spPr/>
      <dgm:t>
        <a:bodyPr/>
        <a:lstStyle/>
        <a:p>
          <a:endParaRPr lang="en-SG"/>
        </a:p>
      </dgm:t>
    </dgm:pt>
    <dgm:pt modelId="{AC21F53C-511D-4FE4-AF6F-7D10AA87EFCA}" type="sibTrans" cxnId="{2FE6083C-71F2-4921-A4F4-9966C35E02E6}">
      <dgm:prSet/>
      <dgm:spPr/>
      <dgm:t>
        <a:bodyPr/>
        <a:lstStyle/>
        <a:p>
          <a:endParaRPr lang="en-SG"/>
        </a:p>
      </dgm:t>
    </dgm:pt>
    <dgm:pt modelId="{B7674103-4D3A-4450-8313-2C32C4B44EBB}" type="pres">
      <dgm:prSet presAssocID="{108EDEB2-C4F4-47D1-B487-E3D6FB6A4B29}" presName="Name0" presStyleCnt="0">
        <dgm:presLayoutVars>
          <dgm:dir/>
          <dgm:resizeHandles val="exact"/>
        </dgm:presLayoutVars>
      </dgm:prSet>
      <dgm:spPr/>
    </dgm:pt>
    <dgm:pt modelId="{41DBB0BF-9380-4E0A-8DB2-F63C9A1D6603}" type="pres">
      <dgm:prSet presAssocID="{108EDEB2-C4F4-47D1-B487-E3D6FB6A4B29}" presName="fgShape" presStyleLbl="fgShp" presStyleIdx="0" presStyleCnt="1"/>
      <dgm:spPr/>
    </dgm:pt>
    <dgm:pt modelId="{0C80882C-DD5B-4413-B905-915EB853219E}" type="pres">
      <dgm:prSet presAssocID="{108EDEB2-C4F4-47D1-B487-E3D6FB6A4B29}" presName="linComp" presStyleCnt="0"/>
      <dgm:spPr/>
    </dgm:pt>
    <dgm:pt modelId="{ADA71574-E2A8-494F-ADC0-F6461C3ADAAC}" type="pres">
      <dgm:prSet presAssocID="{82750718-49E1-45A7-9F84-02711094B2C5}" presName="compNode" presStyleCnt="0"/>
      <dgm:spPr/>
    </dgm:pt>
    <dgm:pt modelId="{D608CD6F-71E0-4EF7-9536-D6F9E070DF51}" type="pres">
      <dgm:prSet presAssocID="{82750718-49E1-45A7-9F84-02711094B2C5}" presName="bkgdShape" presStyleLbl="node1" presStyleIdx="0" presStyleCnt="3"/>
      <dgm:spPr/>
    </dgm:pt>
    <dgm:pt modelId="{4A3D52EA-9C86-4439-8C20-BE0A88C603F8}" type="pres">
      <dgm:prSet presAssocID="{82750718-49E1-45A7-9F84-02711094B2C5}" presName="nodeTx" presStyleLbl="node1" presStyleIdx="0" presStyleCnt="3">
        <dgm:presLayoutVars>
          <dgm:bulletEnabled val="1"/>
        </dgm:presLayoutVars>
      </dgm:prSet>
      <dgm:spPr/>
    </dgm:pt>
    <dgm:pt modelId="{9EE86981-BB07-42E5-8690-17BAB6BA9437}" type="pres">
      <dgm:prSet presAssocID="{82750718-49E1-45A7-9F84-02711094B2C5}" presName="invisiNode" presStyleLbl="node1" presStyleIdx="0" presStyleCnt="3"/>
      <dgm:spPr/>
    </dgm:pt>
    <dgm:pt modelId="{27F98255-7374-434D-80E3-DC0D49C6587D}" type="pres">
      <dgm:prSet presAssocID="{82750718-49E1-45A7-9F84-02711094B2C5}" presName="imagNode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rth America with solid fill"/>
        </a:ext>
      </dgm:extLst>
    </dgm:pt>
    <dgm:pt modelId="{E8128781-9D80-4535-B2F6-529F126E39CF}" type="pres">
      <dgm:prSet presAssocID="{D6CA46DA-FB3E-4FC6-ABDE-F52F1AAA3CD4}" presName="sibTrans" presStyleLbl="sibTrans2D1" presStyleIdx="0" presStyleCnt="0"/>
      <dgm:spPr/>
    </dgm:pt>
    <dgm:pt modelId="{09EF167D-1A54-41A3-ACB0-0B1349F28638}" type="pres">
      <dgm:prSet presAssocID="{DBAEE768-26B3-49DA-8638-C3F86F6ED354}" presName="compNode" presStyleCnt="0"/>
      <dgm:spPr/>
    </dgm:pt>
    <dgm:pt modelId="{7CFDE804-C821-41D6-98F9-FB669B47D745}" type="pres">
      <dgm:prSet presAssocID="{DBAEE768-26B3-49DA-8638-C3F86F6ED354}" presName="bkgdShape" presStyleLbl="node1" presStyleIdx="1" presStyleCnt="3"/>
      <dgm:spPr/>
    </dgm:pt>
    <dgm:pt modelId="{BEC1CB9A-42C3-45A8-A876-805DE363847E}" type="pres">
      <dgm:prSet presAssocID="{DBAEE768-26B3-49DA-8638-C3F86F6ED354}" presName="nodeTx" presStyleLbl="node1" presStyleIdx="1" presStyleCnt="3">
        <dgm:presLayoutVars>
          <dgm:bulletEnabled val="1"/>
        </dgm:presLayoutVars>
      </dgm:prSet>
      <dgm:spPr/>
    </dgm:pt>
    <dgm:pt modelId="{3A12AE63-AB51-41DB-AA75-435B0985BFBB}" type="pres">
      <dgm:prSet presAssocID="{DBAEE768-26B3-49DA-8638-C3F86F6ED354}" presName="invisiNode" presStyleLbl="node1" presStyleIdx="1" presStyleCnt="3"/>
      <dgm:spPr/>
    </dgm:pt>
    <dgm:pt modelId="{35680C6A-4211-470B-9129-F3F71DA7602E}" type="pres">
      <dgm:prSet presAssocID="{DBAEE768-26B3-49DA-8638-C3F86F6ED354}" presName="imagNode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Stock exchange numbers"/>
        </a:ext>
      </dgm:extLst>
    </dgm:pt>
    <dgm:pt modelId="{A3196AA3-4B95-4297-8B21-034AB50AB5A6}" type="pres">
      <dgm:prSet presAssocID="{CEA77B9F-4F98-4025-9BD9-676D911ED670}" presName="sibTrans" presStyleLbl="sibTrans2D1" presStyleIdx="0" presStyleCnt="0"/>
      <dgm:spPr/>
    </dgm:pt>
    <dgm:pt modelId="{36A08275-5567-4F76-A144-B07A88A9591C}" type="pres">
      <dgm:prSet presAssocID="{C99D397B-6C4C-4A73-B336-A814EAA7F27D}" presName="compNode" presStyleCnt="0"/>
      <dgm:spPr/>
    </dgm:pt>
    <dgm:pt modelId="{B567AD44-E4BE-4ADF-A797-3074B996A1F8}" type="pres">
      <dgm:prSet presAssocID="{C99D397B-6C4C-4A73-B336-A814EAA7F27D}" presName="bkgdShape" presStyleLbl="node1" presStyleIdx="2" presStyleCnt="3"/>
      <dgm:spPr/>
    </dgm:pt>
    <dgm:pt modelId="{E19C0F06-AF40-4445-941C-350464322A58}" type="pres">
      <dgm:prSet presAssocID="{C99D397B-6C4C-4A73-B336-A814EAA7F27D}" presName="nodeTx" presStyleLbl="node1" presStyleIdx="2" presStyleCnt="3">
        <dgm:presLayoutVars>
          <dgm:bulletEnabled val="1"/>
        </dgm:presLayoutVars>
      </dgm:prSet>
      <dgm:spPr/>
    </dgm:pt>
    <dgm:pt modelId="{82AC05D7-1654-4DEE-919A-D7EDE6E3BE54}" type="pres">
      <dgm:prSet presAssocID="{C99D397B-6C4C-4A73-B336-A814EAA7F27D}" presName="invisiNode" presStyleLbl="node1" presStyleIdx="2" presStyleCnt="3"/>
      <dgm:spPr/>
    </dgm:pt>
    <dgm:pt modelId="{D36B4FAE-FB57-4198-B26F-57633FFCCE53}" type="pres">
      <dgm:prSet presAssocID="{C99D397B-6C4C-4A73-B336-A814EAA7F27D}" presName="imagNode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 30% with solid fill"/>
        </a:ext>
      </dgm:extLst>
    </dgm:pt>
  </dgm:ptLst>
  <dgm:cxnLst>
    <dgm:cxn modelId="{1D20B52D-FE7C-4B95-9EEC-D0587F3F5E12}" type="presOf" srcId="{C99D397B-6C4C-4A73-B336-A814EAA7F27D}" destId="{E19C0F06-AF40-4445-941C-350464322A58}" srcOrd="1" destOrd="0" presId="urn:microsoft.com/office/officeart/2005/8/layout/hList7"/>
    <dgm:cxn modelId="{2FE6083C-71F2-4921-A4F4-9966C35E02E6}" srcId="{108EDEB2-C4F4-47D1-B487-E3D6FB6A4B29}" destId="{C99D397B-6C4C-4A73-B336-A814EAA7F27D}" srcOrd="2" destOrd="0" parTransId="{033A1262-DB86-4E7C-990C-7E4A780C8E3F}" sibTransId="{AC21F53C-511D-4FE4-AF6F-7D10AA87EFCA}"/>
    <dgm:cxn modelId="{B2EE025F-9BB7-43B4-A60D-E484DDFB5BFF}" type="presOf" srcId="{82750718-49E1-45A7-9F84-02711094B2C5}" destId="{D608CD6F-71E0-4EF7-9536-D6F9E070DF51}" srcOrd="0" destOrd="0" presId="urn:microsoft.com/office/officeart/2005/8/layout/hList7"/>
    <dgm:cxn modelId="{D875755F-6FB0-416C-9CBA-8038D97615FA}" type="presOf" srcId="{DBAEE768-26B3-49DA-8638-C3F86F6ED354}" destId="{BEC1CB9A-42C3-45A8-A876-805DE363847E}" srcOrd="1" destOrd="0" presId="urn:microsoft.com/office/officeart/2005/8/layout/hList7"/>
    <dgm:cxn modelId="{86C49E62-9C0F-42F5-8E3C-176FD98375BB}" type="presOf" srcId="{D6CA46DA-FB3E-4FC6-ABDE-F52F1AAA3CD4}" destId="{E8128781-9D80-4535-B2F6-529F126E39CF}" srcOrd="0" destOrd="0" presId="urn:microsoft.com/office/officeart/2005/8/layout/hList7"/>
    <dgm:cxn modelId="{051DC862-E39D-42A5-B490-9D9DCEAB8C7F}" type="presOf" srcId="{CEA77B9F-4F98-4025-9BD9-676D911ED670}" destId="{A3196AA3-4B95-4297-8B21-034AB50AB5A6}" srcOrd="0" destOrd="0" presId="urn:microsoft.com/office/officeart/2005/8/layout/hList7"/>
    <dgm:cxn modelId="{6FFBCF4F-CD06-44E0-BA6D-FF6BE437B4B6}" type="presOf" srcId="{82750718-49E1-45A7-9F84-02711094B2C5}" destId="{4A3D52EA-9C86-4439-8C20-BE0A88C603F8}" srcOrd="1" destOrd="0" presId="urn:microsoft.com/office/officeart/2005/8/layout/hList7"/>
    <dgm:cxn modelId="{4DF46771-5E91-433C-89C4-AFF0DAA32855}" srcId="{108EDEB2-C4F4-47D1-B487-E3D6FB6A4B29}" destId="{82750718-49E1-45A7-9F84-02711094B2C5}" srcOrd="0" destOrd="0" parTransId="{E4E5B9AE-7B64-4BED-8D5C-83B735B101F1}" sibTransId="{D6CA46DA-FB3E-4FC6-ABDE-F52F1AAA3CD4}"/>
    <dgm:cxn modelId="{E106F673-38FC-4D1D-8E70-AE4F3F84FD0B}" type="presOf" srcId="{DBAEE768-26B3-49DA-8638-C3F86F6ED354}" destId="{7CFDE804-C821-41D6-98F9-FB669B47D745}" srcOrd="0" destOrd="0" presId="urn:microsoft.com/office/officeart/2005/8/layout/hList7"/>
    <dgm:cxn modelId="{8366EBAA-CBF6-4BB6-A709-64A3D3B28B89}" type="presOf" srcId="{108EDEB2-C4F4-47D1-B487-E3D6FB6A4B29}" destId="{B7674103-4D3A-4450-8313-2C32C4B44EBB}" srcOrd="0" destOrd="0" presId="urn:microsoft.com/office/officeart/2005/8/layout/hList7"/>
    <dgm:cxn modelId="{21907BB7-44D5-4680-84E8-6B8214CC76A9}" type="presOf" srcId="{C99D397B-6C4C-4A73-B336-A814EAA7F27D}" destId="{B567AD44-E4BE-4ADF-A797-3074B996A1F8}" srcOrd="0" destOrd="0" presId="urn:microsoft.com/office/officeart/2005/8/layout/hList7"/>
    <dgm:cxn modelId="{C73E64D9-5103-4223-9CFA-852B9ADAF079}" srcId="{108EDEB2-C4F4-47D1-B487-E3D6FB6A4B29}" destId="{DBAEE768-26B3-49DA-8638-C3F86F6ED354}" srcOrd="1" destOrd="0" parTransId="{B12A7A15-317E-4947-8718-6C53BD1EA614}" sibTransId="{CEA77B9F-4F98-4025-9BD9-676D911ED670}"/>
    <dgm:cxn modelId="{7C08EE61-4C87-41C7-9BE6-D317DFE9D176}" type="presParOf" srcId="{B7674103-4D3A-4450-8313-2C32C4B44EBB}" destId="{41DBB0BF-9380-4E0A-8DB2-F63C9A1D6603}" srcOrd="0" destOrd="0" presId="urn:microsoft.com/office/officeart/2005/8/layout/hList7"/>
    <dgm:cxn modelId="{8A93C9FB-4450-4C5F-B59A-BDA4E7432913}" type="presParOf" srcId="{B7674103-4D3A-4450-8313-2C32C4B44EBB}" destId="{0C80882C-DD5B-4413-B905-915EB853219E}" srcOrd="1" destOrd="0" presId="urn:microsoft.com/office/officeart/2005/8/layout/hList7"/>
    <dgm:cxn modelId="{01E2FECD-3DA1-452F-8545-B07947490A5C}" type="presParOf" srcId="{0C80882C-DD5B-4413-B905-915EB853219E}" destId="{ADA71574-E2A8-494F-ADC0-F6461C3ADAAC}" srcOrd="0" destOrd="0" presId="urn:microsoft.com/office/officeart/2005/8/layout/hList7"/>
    <dgm:cxn modelId="{DABA891A-1EF7-48C8-B7EC-28DFB4B30CB8}" type="presParOf" srcId="{ADA71574-E2A8-494F-ADC0-F6461C3ADAAC}" destId="{D608CD6F-71E0-4EF7-9536-D6F9E070DF51}" srcOrd="0" destOrd="0" presId="urn:microsoft.com/office/officeart/2005/8/layout/hList7"/>
    <dgm:cxn modelId="{A2D2BA06-D865-4077-A25B-4BC09F8B274C}" type="presParOf" srcId="{ADA71574-E2A8-494F-ADC0-F6461C3ADAAC}" destId="{4A3D52EA-9C86-4439-8C20-BE0A88C603F8}" srcOrd="1" destOrd="0" presId="urn:microsoft.com/office/officeart/2005/8/layout/hList7"/>
    <dgm:cxn modelId="{03C2D9BD-75EF-45D3-AE4F-BEC1B19AD298}" type="presParOf" srcId="{ADA71574-E2A8-494F-ADC0-F6461C3ADAAC}" destId="{9EE86981-BB07-42E5-8690-17BAB6BA9437}" srcOrd="2" destOrd="0" presId="urn:microsoft.com/office/officeart/2005/8/layout/hList7"/>
    <dgm:cxn modelId="{C95B7FA9-85DE-430F-BB9D-BC5BF094FEF6}" type="presParOf" srcId="{ADA71574-E2A8-494F-ADC0-F6461C3ADAAC}" destId="{27F98255-7374-434D-80E3-DC0D49C6587D}" srcOrd="3" destOrd="0" presId="urn:microsoft.com/office/officeart/2005/8/layout/hList7"/>
    <dgm:cxn modelId="{4621625C-4C67-4160-A7FF-D11E02C415FF}" type="presParOf" srcId="{0C80882C-DD5B-4413-B905-915EB853219E}" destId="{E8128781-9D80-4535-B2F6-529F126E39CF}" srcOrd="1" destOrd="0" presId="urn:microsoft.com/office/officeart/2005/8/layout/hList7"/>
    <dgm:cxn modelId="{CFA2D18C-F1E1-4BA1-A10A-2CF2C6CBF50E}" type="presParOf" srcId="{0C80882C-DD5B-4413-B905-915EB853219E}" destId="{09EF167D-1A54-41A3-ACB0-0B1349F28638}" srcOrd="2" destOrd="0" presId="urn:microsoft.com/office/officeart/2005/8/layout/hList7"/>
    <dgm:cxn modelId="{6549D5BE-5571-4E65-907B-80F670CFEE69}" type="presParOf" srcId="{09EF167D-1A54-41A3-ACB0-0B1349F28638}" destId="{7CFDE804-C821-41D6-98F9-FB669B47D745}" srcOrd="0" destOrd="0" presId="urn:microsoft.com/office/officeart/2005/8/layout/hList7"/>
    <dgm:cxn modelId="{5D3EFB2C-93C7-4461-A1D9-A2FE371210AC}" type="presParOf" srcId="{09EF167D-1A54-41A3-ACB0-0B1349F28638}" destId="{BEC1CB9A-42C3-45A8-A876-805DE363847E}" srcOrd="1" destOrd="0" presId="urn:microsoft.com/office/officeart/2005/8/layout/hList7"/>
    <dgm:cxn modelId="{B059C573-B583-4BA7-93FB-E7144C3D14A1}" type="presParOf" srcId="{09EF167D-1A54-41A3-ACB0-0B1349F28638}" destId="{3A12AE63-AB51-41DB-AA75-435B0985BFBB}" srcOrd="2" destOrd="0" presId="urn:microsoft.com/office/officeart/2005/8/layout/hList7"/>
    <dgm:cxn modelId="{9A27ACCF-2773-4530-889D-F5C7E9E1926C}" type="presParOf" srcId="{09EF167D-1A54-41A3-ACB0-0B1349F28638}" destId="{35680C6A-4211-470B-9129-F3F71DA7602E}" srcOrd="3" destOrd="0" presId="urn:microsoft.com/office/officeart/2005/8/layout/hList7"/>
    <dgm:cxn modelId="{7F2A98F9-43E0-46D0-9491-62D300009037}" type="presParOf" srcId="{0C80882C-DD5B-4413-B905-915EB853219E}" destId="{A3196AA3-4B95-4297-8B21-034AB50AB5A6}" srcOrd="3" destOrd="0" presId="urn:microsoft.com/office/officeart/2005/8/layout/hList7"/>
    <dgm:cxn modelId="{A2D7E803-AEDB-49B3-8E09-A2F049DD47F1}" type="presParOf" srcId="{0C80882C-DD5B-4413-B905-915EB853219E}" destId="{36A08275-5567-4F76-A144-B07A88A9591C}" srcOrd="4" destOrd="0" presId="urn:microsoft.com/office/officeart/2005/8/layout/hList7"/>
    <dgm:cxn modelId="{A51D9BA8-23C6-4F00-BB4E-D53402E8FAF3}" type="presParOf" srcId="{36A08275-5567-4F76-A144-B07A88A9591C}" destId="{B567AD44-E4BE-4ADF-A797-3074B996A1F8}" srcOrd="0" destOrd="0" presId="urn:microsoft.com/office/officeart/2005/8/layout/hList7"/>
    <dgm:cxn modelId="{82EA555F-2266-4673-9343-2E9F92037F84}" type="presParOf" srcId="{36A08275-5567-4F76-A144-B07A88A9591C}" destId="{E19C0F06-AF40-4445-941C-350464322A58}" srcOrd="1" destOrd="0" presId="urn:microsoft.com/office/officeart/2005/8/layout/hList7"/>
    <dgm:cxn modelId="{4BF7BA98-55C3-408D-9F97-1BAB43D235A4}" type="presParOf" srcId="{36A08275-5567-4F76-A144-B07A88A9591C}" destId="{82AC05D7-1654-4DEE-919A-D7EDE6E3BE54}" srcOrd="2" destOrd="0" presId="urn:microsoft.com/office/officeart/2005/8/layout/hList7"/>
    <dgm:cxn modelId="{A31AAE6D-468F-4F74-93CB-E98847456023}" type="presParOf" srcId="{36A08275-5567-4F76-A144-B07A88A9591C}" destId="{D36B4FAE-FB57-4198-B26F-57633FFCCE53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8EDEB2-C4F4-47D1-B487-E3D6FB6A4B29}" type="doc">
      <dgm:prSet loTypeId="urn:microsoft.com/office/officeart/2005/8/layout/hList7" loCatId="relationship" qsTypeId="urn:microsoft.com/office/officeart/2005/8/quickstyle/simple1" qsCatId="simple" csTypeId="urn:microsoft.com/office/officeart/2005/8/colors/accent1_2" csCatId="accent1" phldr="1"/>
      <dgm:spPr/>
    </dgm:pt>
    <dgm:pt modelId="{82750718-49E1-45A7-9F84-02711094B2C5}">
      <dgm:prSet phldrT="[Text]"/>
      <dgm:spPr/>
      <dgm:t>
        <a:bodyPr/>
        <a:lstStyle/>
        <a:p>
          <a:r>
            <a:rPr lang="en-GB" dirty="0"/>
            <a:t>Country(s)</a:t>
          </a:r>
          <a:endParaRPr lang="en-SG" dirty="0"/>
        </a:p>
      </dgm:t>
    </dgm:pt>
    <dgm:pt modelId="{E4E5B9AE-7B64-4BED-8D5C-83B735B101F1}" type="parTrans" cxnId="{4DF46771-5E91-433C-89C4-AFF0DAA32855}">
      <dgm:prSet/>
      <dgm:spPr/>
      <dgm:t>
        <a:bodyPr/>
        <a:lstStyle/>
        <a:p>
          <a:endParaRPr lang="en-SG"/>
        </a:p>
      </dgm:t>
    </dgm:pt>
    <dgm:pt modelId="{D6CA46DA-FB3E-4FC6-ABDE-F52F1AAA3CD4}" type="sibTrans" cxnId="{4DF46771-5E91-433C-89C4-AFF0DAA32855}">
      <dgm:prSet/>
      <dgm:spPr/>
      <dgm:t>
        <a:bodyPr/>
        <a:lstStyle/>
        <a:p>
          <a:endParaRPr lang="en-SG"/>
        </a:p>
      </dgm:t>
    </dgm:pt>
    <dgm:pt modelId="{DBAEE768-26B3-49DA-8638-C3F86F6ED354}">
      <dgm:prSet phldrT="[Text]"/>
      <dgm:spPr/>
      <dgm:t>
        <a:bodyPr/>
        <a:lstStyle/>
        <a:p>
          <a:r>
            <a:rPr lang="en-GB" dirty="0"/>
            <a:t>Data Series </a:t>
          </a:r>
          <a:endParaRPr lang="en-SG" dirty="0"/>
        </a:p>
      </dgm:t>
    </dgm:pt>
    <dgm:pt modelId="{B12A7A15-317E-4947-8718-6C53BD1EA614}" type="parTrans" cxnId="{C73E64D9-5103-4223-9CFA-852B9ADAF079}">
      <dgm:prSet/>
      <dgm:spPr/>
      <dgm:t>
        <a:bodyPr/>
        <a:lstStyle/>
        <a:p>
          <a:endParaRPr lang="en-SG"/>
        </a:p>
      </dgm:t>
    </dgm:pt>
    <dgm:pt modelId="{CEA77B9F-4F98-4025-9BD9-676D911ED670}" type="sibTrans" cxnId="{C73E64D9-5103-4223-9CFA-852B9ADAF079}">
      <dgm:prSet/>
      <dgm:spPr/>
      <dgm:t>
        <a:bodyPr/>
        <a:lstStyle/>
        <a:p>
          <a:endParaRPr lang="en-SG"/>
        </a:p>
      </dgm:t>
    </dgm:pt>
    <dgm:pt modelId="{C99D397B-6C4C-4A73-B336-A814EAA7F27D}">
      <dgm:prSet phldrT="[Text]"/>
      <dgm:spPr/>
      <dgm:t>
        <a:bodyPr/>
        <a:lstStyle/>
        <a:p>
          <a:r>
            <a:rPr lang="en-GB" dirty="0"/>
            <a:t>Time frame</a:t>
          </a:r>
          <a:endParaRPr lang="en-SG" dirty="0"/>
        </a:p>
      </dgm:t>
    </dgm:pt>
    <dgm:pt modelId="{033A1262-DB86-4E7C-990C-7E4A780C8E3F}" type="parTrans" cxnId="{2FE6083C-71F2-4921-A4F4-9966C35E02E6}">
      <dgm:prSet/>
      <dgm:spPr/>
      <dgm:t>
        <a:bodyPr/>
        <a:lstStyle/>
        <a:p>
          <a:endParaRPr lang="en-SG"/>
        </a:p>
      </dgm:t>
    </dgm:pt>
    <dgm:pt modelId="{AC21F53C-511D-4FE4-AF6F-7D10AA87EFCA}" type="sibTrans" cxnId="{2FE6083C-71F2-4921-A4F4-9966C35E02E6}">
      <dgm:prSet/>
      <dgm:spPr/>
      <dgm:t>
        <a:bodyPr/>
        <a:lstStyle/>
        <a:p>
          <a:endParaRPr lang="en-SG"/>
        </a:p>
      </dgm:t>
    </dgm:pt>
    <dgm:pt modelId="{B7674103-4D3A-4450-8313-2C32C4B44EBB}" type="pres">
      <dgm:prSet presAssocID="{108EDEB2-C4F4-47D1-B487-E3D6FB6A4B29}" presName="Name0" presStyleCnt="0">
        <dgm:presLayoutVars>
          <dgm:dir/>
          <dgm:resizeHandles val="exact"/>
        </dgm:presLayoutVars>
      </dgm:prSet>
      <dgm:spPr/>
    </dgm:pt>
    <dgm:pt modelId="{41DBB0BF-9380-4E0A-8DB2-F63C9A1D6603}" type="pres">
      <dgm:prSet presAssocID="{108EDEB2-C4F4-47D1-B487-E3D6FB6A4B29}" presName="fgShape" presStyleLbl="fgShp" presStyleIdx="0" presStyleCnt="1"/>
      <dgm:spPr/>
    </dgm:pt>
    <dgm:pt modelId="{0C80882C-DD5B-4413-B905-915EB853219E}" type="pres">
      <dgm:prSet presAssocID="{108EDEB2-C4F4-47D1-B487-E3D6FB6A4B29}" presName="linComp" presStyleCnt="0"/>
      <dgm:spPr/>
    </dgm:pt>
    <dgm:pt modelId="{ADA71574-E2A8-494F-ADC0-F6461C3ADAAC}" type="pres">
      <dgm:prSet presAssocID="{82750718-49E1-45A7-9F84-02711094B2C5}" presName="compNode" presStyleCnt="0"/>
      <dgm:spPr/>
    </dgm:pt>
    <dgm:pt modelId="{D608CD6F-71E0-4EF7-9536-D6F9E070DF51}" type="pres">
      <dgm:prSet presAssocID="{82750718-49E1-45A7-9F84-02711094B2C5}" presName="bkgdShape" presStyleLbl="node1" presStyleIdx="0" presStyleCnt="3"/>
      <dgm:spPr/>
    </dgm:pt>
    <dgm:pt modelId="{4A3D52EA-9C86-4439-8C20-BE0A88C603F8}" type="pres">
      <dgm:prSet presAssocID="{82750718-49E1-45A7-9F84-02711094B2C5}" presName="nodeTx" presStyleLbl="node1" presStyleIdx="0" presStyleCnt="3">
        <dgm:presLayoutVars>
          <dgm:bulletEnabled val="1"/>
        </dgm:presLayoutVars>
      </dgm:prSet>
      <dgm:spPr/>
    </dgm:pt>
    <dgm:pt modelId="{9EE86981-BB07-42E5-8690-17BAB6BA9437}" type="pres">
      <dgm:prSet presAssocID="{82750718-49E1-45A7-9F84-02711094B2C5}" presName="invisiNode" presStyleLbl="node1" presStyleIdx="0" presStyleCnt="3"/>
      <dgm:spPr/>
    </dgm:pt>
    <dgm:pt modelId="{27F98255-7374-434D-80E3-DC0D49C6587D}" type="pres">
      <dgm:prSet presAssocID="{82750718-49E1-45A7-9F84-02711094B2C5}" presName="imagNode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rth America with solid fill"/>
        </a:ext>
      </dgm:extLst>
    </dgm:pt>
    <dgm:pt modelId="{E8128781-9D80-4535-B2F6-529F126E39CF}" type="pres">
      <dgm:prSet presAssocID="{D6CA46DA-FB3E-4FC6-ABDE-F52F1AAA3CD4}" presName="sibTrans" presStyleLbl="sibTrans2D1" presStyleIdx="0" presStyleCnt="0"/>
      <dgm:spPr/>
    </dgm:pt>
    <dgm:pt modelId="{09EF167D-1A54-41A3-ACB0-0B1349F28638}" type="pres">
      <dgm:prSet presAssocID="{DBAEE768-26B3-49DA-8638-C3F86F6ED354}" presName="compNode" presStyleCnt="0"/>
      <dgm:spPr/>
    </dgm:pt>
    <dgm:pt modelId="{7CFDE804-C821-41D6-98F9-FB669B47D745}" type="pres">
      <dgm:prSet presAssocID="{DBAEE768-26B3-49DA-8638-C3F86F6ED354}" presName="bkgdShape" presStyleLbl="node1" presStyleIdx="1" presStyleCnt="3"/>
      <dgm:spPr/>
    </dgm:pt>
    <dgm:pt modelId="{BEC1CB9A-42C3-45A8-A876-805DE363847E}" type="pres">
      <dgm:prSet presAssocID="{DBAEE768-26B3-49DA-8638-C3F86F6ED354}" presName="nodeTx" presStyleLbl="node1" presStyleIdx="1" presStyleCnt="3">
        <dgm:presLayoutVars>
          <dgm:bulletEnabled val="1"/>
        </dgm:presLayoutVars>
      </dgm:prSet>
      <dgm:spPr/>
    </dgm:pt>
    <dgm:pt modelId="{3A12AE63-AB51-41DB-AA75-435B0985BFBB}" type="pres">
      <dgm:prSet presAssocID="{DBAEE768-26B3-49DA-8638-C3F86F6ED354}" presName="invisiNode" presStyleLbl="node1" presStyleIdx="1" presStyleCnt="3"/>
      <dgm:spPr/>
    </dgm:pt>
    <dgm:pt modelId="{35680C6A-4211-470B-9129-F3F71DA7602E}" type="pres">
      <dgm:prSet presAssocID="{DBAEE768-26B3-49DA-8638-C3F86F6ED354}" presName="imagNode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Stock exchange numbers"/>
        </a:ext>
      </dgm:extLst>
    </dgm:pt>
    <dgm:pt modelId="{A3196AA3-4B95-4297-8B21-034AB50AB5A6}" type="pres">
      <dgm:prSet presAssocID="{CEA77B9F-4F98-4025-9BD9-676D911ED670}" presName="sibTrans" presStyleLbl="sibTrans2D1" presStyleIdx="0" presStyleCnt="0"/>
      <dgm:spPr/>
    </dgm:pt>
    <dgm:pt modelId="{36A08275-5567-4F76-A144-B07A88A9591C}" type="pres">
      <dgm:prSet presAssocID="{C99D397B-6C4C-4A73-B336-A814EAA7F27D}" presName="compNode" presStyleCnt="0"/>
      <dgm:spPr/>
    </dgm:pt>
    <dgm:pt modelId="{B567AD44-E4BE-4ADF-A797-3074B996A1F8}" type="pres">
      <dgm:prSet presAssocID="{C99D397B-6C4C-4A73-B336-A814EAA7F27D}" presName="bkgdShape" presStyleLbl="node1" presStyleIdx="2" presStyleCnt="3"/>
      <dgm:spPr/>
    </dgm:pt>
    <dgm:pt modelId="{E19C0F06-AF40-4445-941C-350464322A58}" type="pres">
      <dgm:prSet presAssocID="{C99D397B-6C4C-4A73-B336-A814EAA7F27D}" presName="nodeTx" presStyleLbl="node1" presStyleIdx="2" presStyleCnt="3">
        <dgm:presLayoutVars>
          <dgm:bulletEnabled val="1"/>
        </dgm:presLayoutVars>
      </dgm:prSet>
      <dgm:spPr/>
    </dgm:pt>
    <dgm:pt modelId="{82AC05D7-1654-4DEE-919A-D7EDE6E3BE54}" type="pres">
      <dgm:prSet presAssocID="{C99D397B-6C4C-4A73-B336-A814EAA7F27D}" presName="invisiNode" presStyleLbl="node1" presStyleIdx="2" presStyleCnt="3"/>
      <dgm:spPr/>
    </dgm:pt>
    <dgm:pt modelId="{D36B4FAE-FB57-4198-B26F-57633FFCCE53}" type="pres">
      <dgm:prSet presAssocID="{C99D397B-6C4C-4A73-B336-A814EAA7F27D}" presName="imagNode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 30% with solid fill"/>
        </a:ext>
      </dgm:extLst>
    </dgm:pt>
  </dgm:ptLst>
  <dgm:cxnLst>
    <dgm:cxn modelId="{1D20B52D-FE7C-4B95-9EEC-D0587F3F5E12}" type="presOf" srcId="{C99D397B-6C4C-4A73-B336-A814EAA7F27D}" destId="{E19C0F06-AF40-4445-941C-350464322A58}" srcOrd="1" destOrd="0" presId="urn:microsoft.com/office/officeart/2005/8/layout/hList7"/>
    <dgm:cxn modelId="{2FE6083C-71F2-4921-A4F4-9966C35E02E6}" srcId="{108EDEB2-C4F4-47D1-B487-E3D6FB6A4B29}" destId="{C99D397B-6C4C-4A73-B336-A814EAA7F27D}" srcOrd="2" destOrd="0" parTransId="{033A1262-DB86-4E7C-990C-7E4A780C8E3F}" sibTransId="{AC21F53C-511D-4FE4-AF6F-7D10AA87EFCA}"/>
    <dgm:cxn modelId="{B2EE025F-9BB7-43B4-A60D-E484DDFB5BFF}" type="presOf" srcId="{82750718-49E1-45A7-9F84-02711094B2C5}" destId="{D608CD6F-71E0-4EF7-9536-D6F9E070DF51}" srcOrd="0" destOrd="0" presId="urn:microsoft.com/office/officeart/2005/8/layout/hList7"/>
    <dgm:cxn modelId="{D875755F-6FB0-416C-9CBA-8038D97615FA}" type="presOf" srcId="{DBAEE768-26B3-49DA-8638-C3F86F6ED354}" destId="{BEC1CB9A-42C3-45A8-A876-805DE363847E}" srcOrd="1" destOrd="0" presId="urn:microsoft.com/office/officeart/2005/8/layout/hList7"/>
    <dgm:cxn modelId="{86C49E62-9C0F-42F5-8E3C-176FD98375BB}" type="presOf" srcId="{D6CA46DA-FB3E-4FC6-ABDE-F52F1AAA3CD4}" destId="{E8128781-9D80-4535-B2F6-529F126E39CF}" srcOrd="0" destOrd="0" presId="urn:microsoft.com/office/officeart/2005/8/layout/hList7"/>
    <dgm:cxn modelId="{051DC862-E39D-42A5-B490-9D9DCEAB8C7F}" type="presOf" srcId="{CEA77B9F-4F98-4025-9BD9-676D911ED670}" destId="{A3196AA3-4B95-4297-8B21-034AB50AB5A6}" srcOrd="0" destOrd="0" presId="urn:microsoft.com/office/officeart/2005/8/layout/hList7"/>
    <dgm:cxn modelId="{6FFBCF4F-CD06-44E0-BA6D-FF6BE437B4B6}" type="presOf" srcId="{82750718-49E1-45A7-9F84-02711094B2C5}" destId="{4A3D52EA-9C86-4439-8C20-BE0A88C603F8}" srcOrd="1" destOrd="0" presId="urn:microsoft.com/office/officeart/2005/8/layout/hList7"/>
    <dgm:cxn modelId="{4DF46771-5E91-433C-89C4-AFF0DAA32855}" srcId="{108EDEB2-C4F4-47D1-B487-E3D6FB6A4B29}" destId="{82750718-49E1-45A7-9F84-02711094B2C5}" srcOrd="0" destOrd="0" parTransId="{E4E5B9AE-7B64-4BED-8D5C-83B735B101F1}" sibTransId="{D6CA46DA-FB3E-4FC6-ABDE-F52F1AAA3CD4}"/>
    <dgm:cxn modelId="{E106F673-38FC-4D1D-8E70-AE4F3F84FD0B}" type="presOf" srcId="{DBAEE768-26B3-49DA-8638-C3F86F6ED354}" destId="{7CFDE804-C821-41D6-98F9-FB669B47D745}" srcOrd="0" destOrd="0" presId="urn:microsoft.com/office/officeart/2005/8/layout/hList7"/>
    <dgm:cxn modelId="{8366EBAA-CBF6-4BB6-A709-64A3D3B28B89}" type="presOf" srcId="{108EDEB2-C4F4-47D1-B487-E3D6FB6A4B29}" destId="{B7674103-4D3A-4450-8313-2C32C4B44EBB}" srcOrd="0" destOrd="0" presId="urn:microsoft.com/office/officeart/2005/8/layout/hList7"/>
    <dgm:cxn modelId="{21907BB7-44D5-4680-84E8-6B8214CC76A9}" type="presOf" srcId="{C99D397B-6C4C-4A73-B336-A814EAA7F27D}" destId="{B567AD44-E4BE-4ADF-A797-3074B996A1F8}" srcOrd="0" destOrd="0" presId="urn:microsoft.com/office/officeart/2005/8/layout/hList7"/>
    <dgm:cxn modelId="{C73E64D9-5103-4223-9CFA-852B9ADAF079}" srcId="{108EDEB2-C4F4-47D1-B487-E3D6FB6A4B29}" destId="{DBAEE768-26B3-49DA-8638-C3F86F6ED354}" srcOrd="1" destOrd="0" parTransId="{B12A7A15-317E-4947-8718-6C53BD1EA614}" sibTransId="{CEA77B9F-4F98-4025-9BD9-676D911ED670}"/>
    <dgm:cxn modelId="{7C08EE61-4C87-41C7-9BE6-D317DFE9D176}" type="presParOf" srcId="{B7674103-4D3A-4450-8313-2C32C4B44EBB}" destId="{41DBB0BF-9380-4E0A-8DB2-F63C9A1D6603}" srcOrd="0" destOrd="0" presId="urn:microsoft.com/office/officeart/2005/8/layout/hList7"/>
    <dgm:cxn modelId="{8A93C9FB-4450-4C5F-B59A-BDA4E7432913}" type="presParOf" srcId="{B7674103-4D3A-4450-8313-2C32C4B44EBB}" destId="{0C80882C-DD5B-4413-B905-915EB853219E}" srcOrd="1" destOrd="0" presId="urn:microsoft.com/office/officeart/2005/8/layout/hList7"/>
    <dgm:cxn modelId="{01E2FECD-3DA1-452F-8545-B07947490A5C}" type="presParOf" srcId="{0C80882C-DD5B-4413-B905-915EB853219E}" destId="{ADA71574-E2A8-494F-ADC0-F6461C3ADAAC}" srcOrd="0" destOrd="0" presId="urn:microsoft.com/office/officeart/2005/8/layout/hList7"/>
    <dgm:cxn modelId="{DABA891A-1EF7-48C8-B7EC-28DFB4B30CB8}" type="presParOf" srcId="{ADA71574-E2A8-494F-ADC0-F6461C3ADAAC}" destId="{D608CD6F-71E0-4EF7-9536-D6F9E070DF51}" srcOrd="0" destOrd="0" presId="urn:microsoft.com/office/officeart/2005/8/layout/hList7"/>
    <dgm:cxn modelId="{A2D2BA06-D865-4077-A25B-4BC09F8B274C}" type="presParOf" srcId="{ADA71574-E2A8-494F-ADC0-F6461C3ADAAC}" destId="{4A3D52EA-9C86-4439-8C20-BE0A88C603F8}" srcOrd="1" destOrd="0" presId="urn:microsoft.com/office/officeart/2005/8/layout/hList7"/>
    <dgm:cxn modelId="{03C2D9BD-75EF-45D3-AE4F-BEC1B19AD298}" type="presParOf" srcId="{ADA71574-E2A8-494F-ADC0-F6461C3ADAAC}" destId="{9EE86981-BB07-42E5-8690-17BAB6BA9437}" srcOrd="2" destOrd="0" presId="urn:microsoft.com/office/officeart/2005/8/layout/hList7"/>
    <dgm:cxn modelId="{C95B7FA9-85DE-430F-BB9D-BC5BF094FEF6}" type="presParOf" srcId="{ADA71574-E2A8-494F-ADC0-F6461C3ADAAC}" destId="{27F98255-7374-434D-80E3-DC0D49C6587D}" srcOrd="3" destOrd="0" presId="urn:microsoft.com/office/officeart/2005/8/layout/hList7"/>
    <dgm:cxn modelId="{4621625C-4C67-4160-A7FF-D11E02C415FF}" type="presParOf" srcId="{0C80882C-DD5B-4413-B905-915EB853219E}" destId="{E8128781-9D80-4535-B2F6-529F126E39CF}" srcOrd="1" destOrd="0" presId="urn:microsoft.com/office/officeart/2005/8/layout/hList7"/>
    <dgm:cxn modelId="{CFA2D18C-F1E1-4BA1-A10A-2CF2C6CBF50E}" type="presParOf" srcId="{0C80882C-DD5B-4413-B905-915EB853219E}" destId="{09EF167D-1A54-41A3-ACB0-0B1349F28638}" srcOrd="2" destOrd="0" presId="urn:microsoft.com/office/officeart/2005/8/layout/hList7"/>
    <dgm:cxn modelId="{6549D5BE-5571-4E65-907B-80F670CFEE69}" type="presParOf" srcId="{09EF167D-1A54-41A3-ACB0-0B1349F28638}" destId="{7CFDE804-C821-41D6-98F9-FB669B47D745}" srcOrd="0" destOrd="0" presId="urn:microsoft.com/office/officeart/2005/8/layout/hList7"/>
    <dgm:cxn modelId="{5D3EFB2C-93C7-4461-A1D9-A2FE371210AC}" type="presParOf" srcId="{09EF167D-1A54-41A3-ACB0-0B1349F28638}" destId="{BEC1CB9A-42C3-45A8-A876-805DE363847E}" srcOrd="1" destOrd="0" presId="urn:microsoft.com/office/officeart/2005/8/layout/hList7"/>
    <dgm:cxn modelId="{B059C573-B583-4BA7-93FB-E7144C3D14A1}" type="presParOf" srcId="{09EF167D-1A54-41A3-ACB0-0B1349F28638}" destId="{3A12AE63-AB51-41DB-AA75-435B0985BFBB}" srcOrd="2" destOrd="0" presId="urn:microsoft.com/office/officeart/2005/8/layout/hList7"/>
    <dgm:cxn modelId="{9A27ACCF-2773-4530-889D-F5C7E9E1926C}" type="presParOf" srcId="{09EF167D-1A54-41A3-ACB0-0B1349F28638}" destId="{35680C6A-4211-470B-9129-F3F71DA7602E}" srcOrd="3" destOrd="0" presId="urn:microsoft.com/office/officeart/2005/8/layout/hList7"/>
    <dgm:cxn modelId="{7F2A98F9-43E0-46D0-9491-62D300009037}" type="presParOf" srcId="{0C80882C-DD5B-4413-B905-915EB853219E}" destId="{A3196AA3-4B95-4297-8B21-034AB50AB5A6}" srcOrd="3" destOrd="0" presId="urn:microsoft.com/office/officeart/2005/8/layout/hList7"/>
    <dgm:cxn modelId="{A2D7E803-AEDB-49B3-8E09-A2F049DD47F1}" type="presParOf" srcId="{0C80882C-DD5B-4413-B905-915EB853219E}" destId="{36A08275-5567-4F76-A144-B07A88A9591C}" srcOrd="4" destOrd="0" presId="urn:microsoft.com/office/officeart/2005/8/layout/hList7"/>
    <dgm:cxn modelId="{A51D9BA8-23C6-4F00-BB4E-D53402E8FAF3}" type="presParOf" srcId="{36A08275-5567-4F76-A144-B07A88A9591C}" destId="{B567AD44-E4BE-4ADF-A797-3074B996A1F8}" srcOrd="0" destOrd="0" presId="urn:microsoft.com/office/officeart/2005/8/layout/hList7"/>
    <dgm:cxn modelId="{82EA555F-2266-4673-9343-2E9F92037F84}" type="presParOf" srcId="{36A08275-5567-4F76-A144-B07A88A9591C}" destId="{E19C0F06-AF40-4445-941C-350464322A58}" srcOrd="1" destOrd="0" presId="urn:microsoft.com/office/officeart/2005/8/layout/hList7"/>
    <dgm:cxn modelId="{4BF7BA98-55C3-408D-9F97-1BAB43D235A4}" type="presParOf" srcId="{36A08275-5567-4F76-A144-B07A88A9591C}" destId="{82AC05D7-1654-4DEE-919A-D7EDE6E3BE54}" srcOrd="2" destOrd="0" presId="urn:microsoft.com/office/officeart/2005/8/layout/hList7"/>
    <dgm:cxn modelId="{A31AAE6D-468F-4F74-93CB-E98847456023}" type="presParOf" srcId="{36A08275-5567-4F76-A144-B07A88A9591C}" destId="{D36B4FAE-FB57-4198-B26F-57633FFCCE53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08EDEB2-C4F4-47D1-B487-E3D6FB6A4B29}" type="doc">
      <dgm:prSet loTypeId="urn:microsoft.com/office/officeart/2005/8/layout/hList7" loCatId="relationship" qsTypeId="urn:microsoft.com/office/officeart/2005/8/quickstyle/simple1" qsCatId="simple" csTypeId="urn:microsoft.com/office/officeart/2005/8/colors/accent1_2" csCatId="accent1" phldr="1"/>
      <dgm:spPr/>
    </dgm:pt>
    <dgm:pt modelId="{82750718-49E1-45A7-9F84-02711094B2C5}">
      <dgm:prSet phldrT="[Text]"/>
      <dgm:spPr/>
      <dgm:t>
        <a:bodyPr/>
        <a:lstStyle/>
        <a:p>
          <a:r>
            <a:rPr lang="en-GB" dirty="0"/>
            <a:t>Country(s)</a:t>
          </a:r>
          <a:endParaRPr lang="en-SG" dirty="0"/>
        </a:p>
      </dgm:t>
    </dgm:pt>
    <dgm:pt modelId="{E4E5B9AE-7B64-4BED-8D5C-83B735B101F1}" type="parTrans" cxnId="{4DF46771-5E91-433C-89C4-AFF0DAA32855}">
      <dgm:prSet/>
      <dgm:spPr/>
      <dgm:t>
        <a:bodyPr/>
        <a:lstStyle/>
        <a:p>
          <a:endParaRPr lang="en-SG"/>
        </a:p>
      </dgm:t>
    </dgm:pt>
    <dgm:pt modelId="{D6CA46DA-FB3E-4FC6-ABDE-F52F1AAA3CD4}" type="sibTrans" cxnId="{4DF46771-5E91-433C-89C4-AFF0DAA32855}">
      <dgm:prSet/>
      <dgm:spPr/>
      <dgm:t>
        <a:bodyPr/>
        <a:lstStyle/>
        <a:p>
          <a:endParaRPr lang="en-SG"/>
        </a:p>
      </dgm:t>
    </dgm:pt>
    <dgm:pt modelId="{DBAEE768-26B3-49DA-8638-C3F86F6ED354}">
      <dgm:prSet phldrT="[Text]"/>
      <dgm:spPr/>
      <dgm:t>
        <a:bodyPr/>
        <a:lstStyle/>
        <a:p>
          <a:r>
            <a:rPr lang="en-GB" dirty="0"/>
            <a:t>Data Series </a:t>
          </a:r>
          <a:endParaRPr lang="en-SG" dirty="0"/>
        </a:p>
      </dgm:t>
    </dgm:pt>
    <dgm:pt modelId="{B12A7A15-317E-4947-8718-6C53BD1EA614}" type="parTrans" cxnId="{C73E64D9-5103-4223-9CFA-852B9ADAF079}">
      <dgm:prSet/>
      <dgm:spPr/>
      <dgm:t>
        <a:bodyPr/>
        <a:lstStyle/>
        <a:p>
          <a:endParaRPr lang="en-SG"/>
        </a:p>
      </dgm:t>
    </dgm:pt>
    <dgm:pt modelId="{CEA77B9F-4F98-4025-9BD9-676D911ED670}" type="sibTrans" cxnId="{C73E64D9-5103-4223-9CFA-852B9ADAF079}">
      <dgm:prSet/>
      <dgm:spPr/>
      <dgm:t>
        <a:bodyPr/>
        <a:lstStyle/>
        <a:p>
          <a:endParaRPr lang="en-SG"/>
        </a:p>
      </dgm:t>
    </dgm:pt>
    <dgm:pt modelId="{C99D397B-6C4C-4A73-B336-A814EAA7F27D}">
      <dgm:prSet phldrT="[Text]"/>
      <dgm:spPr/>
      <dgm:t>
        <a:bodyPr/>
        <a:lstStyle/>
        <a:p>
          <a:r>
            <a:rPr lang="en-GB" dirty="0"/>
            <a:t>Time frame</a:t>
          </a:r>
          <a:endParaRPr lang="en-SG" dirty="0"/>
        </a:p>
      </dgm:t>
    </dgm:pt>
    <dgm:pt modelId="{033A1262-DB86-4E7C-990C-7E4A780C8E3F}" type="parTrans" cxnId="{2FE6083C-71F2-4921-A4F4-9966C35E02E6}">
      <dgm:prSet/>
      <dgm:spPr/>
      <dgm:t>
        <a:bodyPr/>
        <a:lstStyle/>
        <a:p>
          <a:endParaRPr lang="en-SG"/>
        </a:p>
      </dgm:t>
    </dgm:pt>
    <dgm:pt modelId="{AC21F53C-511D-4FE4-AF6F-7D10AA87EFCA}" type="sibTrans" cxnId="{2FE6083C-71F2-4921-A4F4-9966C35E02E6}">
      <dgm:prSet/>
      <dgm:spPr/>
      <dgm:t>
        <a:bodyPr/>
        <a:lstStyle/>
        <a:p>
          <a:endParaRPr lang="en-SG"/>
        </a:p>
      </dgm:t>
    </dgm:pt>
    <dgm:pt modelId="{B7674103-4D3A-4450-8313-2C32C4B44EBB}" type="pres">
      <dgm:prSet presAssocID="{108EDEB2-C4F4-47D1-B487-E3D6FB6A4B29}" presName="Name0" presStyleCnt="0">
        <dgm:presLayoutVars>
          <dgm:dir/>
          <dgm:resizeHandles val="exact"/>
        </dgm:presLayoutVars>
      </dgm:prSet>
      <dgm:spPr/>
    </dgm:pt>
    <dgm:pt modelId="{41DBB0BF-9380-4E0A-8DB2-F63C9A1D6603}" type="pres">
      <dgm:prSet presAssocID="{108EDEB2-C4F4-47D1-B487-E3D6FB6A4B29}" presName="fgShape" presStyleLbl="fgShp" presStyleIdx="0" presStyleCnt="1"/>
      <dgm:spPr/>
    </dgm:pt>
    <dgm:pt modelId="{0C80882C-DD5B-4413-B905-915EB853219E}" type="pres">
      <dgm:prSet presAssocID="{108EDEB2-C4F4-47D1-B487-E3D6FB6A4B29}" presName="linComp" presStyleCnt="0"/>
      <dgm:spPr/>
    </dgm:pt>
    <dgm:pt modelId="{ADA71574-E2A8-494F-ADC0-F6461C3ADAAC}" type="pres">
      <dgm:prSet presAssocID="{82750718-49E1-45A7-9F84-02711094B2C5}" presName="compNode" presStyleCnt="0"/>
      <dgm:spPr/>
    </dgm:pt>
    <dgm:pt modelId="{D608CD6F-71E0-4EF7-9536-D6F9E070DF51}" type="pres">
      <dgm:prSet presAssocID="{82750718-49E1-45A7-9F84-02711094B2C5}" presName="bkgdShape" presStyleLbl="node1" presStyleIdx="0" presStyleCnt="3"/>
      <dgm:spPr/>
    </dgm:pt>
    <dgm:pt modelId="{4A3D52EA-9C86-4439-8C20-BE0A88C603F8}" type="pres">
      <dgm:prSet presAssocID="{82750718-49E1-45A7-9F84-02711094B2C5}" presName="nodeTx" presStyleLbl="node1" presStyleIdx="0" presStyleCnt="3">
        <dgm:presLayoutVars>
          <dgm:bulletEnabled val="1"/>
        </dgm:presLayoutVars>
      </dgm:prSet>
      <dgm:spPr/>
    </dgm:pt>
    <dgm:pt modelId="{9EE86981-BB07-42E5-8690-17BAB6BA9437}" type="pres">
      <dgm:prSet presAssocID="{82750718-49E1-45A7-9F84-02711094B2C5}" presName="invisiNode" presStyleLbl="node1" presStyleIdx="0" presStyleCnt="3"/>
      <dgm:spPr/>
    </dgm:pt>
    <dgm:pt modelId="{27F98255-7374-434D-80E3-DC0D49C6587D}" type="pres">
      <dgm:prSet presAssocID="{82750718-49E1-45A7-9F84-02711094B2C5}" presName="imagNode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rth America with solid fill"/>
        </a:ext>
      </dgm:extLst>
    </dgm:pt>
    <dgm:pt modelId="{E8128781-9D80-4535-B2F6-529F126E39CF}" type="pres">
      <dgm:prSet presAssocID="{D6CA46DA-FB3E-4FC6-ABDE-F52F1AAA3CD4}" presName="sibTrans" presStyleLbl="sibTrans2D1" presStyleIdx="0" presStyleCnt="0"/>
      <dgm:spPr/>
    </dgm:pt>
    <dgm:pt modelId="{09EF167D-1A54-41A3-ACB0-0B1349F28638}" type="pres">
      <dgm:prSet presAssocID="{DBAEE768-26B3-49DA-8638-C3F86F6ED354}" presName="compNode" presStyleCnt="0"/>
      <dgm:spPr/>
    </dgm:pt>
    <dgm:pt modelId="{7CFDE804-C821-41D6-98F9-FB669B47D745}" type="pres">
      <dgm:prSet presAssocID="{DBAEE768-26B3-49DA-8638-C3F86F6ED354}" presName="bkgdShape" presStyleLbl="node1" presStyleIdx="1" presStyleCnt="3" custLinFactNeighborX="-981"/>
      <dgm:spPr/>
    </dgm:pt>
    <dgm:pt modelId="{BEC1CB9A-42C3-45A8-A876-805DE363847E}" type="pres">
      <dgm:prSet presAssocID="{DBAEE768-26B3-49DA-8638-C3F86F6ED354}" presName="nodeTx" presStyleLbl="node1" presStyleIdx="1" presStyleCnt="3">
        <dgm:presLayoutVars>
          <dgm:bulletEnabled val="1"/>
        </dgm:presLayoutVars>
      </dgm:prSet>
      <dgm:spPr/>
    </dgm:pt>
    <dgm:pt modelId="{3A12AE63-AB51-41DB-AA75-435B0985BFBB}" type="pres">
      <dgm:prSet presAssocID="{DBAEE768-26B3-49DA-8638-C3F86F6ED354}" presName="invisiNode" presStyleLbl="node1" presStyleIdx="1" presStyleCnt="3"/>
      <dgm:spPr/>
    </dgm:pt>
    <dgm:pt modelId="{35680C6A-4211-470B-9129-F3F71DA7602E}" type="pres">
      <dgm:prSet presAssocID="{DBAEE768-26B3-49DA-8638-C3F86F6ED354}" presName="imagNode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Stock exchange numbers"/>
        </a:ext>
      </dgm:extLst>
    </dgm:pt>
    <dgm:pt modelId="{A3196AA3-4B95-4297-8B21-034AB50AB5A6}" type="pres">
      <dgm:prSet presAssocID="{CEA77B9F-4F98-4025-9BD9-676D911ED670}" presName="sibTrans" presStyleLbl="sibTrans2D1" presStyleIdx="0" presStyleCnt="0"/>
      <dgm:spPr/>
    </dgm:pt>
    <dgm:pt modelId="{36A08275-5567-4F76-A144-B07A88A9591C}" type="pres">
      <dgm:prSet presAssocID="{C99D397B-6C4C-4A73-B336-A814EAA7F27D}" presName="compNode" presStyleCnt="0"/>
      <dgm:spPr/>
    </dgm:pt>
    <dgm:pt modelId="{B567AD44-E4BE-4ADF-A797-3074B996A1F8}" type="pres">
      <dgm:prSet presAssocID="{C99D397B-6C4C-4A73-B336-A814EAA7F27D}" presName="bkgdShape" presStyleLbl="node1" presStyleIdx="2" presStyleCnt="3" custLinFactNeighborX="-2763" custLinFactNeighborY="-10717"/>
      <dgm:spPr/>
    </dgm:pt>
    <dgm:pt modelId="{E19C0F06-AF40-4445-941C-350464322A58}" type="pres">
      <dgm:prSet presAssocID="{C99D397B-6C4C-4A73-B336-A814EAA7F27D}" presName="nodeTx" presStyleLbl="node1" presStyleIdx="2" presStyleCnt="3">
        <dgm:presLayoutVars>
          <dgm:bulletEnabled val="1"/>
        </dgm:presLayoutVars>
      </dgm:prSet>
      <dgm:spPr/>
    </dgm:pt>
    <dgm:pt modelId="{82AC05D7-1654-4DEE-919A-D7EDE6E3BE54}" type="pres">
      <dgm:prSet presAssocID="{C99D397B-6C4C-4A73-B336-A814EAA7F27D}" presName="invisiNode" presStyleLbl="node1" presStyleIdx="2" presStyleCnt="3"/>
      <dgm:spPr/>
    </dgm:pt>
    <dgm:pt modelId="{D36B4FAE-FB57-4198-B26F-57633FFCCE53}" type="pres">
      <dgm:prSet presAssocID="{C99D397B-6C4C-4A73-B336-A814EAA7F27D}" presName="imagNode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 30% with solid fill"/>
        </a:ext>
      </dgm:extLst>
    </dgm:pt>
  </dgm:ptLst>
  <dgm:cxnLst>
    <dgm:cxn modelId="{1D20B52D-FE7C-4B95-9EEC-D0587F3F5E12}" type="presOf" srcId="{C99D397B-6C4C-4A73-B336-A814EAA7F27D}" destId="{E19C0F06-AF40-4445-941C-350464322A58}" srcOrd="1" destOrd="0" presId="urn:microsoft.com/office/officeart/2005/8/layout/hList7"/>
    <dgm:cxn modelId="{2FE6083C-71F2-4921-A4F4-9966C35E02E6}" srcId="{108EDEB2-C4F4-47D1-B487-E3D6FB6A4B29}" destId="{C99D397B-6C4C-4A73-B336-A814EAA7F27D}" srcOrd="2" destOrd="0" parTransId="{033A1262-DB86-4E7C-990C-7E4A780C8E3F}" sibTransId="{AC21F53C-511D-4FE4-AF6F-7D10AA87EFCA}"/>
    <dgm:cxn modelId="{B2EE025F-9BB7-43B4-A60D-E484DDFB5BFF}" type="presOf" srcId="{82750718-49E1-45A7-9F84-02711094B2C5}" destId="{D608CD6F-71E0-4EF7-9536-D6F9E070DF51}" srcOrd="0" destOrd="0" presId="urn:microsoft.com/office/officeart/2005/8/layout/hList7"/>
    <dgm:cxn modelId="{D875755F-6FB0-416C-9CBA-8038D97615FA}" type="presOf" srcId="{DBAEE768-26B3-49DA-8638-C3F86F6ED354}" destId="{BEC1CB9A-42C3-45A8-A876-805DE363847E}" srcOrd="1" destOrd="0" presId="urn:microsoft.com/office/officeart/2005/8/layout/hList7"/>
    <dgm:cxn modelId="{86C49E62-9C0F-42F5-8E3C-176FD98375BB}" type="presOf" srcId="{D6CA46DA-FB3E-4FC6-ABDE-F52F1AAA3CD4}" destId="{E8128781-9D80-4535-B2F6-529F126E39CF}" srcOrd="0" destOrd="0" presId="urn:microsoft.com/office/officeart/2005/8/layout/hList7"/>
    <dgm:cxn modelId="{051DC862-E39D-42A5-B490-9D9DCEAB8C7F}" type="presOf" srcId="{CEA77B9F-4F98-4025-9BD9-676D911ED670}" destId="{A3196AA3-4B95-4297-8B21-034AB50AB5A6}" srcOrd="0" destOrd="0" presId="urn:microsoft.com/office/officeart/2005/8/layout/hList7"/>
    <dgm:cxn modelId="{6FFBCF4F-CD06-44E0-BA6D-FF6BE437B4B6}" type="presOf" srcId="{82750718-49E1-45A7-9F84-02711094B2C5}" destId="{4A3D52EA-9C86-4439-8C20-BE0A88C603F8}" srcOrd="1" destOrd="0" presId="urn:microsoft.com/office/officeart/2005/8/layout/hList7"/>
    <dgm:cxn modelId="{4DF46771-5E91-433C-89C4-AFF0DAA32855}" srcId="{108EDEB2-C4F4-47D1-B487-E3D6FB6A4B29}" destId="{82750718-49E1-45A7-9F84-02711094B2C5}" srcOrd="0" destOrd="0" parTransId="{E4E5B9AE-7B64-4BED-8D5C-83B735B101F1}" sibTransId="{D6CA46DA-FB3E-4FC6-ABDE-F52F1AAA3CD4}"/>
    <dgm:cxn modelId="{E106F673-38FC-4D1D-8E70-AE4F3F84FD0B}" type="presOf" srcId="{DBAEE768-26B3-49DA-8638-C3F86F6ED354}" destId="{7CFDE804-C821-41D6-98F9-FB669B47D745}" srcOrd="0" destOrd="0" presId="urn:microsoft.com/office/officeart/2005/8/layout/hList7"/>
    <dgm:cxn modelId="{8366EBAA-CBF6-4BB6-A709-64A3D3B28B89}" type="presOf" srcId="{108EDEB2-C4F4-47D1-B487-E3D6FB6A4B29}" destId="{B7674103-4D3A-4450-8313-2C32C4B44EBB}" srcOrd="0" destOrd="0" presId="urn:microsoft.com/office/officeart/2005/8/layout/hList7"/>
    <dgm:cxn modelId="{21907BB7-44D5-4680-84E8-6B8214CC76A9}" type="presOf" srcId="{C99D397B-6C4C-4A73-B336-A814EAA7F27D}" destId="{B567AD44-E4BE-4ADF-A797-3074B996A1F8}" srcOrd="0" destOrd="0" presId="urn:microsoft.com/office/officeart/2005/8/layout/hList7"/>
    <dgm:cxn modelId="{C73E64D9-5103-4223-9CFA-852B9ADAF079}" srcId="{108EDEB2-C4F4-47D1-B487-E3D6FB6A4B29}" destId="{DBAEE768-26B3-49DA-8638-C3F86F6ED354}" srcOrd="1" destOrd="0" parTransId="{B12A7A15-317E-4947-8718-6C53BD1EA614}" sibTransId="{CEA77B9F-4F98-4025-9BD9-676D911ED670}"/>
    <dgm:cxn modelId="{7C08EE61-4C87-41C7-9BE6-D317DFE9D176}" type="presParOf" srcId="{B7674103-4D3A-4450-8313-2C32C4B44EBB}" destId="{41DBB0BF-9380-4E0A-8DB2-F63C9A1D6603}" srcOrd="0" destOrd="0" presId="urn:microsoft.com/office/officeart/2005/8/layout/hList7"/>
    <dgm:cxn modelId="{8A93C9FB-4450-4C5F-B59A-BDA4E7432913}" type="presParOf" srcId="{B7674103-4D3A-4450-8313-2C32C4B44EBB}" destId="{0C80882C-DD5B-4413-B905-915EB853219E}" srcOrd="1" destOrd="0" presId="urn:microsoft.com/office/officeart/2005/8/layout/hList7"/>
    <dgm:cxn modelId="{01E2FECD-3DA1-452F-8545-B07947490A5C}" type="presParOf" srcId="{0C80882C-DD5B-4413-B905-915EB853219E}" destId="{ADA71574-E2A8-494F-ADC0-F6461C3ADAAC}" srcOrd="0" destOrd="0" presId="urn:microsoft.com/office/officeart/2005/8/layout/hList7"/>
    <dgm:cxn modelId="{DABA891A-1EF7-48C8-B7EC-28DFB4B30CB8}" type="presParOf" srcId="{ADA71574-E2A8-494F-ADC0-F6461C3ADAAC}" destId="{D608CD6F-71E0-4EF7-9536-D6F9E070DF51}" srcOrd="0" destOrd="0" presId="urn:microsoft.com/office/officeart/2005/8/layout/hList7"/>
    <dgm:cxn modelId="{A2D2BA06-D865-4077-A25B-4BC09F8B274C}" type="presParOf" srcId="{ADA71574-E2A8-494F-ADC0-F6461C3ADAAC}" destId="{4A3D52EA-9C86-4439-8C20-BE0A88C603F8}" srcOrd="1" destOrd="0" presId="urn:microsoft.com/office/officeart/2005/8/layout/hList7"/>
    <dgm:cxn modelId="{03C2D9BD-75EF-45D3-AE4F-BEC1B19AD298}" type="presParOf" srcId="{ADA71574-E2A8-494F-ADC0-F6461C3ADAAC}" destId="{9EE86981-BB07-42E5-8690-17BAB6BA9437}" srcOrd="2" destOrd="0" presId="urn:microsoft.com/office/officeart/2005/8/layout/hList7"/>
    <dgm:cxn modelId="{C95B7FA9-85DE-430F-BB9D-BC5BF094FEF6}" type="presParOf" srcId="{ADA71574-E2A8-494F-ADC0-F6461C3ADAAC}" destId="{27F98255-7374-434D-80E3-DC0D49C6587D}" srcOrd="3" destOrd="0" presId="urn:microsoft.com/office/officeart/2005/8/layout/hList7"/>
    <dgm:cxn modelId="{4621625C-4C67-4160-A7FF-D11E02C415FF}" type="presParOf" srcId="{0C80882C-DD5B-4413-B905-915EB853219E}" destId="{E8128781-9D80-4535-B2F6-529F126E39CF}" srcOrd="1" destOrd="0" presId="urn:microsoft.com/office/officeart/2005/8/layout/hList7"/>
    <dgm:cxn modelId="{CFA2D18C-F1E1-4BA1-A10A-2CF2C6CBF50E}" type="presParOf" srcId="{0C80882C-DD5B-4413-B905-915EB853219E}" destId="{09EF167D-1A54-41A3-ACB0-0B1349F28638}" srcOrd="2" destOrd="0" presId="urn:microsoft.com/office/officeart/2005/8/layout/hList7"/>
    <dgm:cxn modelId="{6549D5BE-5571-4E65-907B-80F670CFEE69}" type="presParOf" srcId="{09EF167D-1A54-41A3-ACB0-0B1349F28638}" destId="{7CFDE804-C821-41D6-98F9-FB669B47D745}" srcOrd="0" destOrd="0" presId="urn:microsoft.com/office/officeart/2005/8/layout/hList7"/>
    <dgm:cxn modelId="{5D3EFB2C-93C7-4461-A1D9-A2FE371210AC}" type="presParOf" srcId="{09EF167D-1A54-41A3-ACB0-0B1349F28638}" destId="{BEC1CB9A-42C3-45A8-A876-805DE363847E}" srcOrd="1" destOrd="0" presId="urn:microsoft.com/office/officeart/2005/8/layout/hList7"/>
    <dgm:cxn modelId="{B059C573-B583-4BA7-93FB-E7144C3D14A1}" type="presParOf" srcId="{09EF167D-1A54-41A3-ACB0-0B1349F28638}" destId="{3A12AE63-AB51-41DB-AA75-435B0985BFBB}" srcOrd="2" destOrd="0" presId="urn:microsoft.com/office/officeart/2005/8/layout/hList7"/>
    <dgm:cxn modelId="{9A27ACCF-2773-4530-889D-F5C7E9E1926C}" type="presParOf" srcId="{09EF167D-1A54-41A3-ACB0-0B1349F28638}" destId="{35680C6A-4211-470B-9129-F3F71DA7602E}" srcOrd="3" destOrd="0" presId="urn:microsoft.com/office/officeart/2005/8/layout/hList7"/>
    <dgm:cxn modelId="{7F2A98F9-43E0-46D0-9491-62D300009037}" type="presParOf" srcId="{0C80882C-DD5B-4413-B905-915EB853219E}" destId="{A3196AA3-4B95-4297-8B21-034AB50AB5A6}" srcOrd="3" destOrd="0" presId="urn:microsoft.com/office/officeart/2005/8/layout/hList7"/>
    <dgm:cxn modelId="{A2D7E803-AEDB-49B3-8E09-A2F049DD47F1}" type="presParOf" srcId="{0C80882C-DD5B-4413-B905-915EB853219E}" destId="{36A08275-5567-4F76-A144-B07A88A9591C}" srcOrd="4" destOrd="0" presId="urn:microsoft.com/office/officeart/2005/8/layout/hList7"/>
    <dgm:cxn modelId="{A51D9BA8-23C6-4F00-BB4E-D53402E8FAF3}" type="presParOf" srcId="{36A08275-5567-4F76-A144-B07A88A9591C}" destId="{B567AD44-E4BE-4ADF-A797-3074B996A1F8}" srcOrd="0" destOrd="0" presId="urn:microsoft.com/office/officeart/2005/8/layout/hList7"/>
    <dgm:cxn modelId="{82EA555F-2266-4673-9343-2E9F92037F84}" type="presParOf" srcId="{36A08275-5567-4F76-A144-B07A88A9591C}" destId="{E19C0F06-AF40-4445-941C-350464322A58}" srcOrd="1" destOrd="0" presId="urn:microsoft.com/office/officeart/2005/8/layout/hList7"/>
    <dgm:cxn modelId="{4BF7BA98-55C3-408D-9F97-1BAB43D235A4}" type="presParOf" srcId="{36A08275-5567-4F76-A144-B07A88A9591C}" destId="{82AC05D7-1654-4DEE-919A-D7EDE6E3BE54}" srcOrd="2" destOrd="0" presId="urn:microsoft.com/office/officeart/2005/8/layout/hList7"/>
    <dgm:cxn modelId="{A31AAE6D-468F-4F74-93CB-E98847456023}" type="presParOf" srcId="{36A08275-5567-4F76-A144-B07A88A9591C}" destId="{D36B4FAE-FB57-4198-B26F-57633FFCCE53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08EDEB2-C4F4-47D1-B487-E3D6FB6A4B29}" type="doc">
      <dgm:prSet loTypeId="urn:microsoft.com/office/officeart/2005/8/layout/hList7" loCatId="relationship" qsTypeId="urn:microsoft.com/office/officeart/2005/8/quickstyle/simple1" qsCatId="simple" csTypeId="urn:microsoft.com/office/officeart/2005/8/colors/accent1_2" csCatId="accent1" phldr="1"/>
      <dgm:spPr/>
    </dgm:pt>
    <dgm:pt modelId="{82750718-49E1-45A7-9F84-02711094B2C5}">
      <dgm:prSet phldrT="[Text]"/>
      <dgm:spPr/>
      <dgm:t>
        <a:bodyPr/>
        <a:lstStyle/>
        <a:p>
          <a:r>
            <a:rPr lang="en-GB" dirty="0"/>
            <a:t>Country(s)</a:t>
          </a:r>
          <a:endParaRPr lang="en-SG" dirty="0"/>
        </a:p>
      </dgm:t>
    </dgm:pt>
    <dgm:pt modelId="{E4E5B9AE-7B64-4BED-8D5C-83B735B101F1}" type="parTrans" cxnId="{4DF46771-5E91-433C-89C4-AFF0DAA32855}">
      <dgm:prSet/>
      <dgm:spPr/>
      <dgm:t>
        <a:bodyPr/>
        <a:lstStyle/>
        <a:p>
          <a:endParaRPr lang="en-SG"/>
        </a:p>
      </dgm:t>
    </dgm:pt>
    <dgm:pt modelId="{D6CA46DA-FB3E-4FC6-ABDE-F52F1AAA3CD4}" type="sibTrans" cxnId="{4DF46771-5E91-433C-89C4-AFF0DAA32855}">
      <dgm:prSet/>
      <dgm:spPr/>
      <dgm:t>
        <a:bodyPr/>
        <a:lstStyle/>
        <a:p>
          <a:endParaRPr lang="en-SG"/>
        </a:p>
      </dgm:t>
    </dgm:pt>
    <dgm:pt modelId="{DBAEE768-26B3-49DA-8638-C3F86F6ED354}">
      <dgm:prSet phldrT="[Text]"/>
      <dgm:spPr/>
      <dgm:t>
        <a:bodyPr/>
        <a:lstStyle/>
        <a:p>
          <a:r>
            <a:rPr lang="en-GB" dirty="0"/>
            <a:t>Data Series </a:t>
          </a:r>
          <a:endParaRPr lang="en-SG" dirty="0"/>
        </a:p>
      </dgm:t>
    </dgm:pt>
    <dgm:pt modelId="{B12A7A15-317E-4947-8718-6C53BD1EA614}" type="parTrans" cxnId="{C73E64D9-5103-4223-9CFA-852B9ADAF079}">
      <dgm:prSet/>
      <dgm:spPr/>
      <dgm:t>
        <a:bodyPr/>
        <a:lstStyle/>
        <a:p>
          <a:endParaRPr lang="en-SG"/>
        </a:p>
      </dgm:t>
    </dgm:pt>
    <dgm:pt modelId="{CEA77B9F-4F98-4025-9BD9-676D911ED670}" type="sibTrans" cxnId="{C73E64D9-5103-4223-9CFA-852B9ADAF079}">
      <dgm:prSet/>
      <dgm:spPr/>
      <dgm:t>
        <a:bodyPr/>
        <a:lstStyle/>
        <a:p>
          <a:endParaRPr lang="en-SG"/>
        </a:p>
      </dgm:t>
    </dgm:pt>
    <dgm:pt modelId="{C99D397B-6C4C-4A73-B336-A814EAA7F27D}">
      <dgm:prSet phldrT="[Text]"/>
      <dgm:spPr/>
      <dgm:t>
        <a:bodyPr/>
        <a:lstStyle/>
        <a:p>
          <a:r>
            <a:rPr lang="en-GB" dirty="0"/>
            <a:t>Time frame</a:t>
          </a:r>
          <a:endParaRPr lang="en-SG" dirty="0"/>
        </a:p>
      </dgm:t>
    </dgm:pt>
    <dgm:pt modelId="{033A1262-DB86-4E7C-990C-7E4A780C8E3F}" type="parTrans" cxnId="{2FE6083C-71F2-4921-A4F4-9966C35E02E6}">
      <dgm:prSet/>
      <dgm:spPr/>
      <dgm:t>
        <a:bodyPr/>
        <a:lstStyle/>
        <a:p>
          <a:endParaRPr lang="en-SG"/>
        </a:p>
      </dgm:t>
    </dgm:pt>
    <dgm:pt modelId="{AC21F53C-511D-4FE4-AF6F-7D10AA87EFCA}" type="sibTrans" cxnId="{2FE6083C-71F2-4921-A4F4-9966C35E02E6}">
      <dgm:prSet/>
      <dgm:spPr/>
      <dgm:t>
        <a:bodyPr/>
        <a:lstStyle/>
        <a:p>
          <a:endParaRPr lang="en-SG"/>
        </a:p>
      </dgm:t>
    </dgm:pt>
    <dgm:pt modelId="{B7674103-4D3A-4450-8313-2C32C4B44EBB}" type="pres">
      <dgm:prSet presAssocID="{108EDEB2-C4F4-47D1-B487-E3D6FB6A4B29}" presName="Name0" presStyleCnt="0">
        <dgm:presLayoutVars>
          <dgm:dir/>
          <dgm:resizeHandles val="exact"/>
        </dgm:presLayoutVars>
      </dgm:prSet>
      <dgm:spPr/>
    </dgm:pt>
    <dgm:pt modelId="{41DBB0BF-9380-4E0A-8DB2-F63C9A1D6603}" type="pres">
      <dgm:prSet presAssocID="{108EDEB2-C4F4-47D1-B487-E3D6FB6A4B29}" presName="fgShape" presStyleLbl="fgShp" presStyleIdx="0" presStyleCnt="1"/>
      <dgm:spPr/>
    </dgm:pt>
    <dgm:pt modelId="{0C80882C-DD5B-4413-B905-915EB853219E}" type="pres">
      <dgm:prSet presAssocID="{108EDEB2-C4F4-47D1-B487-E3D6FB6A4B29}" presName="linComp" presStyleCnt="0"/>
      <dgm:spPr/>
    </dgm:pt>
    <dgm:pt modelId="{ADA71574-E2A8-494F-ADC0-F6461C3ADAAC}" type="pres">
      <dgm:prSet presAssocID="{82750718-49E1-45A7-9F84-02711094B2C5}" presName="compNode" presStyleCnt="0"/>
      <dgm:spPr/>
    </dgm:pt>
    <dgm:pt modelId="{D608CD6F-71E0-4EF7-9536-D6F9E070DF51}" type="pres">
      <dgm:prSet presAssocID="{82750718-49E1-45A7-9F84-02711094B2C5}" presName="bkgdShape" presStyleLbl="node1" presStyleIdx="0" presStyleCnt="3"/>
      <dgm:spPr/>
    </dgm:pt>
    <dgm:pt modelId="{4A3D52EA-9C86-4439-8C20-BE0A88C603F8}" type="pres">
      <dgm:prSet presAssocID="{82750718-49E1-45A7-9F84-02711094B2C5}" presName="nodeTx" presStyleLbl="node1" presStyleIdx="0" presStyleCnt="3">
        <dgm:presLayoutVars>
          <dgm:bulletEnabled val="1"/>
        </dgm:presLayoutVars>
      </dgm:prSet>
      <dgm:spPr/>
    </dgm:pt>
    <dgm:pt modelId="{9EE86981-BB07-42E5-8690-17BAB6BA9437}" type="pres">
      <dgm:prSet presAssocID="{82750718-49E1-45A7-9F84-02711094B2C5}" presName="invisiNode" presStyleLbl="node1" presStyleIdx="0" presStyleCnt="3"/>
      <dgm:spPr/>
    </dgm:pt>
    <dgm:pt modelId="{27F98255-7374-434D-80E3-DC0D49C6587D}" type="pres">
      <dgm:prSet presAssocID="{82750718-49E1-45A7-9F84-02711094B2C5}" presName="imagNode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rth America with solid fill"/>
        </a:ext>
      </dgm:extLst>
    </dgm:pt>
    <dgm:pt modelId="{E8128781-9D80-4535-B2F6-529F126E39CF}" type="pres">
      <dgm:prSet presAssocID="{D6CA46DA-FB3E-4FC6-ABDE-F52F1AAA3CD4}" presName="sibTrans" presStyleLbl="sibTrans2D1" presStyleIdx="0" presStyleCnt="0"/>
      <dgm:spPr/>
    </dgm:pt>
    <dgm:pt modelId="{09EF167D-1A54-41A3-ACB0-0B1349F28638}" type="pres">
      <dgm:prSet presAssocID="{DBAEE768-26B3-49DA-8638-C3F86F6ED354}" presName="compNode" presStyleCnt="0"/>
      <dgm:spPr/>
    </dgm:pt>
    <dgm:pt modelId="{7CFDE804-C821-41D6-98F9-FB669B47D745}" type="pres">
      <dgm:prSet presAssocID="{DBAEE768-26B3-49DA-8638-C3F86F6ED354}" presName="bkgdShape" presStyleLbl="node1" presStyleIdx="1" presStyleCnt="3" custLinFactNeighborX="-981"/>
      <dgm:spPr/>
    </dgm:pt>
    <dgm:pt modelId="{BEC1CB9A-42C3-45A8-A876-805DE363847E}" type="pres">
      <dgm:prSet presAssocID="{DBAEE768-26B3-49DA-8638-C3F86F6ED354}" presName="nodeTx" presStyleLbl="node1" presStyleIdx="1" presStyleCnt="3">
        <dgm:presLayoutVars>
          <dgm:bulletEnabled val="1"/>
        </dgm:presLayoutVars>
      </dgm:prSet>
      <dgm:spPr/>
    </dgm:pt>
    <dgm:pt modelId="{3A12AE63-AB51-41DB-AA75-435B0985BFBB}" type="pres">
      <dgm:prSet presAssocID="{DBAEE768-26B3-49DA-8638-C3F86F6ED354}" presName="invisiNode" presStyleLbl="node1" presStyleIdx="1" presStyleCnt="3"/>
      <dgm:spPr/>
    </dgm:pt>
    <dgm:pt modelId="{35680C6A-4211-470B-9129-F3F71DA7602E}" type="pres">
      <dgm:prSet presAssocID="{DBAEE768-26B3-49DA-8638-C3F86F6ED354}" presName="imagNode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Stock exchange numbers"/>
        </a:ext>
      </dgm:extLst>
    </dgm:pt>
    <dgm:pt modelId="{A3196AA3-4B95-4297-8B21-034AB50AB5A6}" type="pres">
      <dgm:prSet presAssocID="{CEA77B9F-4F98-4025-9BD9-676D911ED670}" presName="sibTrans" presStyleLbl="sibTrans2D1" presStyleIdx="0" presStyleCnt="0"/>
      <dgm:spPr/>
    </dgm:pt>
    <dgm:pt modelId="{36A08275-5567-4F76-A144-B07A88A9591C}" type="pres">
      <dgm:prSet presAssocID="{C99D397B-6C4C-4A73-B336-A814EAA7F27D}" presName="compNode" presStyleCnt="0"/>
      <dgm:spPr/>
    </dgm:pt>
    <dgm:pt modelId="{B567AD44-E4BE-4ADF-A797-3074B996A1F8}" type="pres">
      <dgm:prSet presAssocID="{C99D397B-6C4C-4A73-B336-A814EAA7F27D}" presName="bkgdShape" presStyleLbl="node1" presStyleIdx="2" presStyleCnt="3" custLinFactNeighborX="-2763" custLinFactNeighborY="-10717"/>
      <dgm:spPr/>
    </dgm:pt>
    <dgm:pt modelId="{E19C0F06-AF40-4445-941C-350464322A58}" type="pres">
      <dgm:prSet presAssocID="{C99D397B-6C4C-4A73-B336-A814EAA7F27D}" presName="nodeTx" presStyleLbl="node1" presStyleIdx="2" presStyleCnt="3">
        <dgm:presLayoutVars>
          <dgm:bulletEnabled val="1"/>
        </dgm:presLayoutVars>
      </dgm:prSet>
      <dgm:spPr/>
    </dgm:pt>
    <dgm:pt modelId="{82AC05D7-1654-4DEE-919A-D7EDE6E3BE54}" type="pres">
      <dgm:prSet presAssocID="{C99D397B-6C4C-4A73-B336-A814EAA7F27D}" presName="invisiNode" presStyleLbl="node1" presStyleIdx="2" presStyleCnt="3"/>
      <dgm:spPr/>
    </dgm:pt>
    <dgm:pt modelId="{D36B4FAE-FB57-4198-B26F-57633FFCCE53}" type="pres">
      <dgm:prSet presAssocID="{C99D397B-6C4C-4A73-B336-A814EAA7F27D}" presName="imagNode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 30% with solid fill"/>
        </a:ext>
      </dgm:extLst>
    </dgm:pt>
  </dgm:ptLst>
  <dgm:cxnLst>
    <dgm:cxn modelId="{1D20B52D-FE7C-4B95-9EEC-D0587F3F5E12}" type="presOf" srcId="{C99D397B-6C4C-4A73-B336-A814EAA7F27D}" destId="{E19C0F06-AF40-4445-941C-350464322A58}" srcOrd="1" destOrd="0" presId="urn:microsoft.com/office/officeart/2005/8/layout/hList7"/>
    <dgm:cxn modelId="{2FE6083C-71F2-4921-A4F4-9966C35E02E6}" srcId="{108EDEB2-C4F4-47D1-B487-E3D6FB6A4B29}" destId="{C99D397B-6C4C-4A73-B336-A814EAA7F27D}" srcOrd="2" destOrd="0" parTransId="{033A1262-DB86-4E7C-990C-7E4A780C8E3F}" sibTransId="{AC21F53C-511D-4FE4-AF6F-7D10AA87EFCA}"/>
    <dgm:cxn modelId="{B2EE025F-9BB7-43B4-A60D-E484DDFB5BFF}" type="presOf" srcId="{82750718-49E1-45A7-9F84-02711094B2C5}" destId="{D608CD6F-71E0-4EF7-9536-D6F9E070DF51}" srcOrd="0" destOrd="0" presId="urn:microsoft.com/office/officeart/2005/8/layout/hList7"/>
    <dgm:cxn modelId="{D875755F-6FB0-416C-9CBA-8038D97615FA}" type="presOf" srcId="{DBAEE768-26B3-49DA-8638-C3F86F6ED354}" destId="{BEC1CB9A-42C3-45A8-A876-805DE363847E}" srcOrd="1" destOrd="0" presId="urn:microsoft.com/office/officeart/2005/8/layout/hList7"/>
    <dgm:cxn modelId="{86C49E62-9C0F-42F5-8E3C-176FD98375BB}" type="presOf" srcId="{D6CA46DA-FB3E-4FC6-ABDE-F52F1AAA3CD4}" destId="{E8128781-9D80-4535-B2F6-529F126E39CF}" srcOrd="0" destOrd="0" presId="urn:microsoft.com/office/officeart/2005/8/layout/hList7"/>
    <dgm:cxn modelId="{051DC862-E39D-42A5-B490-9D9DCEAB8C7F}" type="presOf" srcId="{CEA77B9F-4F98-4025-9BD9-676D911ED670}" destId="{A3196AA3-4B95-4297-8B21-034AB50AB5A6}" srcOrd="0" destOrd="0" presId="urn:microsoft.com/office/officeart/2005/8/layout/hList7"/>
    <dgm:cxn modelId="{6FFBCF4F-CD06-44E0-BA6D-FF6BE437B4B6}" type="presOf" srcId="{82750718-49E1-45A7-9F84-02711094B2C5}" destId="{4A3D52EA-9C86-4439-8C20-BE0A88C603F8}" srcOrd="1" destOrd="0" presId="urn:microsoft.com/office/officeart/2005/8/layout/hList7"/>
    <dgm:cxn modelId="{4DF46771-5E91-433C-89C4-AFF0DAA32855}" srcId="{108EDEB2-C4F4-47D1-B487-E3D6FB6A4B29}" destId="{82750718-49E1-45A7-9F84-02711094B2C5}" srcOrd="0" destOrd="0" parTransId="{E4E5B9AE-7B64-4BED-8D5C-83B735B101F1}" sibTransId="{D6CA46DA-FB3E-4FC6-ABDE-F52F1AAA3CD4}"/>
    <dgm:cxn modelId="{E106F673-38FC-4D1D-8E70-AE4F3F84FD0B}" type="presOf" srcId="{DBAEE768-26B3-49DA-8638-C3F86F6ED354}" destId="{7CFDE804-C821-41D6-98F9-FB669B47D745}" srcOrd="0" destOrd="0" presId="urn:microsoft.com/office/officeart/2005/8/layout/hList7"/>
    <dgm:cxn modelId="{8366EBAA-CBF6-4BB6-A709-64A3D3B28B89}" type="presOf" srcId="{108EDEB2-C4F4-47D1-B487-E3D6FB6A4B29}" destId="{B7674103-4D3A-4450-8313-2C32C4B44EBB}" srcOrd="0" destOrd="0" presId="urn:microsoft.com/office/officeart/2005/8/layout/hList7"/>
    <dgm:cxn modelId="{21907BB7-44D5-4680-84E8-6B8214CC76A9}" type="presOf" srcId="{C99D397B-6C4C-4A73-B336-A814EAA7F27D}" destId="{B567AD44-E4BE-4ADF-A797-3074B996A1F8}" srcOrd="0" destOrd="0" presId="urn:microsoft.com/office/officeart/2005/8/layout/hList7"/>
    <dgm:cxn modelId="{C73E64D9-5103-4223-9CFA-852B9ADAF079}" srcId="{108EDEB2-C4F4-47D1-B487-E3D6FB6A4B29}" destId="{DBAEE768-26B3-49DA-8638-C3F86F6ED354}" srcOrd="1" destOrd="0" parTransId="{B12A7A15-317E-4947-8718-6C53BD1EA614}" sibTransId="{CEA77B9F-4F98-4025-9BD9-676D911ED670}"/>
    <dgm:cxn modelId="{7C08EE61-4C87-41C7-9BE6-D317DFE9D176}" type="presParOf" srcId="{B7674103-4D3A-4450-8313-2C32C4B44EBB}" destId="{41DBB0BF-9380-4E0A-8DB2-F63C9A1D6603}" srcOrd="0" destOrd="0" presId="urn:microsoft.com/office/officeart/2005/8/layout/hList7"/>
    <dgm:cxn modelId="{8A93C9FB-4450-4C5F-B59A-BDA4E7432913}" type="presParOf" srcId="{B7674103-4D3A-4450-8313-2C32C4B44EBB}" destId="{0C80882C-DD5B-4413-B905-915EB853219E}" srcOrd="1" destOrd="0" presId="urn:microsoft.com/office/officeart/2005/8/layout/hList7"/>
    <dgm:cxn modelId="{01E2FECD-3DA1-452F-8545-B07947490A5C}" type="presParOf" srcId="{0C80882C-DD5B-4413-B905-915EB853219E}" destId="{ADA71574-E2A8-494F-ADC0-F6461C3ADAAC}" srcOrd="0" destOrd="0" presId="urn:microsoft.com/office/officeart/2005/8/layout/hList7"/>
    <dgm:cxn modelId="{DABA891A-1EF7-48C8-B7EC-28DFB4B30CB8}" type="presParOf" srcId="{ADA71574-E2A8-494F-ADC0-F6461C3ADAAC}" destId="{D608CD6F-71E0-4EF7-9536-D6F9E070DF51}" srcOrd="0" destOrd="0" presId="urn:microsoft.com/office/officeart/2005/8/layout/hList7"/>
    <dgm:cxn modelId="{A2D2BA06-D865-4077-A25B-4BC09F8B274C}" type="presParOf" srcId="{ADA71574-E2A8-494F-ADC0-F6461C3ADAAC}" destId="{4A3D52EA-9C86-4439-8C20-BE0A88C603F8}" srcOrd="1" destOrd="0" presId="urn:microsoft.com/office/officeart/2005/8/layout/hList7"/>
    <dgm:cxn modelId="{03C2D9BD-75EF-45D3-AE4F-BEC1B19AD298}" type="presParOf" srcId="{ADA71574-E2A8-494F-ADC0-F6461C3ADAAC}" destId="{9EE86981-BB07-42E5-8690-17BAB6BA9437}" srcOrd="2" destOrd="0" presId="urn:microsoft.com/office/officeart/2005/8/layout/hList7"/>
    <dgm:cxn modelId="{C95B7FA9-85DE-430F-BB9D-BC5BF094FEF6}" type="presParOf" srcId="{ADA71574-E2A8-494F-ADC0-F6461C3ADAAC}" destId="{27F98255-7374-434D-80E3-DC0D49C6587D}" srcOrd="3" destOrd="0" presId="urn:microsoft.com/office/officeart/2005/8/layout/hList7"/>
    <dgm:cxn modelId="{4621625C-4C67-4160-A7FF-D11E02C415FF}" type="presParOf" srcId="{0C80882C-DD5B-4413-B905-915EB853219E}" destId="{E8128781-9D80-4535-B2F6-529F126E39CF}" srcOrd="1" destOrd="0" presId="urn:microsoft.com/office/officeart/2005/8/layout/hList7"/>
    <dgm:cxn modelId="{CFA2D18C-F1E1-4BA1-A10A-2CF2C6CBF50E}" type="presParOf" srcId="{0C80882C-DD5B-4413-B905-915EB853219E}" destId="{09EF167D-1A54-41A3-ACB0-0B1349F28638}" srcOrd="2" destOrd="0" presId="urn:microsoft.com/office/officeart/2005/8/layout/hList7"/>
    <dgm:cxn modelId="{6549D5BE-5571-4E65-907B-80F670CFEE69}" type="presParOf" srcId="{09EF167D-1A54-41A3-ACB0-0B1349F28638}" destId="{7CFDE804-C821-41D6-98F9-FB669B47D745}" srcOrd="0" destOrd="0" presId="urn:microsoft.com/office/officeart/2005/8/layout/hList7"/>
    <dgm:cxn modelId="{5D3EFB2C-93C7-4461-A1D9-A2FE371210AC}" type="presParOf" srcId="{09EF167D-1A54-41A3-ACB0-0B1349F28638}" destId="{BEC1CB9A-42C3-45A8-A876-805DE363847E}" srcOrd="1" destOrd="0" presId="urn:microsoft.com/office/officeart/2005/8/layout/hList7"/>
    <dgm:cxn modelId="{B059C573-B583-4BA7-93FB-E7144C3D14A1}" type="presParOf" srcId="{09EF167D-1A54-41A3-ACB0-0B1349F28638}" destId="{3A12AE63-AB51-41DB-AA75-435B0985BFBB}" srcOrd="2" destOrd="0" presId="urn:microsoft.com/office/officeart/2005/8/layout/hList7"/>
    <dgm:cxn modelId="{9A27ACCF-2773-4530-889D-F5C7E9E1926C}" type="presParOf" srcId="{09EF167D-1A54-41A3-ACB0-0B1349F28638}" destId="{35680C6A-4211-470B-9129-F3F71DA7602E}" srcOrd="3" destOrd="0" presId="urn:microsoft.com/office/officeart/2005/8/layout/hList7"/>
    <dgm:cxn modelId="{7F2A98F9-43E0-46D0-9491-62D300009037}" type="presParOf" srcId="{0C80882C-DD5B-4413-B905-915EB853219E}" destId="{A3196AA3-4B95-4297-8B21-034AB50AB5A6}" srcOrd="3" destOrd="0" presId="urn:microsoft.com/office/officeart/2005/8/layout/hList7"/>
    <dgm:cxn modelId="{A2D7E803-AEDB-49B3-8E09-A2F049DD47F1}" type="presParOf" srcId="{0C80882C-DD5B-4413-B905-915EB853219E}" destId="{36A08275-5567-4F76-A144-B07A88A9591C}" srcOrd="4" destOrd="0" presId="urn:microsoft.com/office/officeart/2005/8/layout/hList7"/>
    <dgm:cxn modelId="{A51D9BA8-23C6-4F00-BB4E-D53402E8FAF3}" type="presParOf" srcId="{36A08275-5567-4F76-A144-B07A88A9591C}" destId="{B567AD44-E4BE-4ADF-A797-3074B996A1F8}" srcOrd="0" destOrd="0" presId="urn:microsoft.com/office/officeart/2005/8/layout/hList7"/>
    <dgm:cxn modelId="{82EA555F-2266-4673-9343-2E9F92037F84}" type="presParOf" srcId="{36A08275-5567-4F76-A144-B07A88A9591C}" destId="{E19C0F06-AF40-4445-941C-350464322A58}" srcOrd="1" destOrd="0" presId="urn:microsoft.com/office/officeart/2005/8/layout/hList7"/>
    <dgm:cxn modelId="{4BF7BA98-55C3-408D-9F97-1BAB43D235A4}" type="presParOf" srcId="{36A08275-5567-4F76-A144-B07A88A9591C}" destId="{82AC05D7-1654-4DEE-919A-D7EDE6E3BE54}" srcOrd="2" destOrd="0" presId="urn:microsoft.com/office/officeart/2005/8/layout/hList7"/>
    <dgm:cxn modelId="{A31AAE6D-468F-4F74-93CB-E98847456023}" type="presParOf" srcId="{36A08275-5567-4F76-A144-B07A88A9591C}" destId="{D36B4FAE-FB57-4198-B26F-57633FFCCE53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08EDEB2-C4F4-47D1-B487-E3D6FB6A4B29}" type="doc">
      <dgm:prSet loTypeId="urn:microsoft.com/office/officeart/2005/8/layout/hList7" loCatId="relationship" qsTypeId="urn:microsoft.com/office/officeart/2005/8/quickstyle/simple1" qsCatId="simple" csTypeId="urn:microsoft.com/office/officeart/2005/8/colors/accent1_2" csCatId="accent1" phldr="1"/>
      <dgm:spPr/>
    </dgm:pt>
    <dgm:pt modelId="{82750718-49E1-45A7-9F84-02711094B2C5}">
      <dgm:prSet phldrT="[Text]"/>
      <dgm:spPr/>
      <dgm:t>
        <a:bodyPr/>
        <a:lstStyle/>
        <a:p>
          <a:r>
            <a:rPr lang="en-GB" dirty="0"/>
            <a:t>Country(s)</a:t>
          </a:r>
          <a:endParaRPr lang="en-SG" dirty="0"/>
        </a:p>
      </dgm:t>
    </dgm:pt>
    <dgm:pt modelId="{E4E5B9AE-7B64-4BED-8D5C-83B735B101F1}" type="parTrans" cxnId="{4DF46771-5E91-433C-89C4-AFF0DAA32855}">
      <dgm:prSet/>
      <dgm:spPr/>
      <dgm:t>
        <a:bodyPr/>
        <a:lstStyle/>
        <a:p>
          <a:endParaRPr lang="en-SG"/>
        </a:p>
      </dgm:t>
    </dgm:pt>
    <dgm:pt modelId="{D6CA46DA-FB3E-4FC6-ABDE-F52F1AAA3CD4}" type="sibTrans" cxnId="{4DF46771-5E91-433C-89C4-AFF0DAA32855}">
      <dgm:prSet/>
      <dgm:spPr/>
      <dgm:t>
        <a:bodyPr/>
        <a:lstStyle/>
        <a:p>
          <a:endParaRPr lang="en-SG"/>
        </a:p>
      </dgm:t>
    </dgm:pt>
    <dgm:pt modelId="{DBAEE768-26B3-49DA-8638-C3F86F6ED354}">
      <dgm:prSet phldrT="[Text]"/>
      <dgm:spPr/>
      <dgm:t>
        <a:bodyPr/>
        <a:lstStyle/>
        <a:p>
          <a:r>
            <a:rPr lang="en-GB" dirty="0"/>
            <a:t>Data Series </a:t>
          </a:r>
          <a:endParaRPr lang="en-SG" dirty="0"/>
        </a:p>
      </dgm:t>
    </dgm:pt>
    <dgm:pt modelId="{B12A7A15-317E-4947-8718-6C53BD1EA614}" type="parTrans" cxnId="{C73E64D9-5103-4223-9CFA-852B9ADAF079}">
      <dgm:prSet/>
      <dgm:spPr/>
      <dgm:t>
        <a:bodyPr/>
        <a:lstStyle/>
        <a:p>
          <a:endParaRPr lang="en-SG"/>
        </a:p>
      </dgm:t>
    </dgm:pt>
    <dgm:pt modelId="{CEA77B9F-4F98-4025-9BD9-676D911ED670}" type="sibTrans" cxnId="{C73E64D9-5103-4223-9CFA-852B9ADAF079}">
      <dgm:prSet/>
      <dgm:spPr/>
      <dgm:t>
        <a:bodyPr/>
        <a:lstStyle/>
        <a:p>
          <a:endParaRPr lang="en-SG"/>
        </a:p>
      </dgm:t>
    </dgm:pt>
    <dgm:pt modelId="{C99D397B-6C4C-4A73-B336-A814EAA7F27D}">
      <dgm:prSet phldrT="[Text]"/>
      <dgm:spPr/>
      <dgm:t>
        <a:bodyPr/>
        <a:lstStyle/>
        <a:p>
          <a:r>
            <a:rPr lang="en-GB" dirty="0"/>
            <a:t>Time frame</a:t>
          </a:r>
          <a:endParaRPr lang="en-SG" dirty="0"/>
        </a:p>
      </dgm:t>
    </dgm:pt>
    <dgm:pt modelId="{033A1262-DB86-4E7C-990C-7E4A780C8E3F}" type="parTrans" cxnId="{2FE6083C-71F2-4921-A4F4-9966C35E02E6}">
      <dgm:prSet/>
      <dgm:spPr/>
      <dgm:t>
        <a:bodyPr/>
        <a:lstStyle/>
        <a:p>
          <a:endParaRPr lang="en-SG"/>
        </a:p>
      </dgm:t>
    </dgm:pt>
    <dgm:pt modelId="{AC21F53C-511D-4FE4-AF6F-7D10AA87EFCA}" type="sibTrans" cxnId="{2FE6083C-71F2-4921-A4F4-9966C35E02E6}">
      <dgm:prSet/>
      <dgm:spPr/>
      <dgm:t>
        <a:bodyPr/>
        <a:lstStyle/>
        <a:p>
          <a:endParaRPr lang="en-SG"/>
        </a:p>
      </dgm:t>
    </dgm:pt>
    <dgm:pt modelId="{B7674103-4D3A-4450-8313-2C32C4B44EBB}" type="pres">
      <dgm:prSet presAssocID="{108EDEB2-C4F4-47D1-B487-E3D6FB6A4B29}" presName="Name0" presStyleCnt="0">
        <dgm:presLayoutVars>
          <dgm:dir/>
          <dgm:resizeHandles val="exact"/>
        </dgm:presLayoutVars>
      </dgm:prSet>
      <dgm:spPr/>
    </dgm:pt>
    <dgm:pt modelId="{41DBB0BF-9380-4E0A-8DB2-F63C9A1D6603}" type="pres">
      <dgm:prSet presAssocID="{108EDEB2-C4F4-47D1-B487-E3D6FB6A4B29}" presName="fgShape" presStyleLbl="fgShp" presStyleIdx="0" presStyleCnt="1"/>
      <dgm:spPr/>
    </dgm:pt>
    <dgm:pt modelId="{0C80882C-DD5B-4413-B905-915EB853219E}" type="pres">
      <dgm:prSet presAssocID="{108EDEB2-C4F4-47D1-B487-E3D6FB6A4B29}" presName="linComp" presStyleCnt="0"/>
      <dgm:spPr/>
    </dgm:pt>
    <dgm:pt modelId="{ADA71574-E2A8-494F-ADC0-F6461C3ADAAC}" type="pres">
      <dgm:prSet presAssocID="{82750718-49E1-45A7-9F84-02711094B2C5}" presName="compNode" presStyleCnt="0"/>
      <dgm:spPr/>
    </dgm:pt>
    <dgm:pt modelId="{D608CD6F-71E0-4EF7-9536-D6F9E070DF51}" type="pres">
      <dgm:prSet presAssocID="{82750718-49E1-45A7-9F84-02711094B2C5}" presName="bkgdShape" presStyleLbl="node1" presStyleIdx="0" presStyleCnt="3"/>
      <dgm:spPr/>
    </dgm:pt>
    <dgm:pt modelId="{4A3D52EA-9C86-4439-8C20-BE0A88C603F8}" type="pres">
      <dgm:prSet presAssocID="{82750718-49E1-45A7-9F84-02711094B2C5}" presName="nodeTx" presStyleLbl="node1" presStyleIdx="0" presStyleCnt="3">
        <dgm:presLayoutVars>
          <dgm:bulletEnabled val="1"/>
        </dgm:presLayoutVars>
      </dgm:prSet>
      <dgm:spPr/>
    </dgm:pt>
    <dgm:pt modelId="{9EE86981-BB07-42E5-8690-17BAB6BA9437}" type="pres">
      <dgm:prSet presAssocID="{82750718-49E1-45A7-9F84-02711094B2C5}" presName="invisiNode" presStyleLbl="node1" presStyleIdx="0" presStyleCnt="3"/>
      <dgm:spPr/>
    </dgm:pt>
    <dgm:pt modelId="{27F98255-7374-434D-80E3-DC0D49C6587D}" type="pres">
      <dgm:prSet presAssocID="{82750718-49E1-45A7-9F84-02711094B2C5}" presName="imagNode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rth America with solid fill"/>
        </a:ext>
      </dgm:extLst>
    </dgm:pt>
    <dgm:pt modelId="{E8128781-9D80-4535-B2F6-529F126E39CF}" type="pres">
      <dgm:prSet presAssocID="{D6CA46DA-FB3E-4FC6-ABDE-F52F1AAA3CD4}" presName="sibTrans" presStyleLbl="sibTrans2D1" presStyleIdx="0" presStyleCnt="0"/>
      <dgm:spPr/>
    </dgm:pt>
    <dgm:pt modelId="{09EF167D-1A54-41A3-ACB0-0B1349F28638}" type="pres">
      <dgm:prSet presAssocID="{DBAEE768-26B3-49DA-8638-C3F86F6ED354}" presName="compNode" presStyleCnt="0"/>
      <dgm:spPr/>
    </dgm:pt>
    <dgm:pt modelId="{7CFDE804-C821-41D6-98F9-FB669B47D745}" type="pres">
      <dgm:prSet presAssocID="{DBAEE768-26B3-49DA-8638-C3F86F6ED354}" presName="bkgdShape" presStyleLbl="node1" presStyleIdx="1" presStyleCnt="3" custLinFactNeighborX="-981"/>
      <dgm:spPr/>
    </dgm:pt>
    <dgm:pt modelId="{BEC1CB9A-42C3-45A8-A876-805DE363847E}" type="pres">
      <dgm:prSet presAssocID="{DBAEE768-26B3-49DA-8638-C3F86F6ED354}" presName="nodeTx" presStyleLbl="node1" presStyleIdx="1" presStyleCnt="3">
        <dgm:presLayoutVars>
          <dgm:bulletEnabled val="1"/>
        </dgm:presLayoutVars>
      </dgm:prSet>
      <dgm:spPr/>
    </dgm:pt>
    <dgm:pt modelId="{3A12AE63-AB51-41DB-AA75-435B0985BFBB}" type="pres">
      <dgm:prSet presAssocID="{DBAEE768-26B3-49DA-8638-C3F86F6ED354}" presName="invisiNode" presStyleLbl="node1" presStyleIdx="1" presStyleCnt="3"/>
      <dgm:spPr/>
    </dgm:pt>
    <dgm:pt modelId="{35680C6A-4211-470B-9129-F3F71DA7602E}" type="pres">
      <dgm:prSet presAssocID="{DBAEE768-26B3-49DA-8638-C3F86F6ED354}" presName="imagNode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Stock exchange numbers"/>
        </a:ext>
      </dgm:extLst>
    </dgm:pt>
    <dgm:pt modelId="{A3196AA3-4B95-4297-8B21-034AB50AB5A6}" type="pres">
      <dgm:prSet presAssocID="{CEA77B9F-4F98-4025-9BD9-676D911ED670}" presName="sibTrans" presStyleLbl="sibTrans2D1" presStyleIdx="0" presStyleCnt="0"/>
      <dgm:spPr/>
    </dgm:pt>
    <dgm:pt modelId="{36A08275-5567-4F76-A144-B07A88A9591C}" type="pres">
      <dgm:prSet presAssocID="{C99D397B-6C4C-4A73-B336-A814EAA7F27D}" presName="compNode" presStyleCnt="0"/>
      <dgm:spPr/>
    </dgm:pt>
    <dgm:pt modelId="{B567AD44-E4BE-4ADF-A797-3074B996A1F8}" type="pres">
      <dgm:prSet presAssocID="{C99D397B-6C4C-4A73-B336-A814EAA7F27D}" presName="bkgdShape" presStyleLbl="node1" presStyleIdx="2" presStyleCnt="3" custLinFactNeighborX="-2763" custLinFactNeighborY="-10717"/>
      <dgm:spPr/>
    </dgm:pt>
    <dgm:pt modelId="{E19C0F06-AF40-4445-941C-350464322A58}" type="pres">
      <dgm:prSet presAssocID="{C99D397B-6C4C-4A73-B336-A814EAA7F27D}" presName="nodeTx" presStyleLbl="node1" presStyleIdx="2" presStyleCnt="3">
        <dgm:presLayoutVars>
          <dgm:bulletEnabled val="1"/>
        </dgm:presLayoutVars>
      </dgm:prSet>
      <dgm:spPr/>
    </dgm:pt>
    <dgm:pt modelId="{82AC05D7-1654-4DEE-919A-D7EDE6E3BE54}" type="pres">
      <dgm:prSet presAssocID="{C99D397B-6C4C-4A73-B336-A814EAA7F27D}" presName="invisiNode" presStyleLbl="node1" presStyleIdx="2" presStyleCnt="3"/>
      <dgm:spPr/>
    </dgm:pt>
    <dgm:pt modelId="{D36B4FAE-FB57-4198-B26F-57633FFCCE53}" type="pres">
      <dgm:prSet presAssocID="{C99D397B-6C4C-4A73-B336-A814EAA7F27D}" presName="imagNode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 30% with solid fill"/>
        </a:ext>
      </dgm:extLst>
    </dgm:pt>
  </dgm:ptLst>
  <dgm:cxnLst>
    <dgm:cxn modelId="{1D20B52D-FE7C-4B95-9EEC-D0587F3F5E12}" type="presOf" srcId="{C99D397B-6C4C-4A73-B336-A814EAA7F27D}" destId="{E19C0F06-AF40-4445-941C-350464322A58}" srcOrd="1" destOrd="0" presId="urn:microsoft.com/office/officeart/2005/8/layout/hList7"/>
    <dgm:cxn modelId="{2FE6083C-71F2-4921-A4F4-9966C35E02E6}" srcId="{108EDEB2-C4F4-47D1-B487-E3D6FB6A4B29}" destId="{C99D397B-6C4C-4A73-B336-A814EAA7F27D}" srcOrd="2" destOrd="0" parTransId="{033A1262-DB86-4E7C-990C-7E4A780C8E3F}" sibTransId="{AC21F53C-511D-4FE4-AF6F-7D10AA87EFCA}"/>
    <dgm:cxn modelId="{B2EE025F-9BB7-43B4-A60D-E484DDFB5BFF}" type="presOf" srcId="{82750718-49E1-45A7-9F84-02711094B2C5}" destId="{D608CD6F-71E0-4EF7-9536-D6F9E070DF51}" srcOrd="0" destOrd="0" presId="urn:microsoft.com/office/officeart/2005/8/layout/hList7"/>
    <dgm:cxn modelId="{D875755F-6FB0-416C-9CBA-8038D97615FA}" type="presOf" srcId="{DBAEE768-26B3-49DA-8638-C3F86F6ED354}" destId="{BEC1CB9A-42C3-45A8-A876-805DE363847E}" srcOrd="1" destOrd="0" presId="urn:microsoft.com/office/officeart/2005/8/layout/hList7"/>
    <dgm:cxn modelId="{86C49E62-9C0F-42F5-8E3C-176FD98375BB}" type="presOf" srcId="{D6CA46DA-FB3E-4FC6-ABDE-F52F1AAA3CD4}" destId="{E8128781-9D80-4535-B2F6-529F126E39CF}" srcOrd="0" destOrd="0" presId="urn:microsoft.com/office/officeart/2005/8/layout/hList7"/>
    <dgm:cxn modelId="{051DC862-E39D-42A5-B490-9D9DCEAB8C7F}" type="presOf" srcId="{CEA77B9F-4F98-4025-9BD9-676D911ED670}" destId="{A3196AA3-4B95-4297-8B21-034AB50AB5A6}" srcOrd="0" destOrd="0" presId="urn:microsoft.com/office/officeart/2005/8/layout/hList7"/>
    <dgm:cxn modelId="{6FFBCF4F-CD06-44E0-BA6D-FF6BE437B4B6}" type="presOf" srcId="{82750718-49E1-45A7-9F84-02711094B2C5}" destId="{4A3D52EA-9C86-4439-8C20-BE0A88C603F8}" srcOrd="1" destOrd="0" presId="urn:microsoft.com/office/officeart/2005/8/layout/hList7"/>
    <dgm:cxn modelId="{4DF46771-5E91-433C-89C4-AFF0DAA32855}" srcId="{108EDEB2-C4F4-47D1-B487-E3D6FB6A4B29}" destId="{82750718-49E1-45A7-9F84-02711094B2C5}" srcOrd="0" destOrd="0" parTransId="{E4E5B9AE-7B64-4BED-8D5C-83B735B101F1}" sibTransId="{D6CA46DA-FB3E-4FC6-ABDE-F52F1AAA3CD4}"/>
    <dgm:cxn modelId="{E106F673-38FC-4D1D-8E70-AE4F3F84FD0B}" type="presOf" srcId="{DBAEE768-26B3-49DA-8638-C3F86F6ED354}" destId="{7CFDE804-C821-41D6-98F9-FB669B47D745}" srcOrd="0" destOrd="0" presId="urn:microsoft.com/office/officeart/2005/8/layout/hList7"/>
    <dgm:cxn modelId="{8366EBAA-CBF6-4BB6-A709-64A3D3B28B89}" type="presOf" srcId="{108EDEB2-C4F4-47D1-B487-E3D6FB6A4B29}" destId="{B7674103-4D3A-4450-8313-2C32C4B44EBB}" srcOrd="0" destOrd="0" presId="urn:microsoft.com/office/officeart/2005/8/layout/hList7"/>
    <dgm:cxn modelId="{21907BB7-44D5-4680-84E8-6B8214CC76A9}" type="presOf" srcId="{C99D397B-6C4C-4A73-B336-A814EAA7F27D}" destId="{B567AD44-E4BE-4ADF-A797-3074B996A1F8}" srcOrd="0" destOrd="0" presId="urn:microsoft.com/office/officeart/2005/8/layout/hList7"/>
    <dgm:cxn modelId="{C73E64D9-5103-4223-9CFA-852B9ADAF079}" srcId="{108EDEB2-C4F4-47D1-B487-E3D6FB6A4B29}" destId="{DBAEE768-26B3-49DA-8638-C3F86F6ED354}" srcOrd="1" destOrd="0" parTransId="{B12A7A15-317E-4947-8718-6C53BD1EA614}" sibTransId="{CEA77B9F-4F98-4025-9BD9-676D911ED670}"/>
    <dgm:cxn modelId="{7C08EE61-4C87-41C7-9BE6-D317DFE9D176}" type="presParOf" srcId="{B7674103-4D3A-4450-8313-2C32C4B44EBB}" destId="{41DBB0BF-9380-4E0A-8DB2-F63C9A1D6603}" srcOrd="0" destOrd="0" presId="urn:microsoft.com/office/officeart/2005/8/layout/hList7"/>
    <dgm:cxn modelId="{8A93C9FB-4450-4C5F-B59A-BDA4E7432913}" type="presParOf" srcId="{B7674103-4D3A-4450-8313-2C32C4B44EBB}" destId="{0C80882C-DD5B-4413-B905-915EB853219E}" srcOrd="1" destOrd="0" presId="urn:microsoft.com/office/officeart/2005/8/layout/hList7"/>
    <dgm:cxn modelId="{01E2FECD-3DA1-452F-8545-B07947490A5C}" type="presParOf" srcId="{0C80882C-DD5B-4413-B905-915EB853219E}" destId="{ADA71574-E2A8-494F-ADC0-F6461C3ADAAC}" srcOrd="0" destOrd="0" presId="urn:microsoft.com/office/officeart/2005/8/layout/hList7"/>
    <dgm:cxn modelId="{DABA891A-1EF7-48C8-B7EC-28DFB4B30CB8}" type="presParOf" srcId="{ADA71574-E2A8-494F-ADC0-F6461C3ADAAC}" destId="{D608CD6F-71E0-4EF7-9536-D6F9E070DF51}" srcOrd="0" destOrd="0" presId="urn:microsoft.com/office/officeart/2005/8/layout/hList7"/>
    <dgm:cxn modelId="{A2D2BA06-D865-4077-A25B-4BC09F8B274C}" type="presParOf" srcId="{ADA71574-E2A8-494F-ADC0-F6461C3ADAAC}" destId="{4A3D52EA-9C86-4439-8C20-BE0A88C603F8}" srcOrd="1" destOrd="0" presId="urn:microsoft.com/office/officeart/2005/8/layout/hList7"/>
    <dgm:cxn modelId="{03C2D9BD-75EF-45D3-AE4F-BEC1B19AD298}" type="presParOf" srcId="{ADA71574-E2A8-494F-ADC0-F6461C3ADAAC}" destId="{9EE86981-BB07-42E5-8690-17BAB6BA9437}" srcOrd="2" destOrd="0" presId="urn:microsoft.com/office/officeart/2005/8/layout/hList7"/>
    <dgm:cxn modelId="{C95B7FA9-85DE-430F-BB9D-BC5BF094FEF6}" type="presParOf" srcId="{ADA71574-E2A8-494F-ADC0-F6461C3ADAAC}" destId="{27F98255-7374-434D-80E3-DC0D49C6587D}" srcOrd="3" destOrd="0" presId="urn:microsoft.com/office/officeart/2005/8/layout/hList7"/>
    <dgm:cxn modelId="{4621625C-4C67-4160-A7FF-D11E02C415FF}" type="presParOf" srcId="{0C80882C-DD5B-4413-B905-915EB853219E}" destId="{E8128781-9D80-4535-B2F6-529F126E39CF}" srcOrd="1" destOrd="0" presId="urn:microsoft.com/office/officeart/2005/8/layout/hList7"/>
    <dgm:cxn modelId="{CFA2D18C-F1E1-4BA1-A10A-2CF2C6CBF50E}" type="presParOf" srcId="{0C80882C-DD5B-4413-B905-915EB853219E}" destId="{09EF167D-1A54-41A3-ACB0-0B1349F28638}" srcOrd="2" destOrd="0" presId="urn:microsoft.com/office/officeart/2005/8/layout/hList7"/>
    <dgm:cxn modelId="{6549D5BE-5571-4E65-907B-80F670CFEE69}" type="presParOf" srcId="{09EF167D-1A54-41A3-ACB0-0B1349F28638}" destId="{7CFDE804-C821-41D6-98F9-FB669B47D745}" srcOrd="0" destOrd="0" presId="urn:microsoft.com/office/officeart/2005/8/layout/hList7"/>
    <dgm:cxn modelId="{5D3EFB2C-93C7-4461-A1D9-A2FE371210AC}" type="presParOf" srcId="{09EF167D-1A54-41A3-ACB0-0B1349F28638}" destId="{BEC1CB9A-42C3-45A8-A876-805DE363847E}" srcOrd="1" destOrd="0" presId="urn:microsoft.com/office/officeart/2005/8/layout/hList7"/>
    <dgm:cxn modelId="{B059C573-B583-4BA7-93FB-E7144C3D14A1}" type="presParOf" srcId="{09EF167D-1A54-41A3-ACB0-0B1349F28638}" destId="{3A12AE63-AB51-41DB-AA75-435B0985BFBB}" srcOrd="2" destOrd="0" presId="urn:microsoft.com/office/officeart/2005/8/layout/hList7"/>
    <dgm:cxn modelId="{9A27ACCF-2773-4530-889D-F5C7E9E1926C}" type="presParOf" srcId="{09EF167D-1A54-41A3-ACB0-0B1349F28638}" destId="{35680C6A-4211-470B-9129-F3F71DA7602E}" srcOrd="3" destOrd="0" presId="urn:microsoft.com/office/officeart/2005/8/layout/hList7"/>
    <dgm:cxn modelId="{7F2A98F9-43E0-46D0-9491-62D300009037}" type="presParOf" srcId="{0C80882C-DD5B-4413-B905-915EB853219E}" destId="{A3196AA3-4B95-4297-8B21-034AB50AB5A6}" srcOrd="3" destOrd="0" presId="urn:microsoft.com/office/officeart/2005/8/layout/hList7"/>
    <dgm:cxn modelId="{A2D7E803-AEDB-49B3-8E09-A2F049DD47F1}" type="presParOf" srcId="{0C80882C-DD5B-4413-B905-915EB853219E}" destId="{36A08275-5567-4F76-A144-B07A88A9591C}" srcOrd="4" destOrd="0" presId="urn:microsoft.com/office/officeart/2005/8/layout/hList7"/>
    <dgm:cxn modelId="{A51D9BA8-23C6-4F00-BB4E-D53402E8FAF3}" type="presParOf" srcId="{36A08275-5567-4F76-A144-B07A88A9591C}" destId="{B567AD44-E4BE-4ADF-A797-3074B996A1F8}" srcOrd="0" destOrd="0" presId="urn:microsoft.com/office/officeart/2005/8/layout/hList7"/>
    <dgm:cxn modelId="{82EA555F-2266-4673-9343-2E9F92037F84}" type="presParOf" srcId="{36A08275-5567-4F76-A144-B07A88A9591C}" destId="{E19C0F06-AF40-4445-941C-350464322A58}" srcOrd="1" destOrd="0" presId="urn:microsoft.com/office/officeart/2005/8/layout/hList7"/>
    <dgm:cxn modelId="{4BF7BA98-55C3-408D-9F97-1BAB43D235A4}" type="presParOf" srcId="{36A08275-5567-4F76-A144-B07A88A9591C}" destId="{82AC05D7-1654-4DEE-919A-D7EDE6E3BE54}" srcOrd="2" destOrd="0" presId="urn:microsoft.com/office/officeart/2005/8/layout/hList7"/>
    <dgm:cxn modelId="{A31AAE6D-468F-4F74-93CB-E98847456023}" type="presParOf" srcId="{36A08275-5567-4F76-A144-B07A88A9591C}" destId="{D36B4FAE-FB57-4198-B26F-57633FFCCE53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8CD6F-71E0-4EF7-9536-D6F9E070DF51}">
      <dsp:nvSpPr>
        <dsp:cNvPr id="0" name=""/>
        <dsp:cNvSpPr/>
      </dsp:nvSpPr>
      <dsp:spPr>
        <a:xfrm>
          <a:off x="1174" y="0"/>
          <a:ext cx="1827398" cy="2723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Country(s)</a:t>
          </a:r>
          <a:endParaRPr lang="en-SG" sz="2600" kern="1200" dirty="0"/>
        </a:p>
      </dsp:txBody>
      <dsp:txXfrm>
        <a:off x="1174" y="1089303"/>
        <a:ext cx="1827398" cy="1089303"/>
      </dsp:txXfrm>
    </dsp:sp>
    <dsp:sp modelId="{27F98255-7374-434D-80E3-DC0D49C6587D}">
      <dsp:nvSpPr>
        <dsp:cNvPr id="0" name=""/>
        <dsp:cNvSpPr/>
      </dsp:nvSpPr>
      <dsp:spPr>
        <a:xfrm>
          <a:off x="461451" y="163395"/>
          <a:ext cx="906844" cy="906844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DE804-C821-41D6-98F9-FB669B47D745}">
      <dsp:nvSpPr>
        <dsp:cNvPr id="0" name=""/>
        <dsp:cNvSpPr/>
      </dsp:nvSpPr>
      <dsp:spPr>
        <a:xfrm>
          <a:off x="1883395" y="0"/>
          <a:ext cx="1827398" cy="2723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Data Series </a:t>
          </a:r>
          <a:endParaRPr lang="en-SG" sz="2600" kern="1200" dirty="0"/>
        </a:p>
      </dsp:txBody>
      <dsp:txXfrm>
        <a:off x="1883395" y="1089303"/>
        <a:ext cx="1827398" cy="1089303"/>
      </dsp:txXfrm>
    </dsp:sp>
    <dsp:sp modelId="{35680C6A-4211-470B-9129-F3F71DA7602E}">
      <dsp:nvSpPr>
        <dsp:cNvPr id="0" name=""/>
        <dsp:cNvSpPr/>
      </dsp:nvSpPr>
      <dsp:spPr>
        <a:xfrm>
          <a:off x="2343672" y="163395"/>
          <a:ext cx="906844" cy="906844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67AD44-E4BE-4ADF-A797-3074B996A1F8}">
      <dsp:nvSpPr>
        <dsp:cNvPr id="0" name=""/>
        <dsp:cNvSpPr/>
      </dsp:nvSpPr>
      <dsp:spPr>
        <a:xfrm>
          <a:off x="3747689" y="0"/>
          <a:ext cx="1827398" cy="2723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Time frame</a:t>
          </a:r>
          <a:endParaRPr lang="en-SG" sz="2600" kern="1200" dirty="0"/>
        </a:p>
      </dsp:txBody>
      <dsp:txXfrm>
        <a:off x="3747689" y="1089303"/>
        <a:ext cx="1827398" cy="1089303"/>
      </dsp:txXfrm>
    </dsp:sp>
    <dsp:sp modelId="{D36B4FAE-FB57-4198-B26F-57633FFCCE53}">
      <dsp:nvSpPr>
        <dsp:cNvPr id="0" name=""/>
        <dsp:cNvSpPr/>
      </dsp:nvSpPr>
      <dsp:spPr>
        <a:xfrm>
          <a:off x="4225892" y="163395"/>
          <a:ext cx="906844" cy="906844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DBB0BF-9380-4E0A-8DB2-F63C9A1D6603}">
      <dsp:nvSpPr>
        <dsp:cNvPr id="0" name=""/>
        <dsp:cNvSpPr/>
      </dsp:nvSpPr>
      <dsp:spPr>
        <a:xfrm>
          <a:off x="223767" y="2178606"/>
          <a:ext cx="5146653" cy="408488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8CD6F-71E0-4EF7-9536-D6F9E070DF51}">
      <dsp:nvSpPr>
        <dsp:cNvPr id="0" name=""/>
        <dsp:cNvSpPr/>
      </dsp:nvSpPr>
      <dsp:spPr>
        <a:xfrm>
          <a:off x="1174" y="0"/>
          <a:ext cx="1827398" cy="2723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Country(s)</a:t>
          </a:r>
          <a:endParaRPr lang="en-SG" sz="2600" kern="1200" dirty="0"/>
        </a:p>
      </dsp:txBody>
      <dsp:txXfrm>
        <a:off x="1174" y="1089303"/>
        <a:ext cx="1827398" cy="1089303"/>
      </dsp:txXfrm>
    </dsp:sp>
    <dsp:sp modelId="{27F98255-7374-434D-80E3-DC0D49C6587D}">
      <dsp:nvSpPr>
        <dsp:cNvPr id="0" name=""/>
        <dsp:cNvSpPr/>
      </dsp:nvSpPr>
      <dsp:spPr>
        <a:xfrm>
          <a:off x="461451" y="163395"/>
          <a:ext cx="906844" cy="906844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DE804-C821-41D6-98F9-FB669B47D745}">
      <dsp:nvSpPr>
        <dsp:cNvPr id="0" name=""/>
        <dsp:cNvSpPr/>
      </dsp:nvSpPr>
      <dsp:spPr>
        <a:xfrm>
          <a:off x="1883395" y="0"/>
          <a:ext cx="1827398" cy="2723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Data Series </a:t>
          </a:r>
          <a:endParaRPr lang="en-SG" sz="2600" kern="1200" dirty="0"/>
        </a:p>
      </dsp:txBody>
      <dsp:txXfrm>
        <a:off x="1883395" y="1089303"/>
        <a:ext cx="1827398" cy="1089303"/>
      </dsp:txXfrm>
    </dsp:sp>
    <dsp:sp modelId="{35680C6A-4211-470B-9129-F3F71DA7602E}">
      <dsp:nvSpPr>
        <dsp:cNvPr id="0" name=""/>
        <dsp:cNvSpPr/>
      </dsp:nvSpPr>
      <dsp:spPr>
        <a:xfrm>
          <a:off x="2332454" y="208275"/>
          <a:ext cx="906844" cy="906844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67AD44-E4BE-4ADF-A797-3074B996A1F8}">
      <dsp:nvSpPr>
        <dsp:cNvPr id="0" name=""/>
        <dsp:cNvSpPr/>
      </dsp:nvSpPr>
      <dsp:spPr>
        <a:xfrm>
          <a:off x="3766790" y="0"/>
          <a:ext cx="1827398" cy="2723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Time frame</a:t>
          </a:r>
          <a:endParaRPr lang="en-SG" sz="2600" kern="1200" dirty="0"/>
        </a:p>
      </dsp:txBody>
      <dsp:txXfrm>
        <a:off x="3766790" y="1089303"/>
        <a:ext cx="1827398" cy="1089303"/>
      </dsp:txXfrm>
    </dsp:sp>
    <dsp:sp modelId="{D36B4FAE-FB57-4198-B26F-57633FFCCE53}">
      <dsp:nvSpPr>
        <dsp:cNvPr id="0" name=""/>
        <dsp:cNvSpPr/>
      </dsp:nvSpPr>
      <dsp:spPr>
        <a:xfrm>
          <a:off x="4225892" y="163395"/>
          <a:ext cx="906844" cy="906844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DBB0BF-9380-4E0A-8DB2-F63C9A1D6603}">
      <dsp:nvSpPr>
        <dsp:cNvPr id="0" name=""/>
        <dsp:cNvSpPr/>
      </dsp:nvSpPr>
      <dsp:spPr>
        <a:xfrm>
          <a:off x="223767" y="2178606"/>
          <a:ext cx="5146653" cy="408488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8CD6F-71E0-4EF7-9536-D6F9E070DF51}">
      <dsp:nvSpPr>
        <dsp:cNvPr id="0" name=""/>
        <dsp:cNvSpPr/>
      </dsp:nvSpPr>
      <dsp:spPr>
        <a:xfrm>
          <a:off x="919" y="0"/>
          <a:ext cx="1430273" cy="17695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Country(s)</a:t>
          </a:r>
          <a:endParaRPr lang="en-SG" sz="1800" kern="1200" dirty="0"/>
        </a:p>
      </dsp:txBody>
      <dsp:txXfrm>
        <a:off x="919" y="707809"/>
        <a:ext cx="1430273" cy="707809"/>
      </dsp:txXfrm>
    </dsp:sp>
    <dsp:sp modelId="{27F98255-7374-434D-80E3-DC0D49C6587D}">
      <dsp:nvSpPr>
        <dsp:cNvPr id="0" name=""/>
        <dsp:cNvSpPr/>
      </dsp:nvSpPr>
      <dsp:spPr>
        <a:xfrm>
          <a:off x="421430" y="106171"/>
          <a:ext cx="589251" cy="58925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DE804-C821-41D6-98F9-FB669B47D745}">
      <dsp:nvSpPr>
        <dsp:cNvPr id="0" name=""/>
        <dsp:cNvSpPr/>
      </dsp:nvSpPr>
      <dsp:spPr>
        <a:xfrm>
          <a:off x="1474101" y="0"/>
          <a:ext cx="1430273" cy="17695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Data Series </a:t>
          </a:r>
          <a:endParaRPr lang="en-SG" sz="1800" kern="1200" dirty="0"/>
        </a:p>
      </dsp:txBody>
      <dsp:txXfrm>
        <a:off x="1474101" y="707809"/>
        <a:ext cx="1430273" cy="707809"/>
      </dsp:txXfrm>
    </dsp:sp>
    <dsp:sp modelId="{35680C6A-4211-470B-9129-F3F71DA7602E}">
      <dsp:nvSpPr>
        <dsp:cNvPr id="0" name=""/>
        <dsp:cNvSpPr/>
      </dsp:nvSpPr>
      <dsp:spPr>
        <a:xfrm>
          <a:off x="1894612" y="106171"/>
          <a:ext cx="589251" cy="589251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67AD44-E4BE-4ADF-A797-3074B996A1F8}">
      <dsp:nvSpPr>
        <dsp:cNvPr id="0" name=""/>
        <dsp:cNvSpPr/>
      </dsp:nvSpPr>
      <dsp:spPr>
        <a:xfrm>
          <a:off x="2947283" y="0"/>
          <a:ext cx="1430273" cy="17695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Time frame</a:t>
          </a:r>
          <a:endParaRPr lang="en-SG" sz="1800" kern="1200" dirty="0"/>
        </a:p>
      </dsp:txBody>
      <dsp:txXfrm>
        <a:off x="2947283" y="707809"/>
        <a:ext cx="1430273" cy="707809"/>
      </dsp:txXfrm>
    </dsp:sp>
    <dsp:sp modelId="{D36B4FAE-FB57-4198-B26F-57633FFCCE53}">
      <dsp:nvSpPr>
        <dsp:cNvPr id="0" name=""/>
        <dsp:cNvSpPr/>
      </dsp:nvSpPr>
      <dsp:spPr>
        <a:xfrm>
          <a:off x="3367795" y="106171"/>
          <a:ext cx="589251" cy="58925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DBB0BF-9380-4E0A-8DB2-F63C9A1D6603}">
      <dsp:nvSpPr>
        <dsp:cNvPr id="0" name=""/>
        <dsp:cNvSpPr/>
      </dsp:nvSpPr>
      <dsp:spPr>
        <a:xfrm>
          <a:off x="175139" y="1415618"/>
          <a:ext cx="4028198" cy="265428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8CD6F-71E0-4EF7-9536-D6F9E070DF51}">
      <dsp:nvSpPr>
        <dsp:cNvPr id="0" name=""/>
        <dsp:cNvSpPr/>
      </dsp:nvSpPr>
      <dsp:spPr>
        <a:xfrm>
          <a:off x="1174" y="0"/>
          <a:ext cx="1827398" cy="2723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Country(s)</a:t>
          </a:r>
          <a:endParaRPr lang="en-SG" sz="2600" kern="1200" dirty="0"/>
        </a:p>
      </dsp:txBody>
      <dsp:txXfrm>
        <a:off x="1174" y="1089303"/>
        <a:ext cx="1827398" cy="1089303"/>
      </dsp:txXfrm>
    </dsp:sp>
    <dsp:sp modelId="{27F98255-7374-434D-80E3-DC0D49C6587D}">
      <dsp:nvSpPr>
        <dsp:cNvPr id="0" name=""/>
        <dsp:cNvSpPr/>
      </dsp:nvSpPr>
      <dsp:spPr>
        <a:xfrm>
          <a:off x="461451" y="163395"/>
          <a:ext cx="906844" cy="906844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DE804-C821-41D6-98F9-FB669B47D745}">
      <dsp:nvSpPr>
        <dsp:cNvPr id="0" name=""/>
        <dsp:cNvSpPr/>
      </dsp:nvSpPr>
      <dsp:spPr>
        <a:xfrm>
          <a:off x="1883395" y="0"/>
          <a:ext cx="1827398" cy="2723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Data Series </a:t>
          </a:r>
          <a:endParaRPr lang="en-SG" sz="2600" kern="1200" dirty="0"/>
        </a:p>
      </dsp:txBody>
      <dsp:txXfrm>
        <a:off x="1883395" y="1089303"/>
        <a:ext cx="1827398" cy="1089303"/>
      </dsp:txXfrm>
    </dsp:sp>
    <dsp:sp modelId="{35680C6A-4211-470B-9129-F3F71DA7602E}">
      <dsp:nvSpPr>
        <dsp:cNvPr id="0" name=""/>
        <dsp:cNvSpPr/>
      </dsp:nvSpPr>
      <dsp:spPr>
        <a:xfrm>
          <a:off x="2343672" y="163395"/>
          <a:ext cx="906844" cy="906844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67AD44-E4BE-4ADF-A797-3074B996A1F8}">
      <dsp:nvSpPr>
        <dsp:cNvPr id="0" name=""/>
        <dsp:cNvSpPr/>
      </dsp:nvSpPr>
      <dsp:spPr>
        <a:xfrm>
          <a:off x="3765615" y="0"/>
          <a:ext cx="1827398" cy="2723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Time frame</a:t>
          </a:r>
          <a:endParaRPr lang="en-SG" sz="2600" kern="1200" dirty="0"/>
        </a:p>
      </dsp:txBody>
      <dsp:txXfrm>
        <a:off x="3765615" y="1089303"/>
        <a:ext cx="1827398" cy="1089303"/>
      </dsp:txXfrm>
    </dsp:sp>
    <dsp:sp modelId="{D36B4FAE-FB57-4198-B26F-57633FFCCE53}">
      <dsp:nvSpPr>
        <dsp:cNvPr id="0" name=""/>
        <dsp:cNvSpPr/>
      </dsp:nvSpPr>
      <dsp:spPr>
        <a:xfrm>
          <a:off x="4225892" y="163395"/>
          <a:ext cx="906844" cy="906844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DBB0BF-9380-4E0A-8DB2-F63C9A1D6603}">
      <dsp:nvSpPr>
        <dsp:cNvPr id="0" name=""/>
        <dsp:cNvSpPr/>
      </dsp:nvSpPr>
      <dsp:spPr>
        <a:xfrm>
          <a:off x="223767" y="2178606"/>
          <a:ext cx="5146653" cy="408488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8CD6F-71E0-4EF7-9536-D6F9E070DF51}">
      <dsp:nvSpPr>
        <dsp:cNvPr id="0" name=""/>
        <dsp:cNvSpPr/>
      </dsp:nvSpPr>
      <dsp:spPr>
        <a:xfrm>
          <a:off x="748" y="0"/>
          <a:ext cx="1163758" cy="1652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Country(s)</a:t>
          </a:r>
          <a:endParaRPr lang="en-SG" sz="1600" kern="1200" dirty="0"/>
        </a:p>
      </dsp:txBody>
      <dsp:txXfrm>
        <a:off x="748" y="660954"/>
        <a:ext cx="1163758" cy="660954"/>
      </dsp:txXfrm>
    </dsp:sp>
    <dsp:sp modelId="{27F98255-7374-434D-80E3-DC0D49C6587D}">
      <dsp:nvSpPr>
        <dsp:cNvPr id="0" name=""/>
        <dsp:cNvSpPr/>
      </dsp:nvSpPr>
      <dsp:spPr>
        <a:xfrm>
          <a:off x="307505" y="99143"/>
          <a:ext cx="550244" cy="550244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DE804-C821-41D6-98F9-FB669B47D745}">
      <dsp:nvSpPr>
        <dsp:cNvPr id="0" name=""/>
        <dsp:cNvSpPr/>
      </dsp:nvSpPr>
      <dsp:spPr>
        <a:xfrm>
          <a:off x="1188003" y="0"/>
          <a:ext cx="1163758" cy="1652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Data Series </a:t>
          </a:r>
          <a:endParaRPr lang="en-SG" sz="1600" kern="1200" dirty="0"/>
        </a:p>
      </dsp:txBody>
      <dsp:txXfrm>
        <a:off x="1188003" y="660954"/>
        <a:ext cx="1163758" cy="660954"/>
      </dsp:txXfrm>
    </dsp:sp>
    <dsp:sp modelId="{35680C6A-4211-470B-9129-F3F71DA7602E}">
      <dsp:nvSpPr>
        <dsp:cNvPr id="0" name=""/>
        <dsp:cNvSpPr/>
      </dsp:nvSpPr>
      <dsp:spPr>
        <a:xfrm>
          <a:off x="1506176" y="99143"/>
          <a:ext cx="550244" cy="550244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67AD44-E4BE-4ADF-A797-3074B996A1F8}">
      <dsp:nvSpPr>
        <dsp:cNvPr id="0" name=""/>
        <dsp:cNvSpPr/>
      </dsp:nvSpPr>
      <dsp:spPr>
        <a:xfrm>
          <a:off x="2365936" y="0"/>
          <a:ext cx="1163758" cy="1652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Time frame</a:t>
          </a:r>
          <a:endParaRPr lang="en-SG" sz="1600" kern="1200" dirty="0"/>
        </a:p>
      </dsp:txBody>
      <dsp:txXfrm>
        <a:off x="2365936" y="660954"/>
        <a:ext cx="1163758" cy="660954"/>
      </dsp:txXfrm>
    </dsp:sp>
    <dsp:sp modelId="{D36B4FAE-FB57-4198-B26F-57633FFCCE53}">
      <dsp:nvSpPr>
        <dsp:cNvPr id="0" name=""/>
        <dsp:cNvSpPr/>
      </dsp:nvSpPr>
      <dsp:spPr>
        <a:xfrm>
          <a:off x="2704848" y="99143"/>
          <a:ext cx="550244" cy="550244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DBB0BF-9380-4E0A-8DB2-F63C9A1D6603}">
      <dsp:nvSpPr>
        <dsp:cNvPr id="0" name=""/>
        <dsp:cNvSpPr/>
      </dsp:nvSpPr>
      <dsp:spPr>
        <a:xfrm>
          <a:off x="142503" y="1321908"/>
          <a:ext cx="3277590" cy="247857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8CD6F-71E0-4EF7-9536-D6F9E070DF51}">
      <dsp:nvSpPr>
        <dsp:cNvPr id="0" name=""/>
        <dsp:cNvSpPr/>
      </dsp:nvSpPr>
      <dsp:spPr>
        <a:xfrm>
          <a:off x="748" y="0"/>
          <a:ext cx="1163758" cy="1652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Country(s)</a:t>
          </a:r>
          <a:endParaRPr lang="en-SG" sz="1600" kern="1200" dirty="0"/>
        </a:p>
      </dsp:txBody>
      <dsp:txXfrm>
        <a:off x="748" y="660954"/>
        <a:ext cx="1163758" cy="660954"/>
      </dsp:txXfrm>
    </dsp:sp>
    <dsp:sp modelId="{27F98255-7374-434D-80E3-DC0D49C6587D}">
      <dsp:nvSpPr>
        <dsp:cNvPr id="0" name=""/>
        <dsp:cNvSpPr/>
      </dsp:nvSpPr>
      <dsp:spPr>
        <a:xfrm>
          <a:off x="307505" y="99143"/>
          <a:ext cx="550244" cy="550244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DE804-C821-41D6-98F9-FB669B47D745}">
      <dsp:nvSpPr>
        <dsp:cNvPr id="0" name=""/>
        <dsp:cNvSpPr/>
      </dsp:nvSpPr>
      <dsp:spPr>
        <a:xfrm>
          <a:off x="1188003" y="0"/>
          <a:ext cx="1163758" cy="1652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Data Series </a:t>
          </a:r>
          <a:endParaRPr lang="en-SG" sz="1600" kern="1200" dirty="0"/>
        </a:p>
      </dsp:txBody>
      <dsp:txXfrm>
        <a:off x="1188003" y="660954"/>
        <a:ext cx="1163758" cy="660954"/>
      </dsp:txXfrm>
    </dsp:sp>
    <dsp:sp modelId="{35680C6A-4211-470B-9129-F3F71DA7602E}">
      <dsp:nvSpPr>
        <dsp:cNvPr id="0" name=""/>
        <dsp:cNvSpPr/>
      </dsp:nvSpPr>
      <dsp:spPr>
        <a:xfrm>
          <a:off x="1506176" y="99143"/>
          <a:ext cx="550244" cy="550244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67AD44-E4BE-4ADF-A797-3074B996A1F8}">
      <dsp:nvSpPr>
        <dsp:cNvPr id="0" name=""/>
        <dsp:cNvSpPr/>
      </dsp:nvSpPr>
      <dsp:spPr>
        <a:xfrm>
          <a:off x="2365936" y="0"/>
          <a:ext cx="1163758" cy="1652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Time frame</a:t>
          </a:r>
          <a:endParaRPr lang="en-SG" sz="1600" kern="1200" dirty="0"/>
        </a:p>
      </dsp:txBody>
      <dsp:txXfrm>
        <a:off x="2365936" y="660954"/>
        <a:ext cx="1163758" cy="660954"/>
      </dsp:txXfrm>
    </dsp:sp>
    <dsp:sp modelId="{D36B4FAE-FB57-4198-B26F-57633FFCCE53}">
      <dsp:nvSpPr>
        <dsp:cNvPr id="0" name=""/>
        <dsp:cNvSpPr/>
      </dsp:nvSpPr>
      <dsp:spPr>
        <a:xfrm>
          <a:off x="2704848" y="99143"/>
          <a:ext cx="550244" cy="550244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DBB0BF-9380-4E0A-8DB2-F63C9A1D6603}">
      <dsp:nvSpPr>
        <dsp:cNvPr id="0" name=""/>
        <dsp:cNvSpPr/>
      </dsp:nvSpPr>
      <dsp:spPr>
        <a:xfrm>
          <a:off x="142503" y="1321908"/>
          <a:ext cx="3277590" cy="247857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8CD6F-71E0-4EF7-9536-D6F9E070DF51}">
      <dsp:nvSpPr>
        <dsp:cNvPr id="0" name=""/>
        <dsp:cNvSpPr/>
      </dsp:nvSpPr>
      <dsp:spPr>
        <a:xfrm>
          <a:off x="748" y="0"/>
          <a:ext cx="1163758" cy="1652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Country(s)</a:t>
          </a:r>
          <a:endParaRPr lang="en-SG" sz="1600" kern="1200" dirty="0"/>
        </a:p>
      </dsp:txBody>
      <dsp:txXfrm>
        <a:off x="748" y="660954"/>
        <a:ext cx="1163758" cy="660954"/>
      </dsp:txXfrm>
    </dsp:sp>
    <dsp:sp modelId="{27F98255-7374-434D-80E3-DC0D49C6587D}">
      <dsp:nvSpPr>
        <dsp:cNvPr id="0" name=""/>
        <dsp:cNvSpPr/>
      </dsp:nvSpPr>
      <dsp:spPr>
        <a:xfrm>
          <a:off x="307505" y="99143"/>
          <a:ext cx="550244" cy="550244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DE804-C821-41D6-98F9-FB669B47D745}">
      <dsp:nvSpPr>
        <dsp:cNvPr id="0" name=""/>
        <dsp:cNvSpPr/>
      </dsp:nvSpPr>
      <dsp:spPr>
        <a:xfrm>
          <a:off x="1188003" y="0"/>
          <a:ext cx="1163758" cy="1652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Data Series </a:t>
          </a:r>
          <a:endParaRPr lang="en-SG" sz="1600" kern="1200" dirty="0"/>
        </a:p>
      </dsp:txBody>
      <dsp:txXfrm>
        <a:off x="1188003" y="660954"/>
        <a:ext cx="1163758" cy="660954"/>
      </dsp:txXfrm>
    </dsp:sp>
    <dsp:sp modelId="{35680C6A-4211-470B-9129-F3F71DA7602E}">
      <dsp:nvSpPr>
        <dsp:cNvPr id="0" name=""/>
        <dsp:cNvSpPr/>
      </dsp:nvSpPr>
      <dsp:spPr>
        <a:xfrm>
          <a:off x="1506176" y="99143"/>
          <a:ext cx="550244" cy="550244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67AD44-E4BE-4ADF-A797-3074B996A1F8}">
      <dsp:nvSpPr>
        <dsp:cNvPr id="0" name=""/>
        <dsp:cNvSpPr/>
      </dsp:nvSpPr>
      <dsp:spPr>
        <a:xfrm>
          <a:off x="2365936" y="0"/>
          <a:ext cx="1163758" cy="1652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Time frame</a:t>
          </a:r>
          <a:endParaRPr lang="en-SG" sz="1600" kern="1200" dirty="0"/>
        </a:p>
      </dsp:txBody>
      <dsp:txXfrm>
        <a:off x="2365936" y="660954"/>
        <a:ext cx="1163758" cy="660954"/>
      </dsp:txXfrm>
    </dsp:sp>
    <dsp:sp modelId="{D36B4FAE-FB57-4198-B26F-57633FFCCE53}">
      <dsp:nvSpPr>
        <dsp:cNvPr id="0" name=""/>
        <dsp:cNvSpPr/>
      </dsp:nvSpPr>
      <dsp:spPr>
        <a:xfrm>
          <a:off x="2704848" y="99143"/>
          <a:ext cx="550244" cy="550244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DBB0BF-9380-4E0A-8DB2-F63C9A1D6603}">
      <dsp:nvSpPr>
        <dsp:cNvPr id="0" name=""/>
        <dsp:cNvSpPr/>
      </dsp:nvSpPr>
      <dsp:spPr>
        <a:xfrm>
          <a:off x="142503" y="1321908"/>
          <a:ext cx="3277590" cy="247857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0.10427</cdr:x>
      <cdr:y>0.91104</cdr:y>
    </cdr:from>
    <cdr:to>
      <cdr:x>0.97208</cdr:x>
      <cdr:y>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7D63C113-58E8-ECFC-78A7-011800D60297}"/>
            </a:ext>
          </a:extLst>
        </cdr:cNvPr>
        <cdr:cNvSpPr txBox="1"/>
      </cdr:nvSpPr>
      <cdr:spPr>
        <a:xfrm xmlns:a="http://schemas.openxmlformats.org/drawingml/2006/main">
          <a:off x="926354" y="2724623"/>
          <a:ext cx="7709647" cy="266046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2"/>
        </a:lnRef>
        <a:fillRef xmlns:a="http://schemas.openxmlformats.org/drawingml/2006/main" idx="3">
          <a:schemeClr val="accent2"/>
        </a:fillRef>
        <a:effectRef xmlns:a="http://schemas.openxmlformats.org/drawingml/2006/main" idx="3">
          <a:schemeClr val="accent2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GB" sz="1100" kern="1200" dirty="0"/>
            <a:t>2001	2002	2003	2004	2005	2006	2007	2008</a:t>
          </a:r>
          <a:endParaRPr lang="en-SG" sz="1100" kern="1200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0.10427</cdr:x>
      <cdr:y>0.91104</cdr:y>
    </cdr:from>
    <cdr:to>
      <cdr:x>0.97208</cdr:x>
      <cdr:y>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7D63C113-58E8-ECFC-78A7-011800D60297}"/>
            </a:ext>
          </a:extLst>
        </cdr:cNvPr>
        <cdr:cNvSpPr txBox="1"/>
      </cdr:nvSpPr>
      <cdr:spPr>
        <a:xfrm xmlns:a="http://schemas.openxmlformats.org/drawingml/2006/main">
          <a:off x="926354" y="2724623"/>
          <a:ext cx="7709647" cy="266046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2"/>
        </a:lnRef>
        <a:fillRef xmlns:a="http://schemas.openxmlformats.org/drawingml/2006/main" idx="3">
          <a:schemeClr val="accent2"/>
        </a:fillRef>
        <a:effectRef xmlns:a="http://schemas.openxmlformats.org/drawingml/2006/main" idx="3">
          <a:schemeClr val="accent2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GB" sz="1100" kern="1200" dirty="0"/>
            <a:t>2001	2002	2003	2004	2005	2006	2007	2008</a:t>
          </a:r>
          <a:endParaRPr lang="en-SG" sz="1100" kern="1200" dirty="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0.10427</cdr:x>
      <cdr:y>0.91104</cdr:y>
    </cdr:from>
    <cdr:to>
      <cdr:x>0.97208</cdr:x>
      <cdr:y>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7D63C113-58E8-ECFC-78A7-011800D60297}"/>
            </a:ext>
          </a:extLst>
        </cdr:cNvPr>
        <cdr:cNvSpPr txBox="1"/>
      </cdr:nvSpPr>
      <cdr:spPr>
        <a:xfrm xmlns:a="http://schemas.openxmlformats.org/drawingml/2006/main">
          <a:off x="926354" y="2724623"/>
          <a:ext cx="7709647" cy="266046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2"/>
        </a:lnRef>
        <a:fillRef xmlns:a="http://schemas.openxmlformats.org/drawingml/2006/main" idx="3">
          <a:schemeClr val="accent2"/>
        </a:fillRef>
        <a:effectRef xmlns:a="http://schemas.openxmlformats.org/drawingml/2006/main" idx="3">
          <a:schemeClr val="accent2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GB" sz="1100" kern="1200" dirty="0"/>
            <a:t>2001	2002	2003	2004	2005	2006	2007	2008</a:t>
          </a:r>
          <a:endParaRPr lang="en-SG" sz="1100" kern="12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7/2/2026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p3"/><Relationship Id="rId2" Type="http://schemas.microsoft.com/office/2007/relationships/media" Target="../media/media1.mp3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databank.worldbank.org/source/world-development-indicators" TargetMode="Externa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edia.org/data-preparation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170505&amp;picture=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170505&amp;picture=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170505&amp;picture=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170505&amp;picture=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de/foto/analyse-bericht-bleistift-buchhaltung-796458/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380207/aerial-view-business-data-analysis-graph" TargetMode="External"/><Relationship Id="rId2" Type="http://schemas.openxmlformats.org/officeDocument/2006/relationships/image" Target="../media/image15.1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1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awpixel.com/image/380207/aerial-view-business-data-analysis-graph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170505&amp;picture=" TargetMode="External"/><Relationship Id="rId7" Type="http://schemas.openxmlformats.org/officeDocument/2006/relationships/image" Target="../media/image20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170505&amp;picture=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170505&amp;picture=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170505&amp;picture=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post-it-note/d/data-analysis.html" TargetMode="Externa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sa/3.0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post-it-note/d/data-analysis.html" TargetMode="Externa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sa/3.0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6290" y="2057924"/>
            <a:ext cx="8245332" cy="4638007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Econ251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Tutorial #1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Demo and hands on session on international data site 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A0C788-2B55-95A5-1138-EE366C1745D5}"/>
              </a:ext>
            </a:extLst>
          </p:cNvPr>
          <p:cNvSpPr txBox="1"/>
          <p:nvPr/>
        </p:nvSpPr>
        <p:spPr>
          <a:xfrm>
            <a:off x="1079285" y="289251"/>
            <a:ext cx="8776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Agenda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Access World Bank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 of MS excel for data analysis and presentation  : Charts, computing average, correlation value, interpret trends and outliers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Preparation for Assignment 1 </a:t>
            </a:r>
          </a:p>
        </p:txBody>
      </p:sp>
      <p:pic>
        <p:nvPicPr>
          <p:cNvPr id="10" name="Perfection">
            <a:hlinkClick r:id="" action="ppaction://media"/>
            <a:extLst>
              <a:ext uri="{FF2B5EF4-FFF2-40B4-BE49-F238E27FC236}">
                <a16:creationId xmlns:a16="http://schemas.microsoft.com/office/drawing/2014/main" id="{4A12B680-0373-275D-E77F-DFADDF1DE34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943600" y="32766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804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>
                <p:cTn id="7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Accessing Data : An overview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FBFF16-EBFD-2D98-54F6-14D177E74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792" y="1786965"/>
            <a:ext cx="6983859" cy="35491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900" b="1" i="1" dirty="0">
                <a:hlinkClick r:id="rId3"/>
              </a:rPr>
              <a:t>Main Site </a:t>
            </a:r>
          </a:p>
          <a:p>
            <a:pPr marL="0" indent="0">
              <a:buNone/>
            </a:pPr>
            <a:r>
              <a:rPr lang="en-SG" dirty="0">
                <a:hlinkClick r:id="rId3"/>
              </a:rPr>
              <a:t>https://databank.worldbank.org/source/world-development-indicators#</a:t>
            </a:r>
            <a:endParaRPr lang="en-SG" dirty="0"/>
          </a:p>
          <a:p>
            <a:endParaRPr lang="en-SG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82A0201-4758-B183-6A43-FA57FDFD75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898180"/>
              </p:ext>
            </p:extLst>
          </p:nvPr>
        </p:nvGraphicFramePr>
        <p:xfrm>
          <a:off x="634871" y="3196243"/>
          <a:ext cx="5594189" cy="2723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A8FD15F-FE98-495B-3A66-A6A69BB28809}"/>
              </a:ext>
            </a:extLst>
          </p:cNvPr>
          <p:cNvSpPr txBox="1"/>
          <p:nvPr/>
        </p:nvSpPr>
        <p:spPr>
          <a:xfrm>
            <a:off x="1262522" y="5393931"/>
            <a:ext cx="4084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Plan AHEAD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4DF15F-2709-6B0E-74E3-7B15102C88B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" t="5641" r="49095" b="11453"/>
          <a:stretch>
            <a:fillRect/>
          </a:stretch>
        </p:blipFill>
        <p:spPr>
          <a:xfrm>
            <a:off x="7824054" y="1930281"/>
            <a:ext cx="4029678" cy="437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Accessing Data 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943AEC-23A5-399C-CEF5-4C37991821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9122998"/>
              </p:ext>
            </p:extLst>
          </p:nvPr>
        </p:nvGraphicFramePr>
        <p:xfrm>
          <a:off x="2139468" y="1995653"/>
          <a:ext cx="5594189" cy="2723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90A4302F-363B-BF6E-51E0-F9829A06771C}"/>
              </a:ext>
            </a:extLst>
          </p:cNvPr>
          <p:cNvSpPr/>
          <p:nvPr/>
        </p:nvSpPr>
        <p:spPr>
          <a:xfrm>
            <a:off x="1291764" y="4992721"/>
            <a:ext cx="5871458" cy="1151123"/>
          </a:xfrm>
          <a:prstGeom prst="wedgeRoundRectCallout">
            <a:avLst>
              <a:gd name="adj1" fmla="val -16368"/>
              <a:gd name="adj2" fmla="val -10080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May also select region(s): World, specific regions, income group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74016A-F92A-5B60-FB9E-C0CD405E7F4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" t="5641" r="49095" b="11453"/>
          <a:stretch>
            <a:fillRect/>
          </a:stretch>
        </p:blipFill>
        <p:spPr>
          <a:xfrm>
            <a:off x="7976454" y="2082681"/>
            <a:ext cx="4029678" cy="4375355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379F8BFC-60FB-F403-DCAE-4D5910FAD15C}"/>
              </a:ext>
            </a:extLst>
          </p:cNvPr>
          <p:cNvSpPr/>
          <p:nvPr/>
        </p:nvSpPr>
        <p:spPr>
          <a:xfrm>
            <a:off x="8731624" y="183336"/>
            <a:ext cx="2040338" cy="1151123"/>
          </a:xfrm>
          <a:prstGeom prst="wedgeRoundRectCallout">
            <a:avLst>
              <a:gd name="adj1" fmla="val -57828"/>
              <a:gd name="adj2" fmla="val 31753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Select the country(s)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45735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Accessing Data 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943AEC-23A5-399C-CEF5-4C37991821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3672166"/>
              </p:ext>
            </p:extLst>
          </p:nvPr>
        </p:nvGraphicFramePr>
        <p:xfrm>
          <a:off x="767264" y="2137466"/>
          <a:ext cx="4378477" cy="1769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379F8BFC-60FB-F403-DCAE-4D5910FAD15C}"/>
              </a:ext>
            </a:extLst>
          </p:cNvPr>
          <p:cNvSpPr/>
          <p:nvPr/>
        </p:nvSpPr>
        <p:spPr>
          <a:xfrm>
            <a:off x="6790756" y="301425"/>
            <a:ext cx="4610956" cy="1374027"/>
          </a:xfrm>
          <a:prstGeom prst="wedgeRoundRectCallout">
            <a:avLst>
              <a:gd name="adj1" fmla="val -16055"/>
              <a:gd name="adj2" fmla="val 26368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will spend most of your time, searching and making the selection  . I recommend to select more items </a:t>
            </a:r>
            <a:endParaRPr lang="en-SG" dirty="0"/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90A4302F-363B-BF6E-51E0-F9829A06771C}"/>
              </a:ext>
            </a:extLst>
          </p:cNvPr>
          <p:cNvSpPr/>
          <p:nvPr/>
        </p:nvSpPr>
        <p:spPr>
          <a:xfrm>
            <a:off x="334681" y="4529286"/>
            <a:ext cx="7107967" cy="1618558"/>
          </a:xfrm>
          <a:prstGeom prst="wedgeRoundRectCallout">
            <a:avLst>
              <a:gd name="adj1" fmla="val -15582"/>
              <a:gd name="adj2" fmla="val -128314"/>
              <a:gd name="adj3" fmla="val 16667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Some of the terminology used can be different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Stay consistent : choice of currency : </a:t>
            </a:r>
            <a:r>
              <a:rPr lang="en-SG" b="1" i="1" dirty="0"/>
              <a:t>USD especially if you are comparing between countries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Check clearly the units : in $? In % 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Not all values are available ; in some cases, you need to do your own computation 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138DBC47-C66F-96B6-4246-AFDF6541FDA2}"/>
              </a:ext>
            </a:extLst>
          </p:cNvPr>
          <p:cNvSpPr/>
          <p:nvPr/>
        </p:nvSpPr>
        <p:spPr>
          <a:xfrm>
            <a:off x="8313747" y="2255146"/>
            <a:ext cx="3203205" cy="2019534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e.g. Listed data provides unemployment rate but we need to consider only the employed workers 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BA0C2B-E048-7FE6-D117-33CBBDD515D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" t="5641" r="49095" b="11453"/>
          <a:stretch>
            <a:fillRect/>
          </a:stretch>
        </p:blipFill>
        <p:spPr>
          <a:xfrm>
            <a:off x="7976454" y="2082681"/>
            <a:ext cx="4029678" cy="437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545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Accessing Data 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943AEC-23A5-399C-CEF5-4C3799182164}"/>
              </a:ext>
            </a:extLst>
          </p:cNvPr>
          <p:cNvGraphicFramePr/>
          <p:nvPr/>
        </p:nvGraphicFramePr>
        <p:xfrm>
          <a:off x="1837052" y="2067371"/>
          <a:ext cx="5594189" cy="2723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C12574A-86A0-9567-BE81-226E7474F0F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" t="5641" r="49095" b="11453"/>
          <a:stretch>
            <a:fillRect/>
          </a:stretch>
        </p:blipFill>
        <p:spPr>
          <a:xfrm>
            <a:off x="7976454" y="2082681"/>
            <a:ext cx="4029678" cy="4375355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379F8BFC-60FB-F403-DCAE-4D5910FAD15C}"/>
              </a:ext>
            </a:extLst>
          </p:cNvPr>
          <p:cNvSpPr/>
          <p:nvPr/>
        </p:nvSpPr>
        <p:spPr>
          <a:xfrm>
            <a:off x="8420966" y="-5992"/>
            <a:ext cx="3295554" cy="1374027"/>
          </a:xfrm>
          <a:prstGeom prst="wedgeRoundRectCallout">
            <a:avLst>
              <a:gd name="adj1" fmla="val -45030"/>
              <a:gd name="adj2" fmla="val 31466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Minimum 7 years ; Select </a:t>
            </a:r>
            <a:r>
              <a:rPr lang="en-GB" b="1" dirty="0">
                <a:solidFill>
                  <a:schemeClr val="tx1"/>
                </a:solidFill>
              </a:rPr>
              <a:t>consecutive years </a:t>
            </a:r>
            <a:endParaRPr lang="en-S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263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Accessing Data 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943AEC-23A5-399C-CEF5-4C37991821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4047507"/>
              </p:ext>
            </p:extLst>
          </p:nvPr>
        </p:nvGraphicFramePr>
        <p:xfrm>
          <a:off x="692650" y="2172555"/>
          <a:ext cx="3562598" cy="1652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Arrow: Striped Right 2">
            <a:extLst>
              <a:ext uri="{FF2B5EF4-FFF2-40B4-BE49-F238E27FC236}">
                <a16:creationId xmlns:a16="http://schemas.microsoft.com/office/drawing/2014/main" id="{02D6017F-DDEA-563D-0FB9-B51DA9310C58}"/>
              </a:ext>
            </a:extLst>
          </p:cNvPr>
          <p:cNvSpPr/>
          <p:nvPr/>
        </p:nvSpPr>
        <p:spPr>
          <a:xfrm>
            <a:off x="4340297" y="2763861"/>
            <a:ext cx="572362" cy="723666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3CD560-1887-DC89-DBA0-D24A5050C722}"/>
              </a:ext>
            </a:extLst>
          </p:cNvPr>
          <p:cNvSpPr txBox="1"/>
          <p:nvPr/>
        </p:nvSpPr>
        <p:spPr>
          <a:xfrm>
            <a:off x="7113320" y="503929"/>
            <a:ext cx="44822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1. Click apply changes </a:t>
            </a:r>
          </a:p>
          <a:p>
            <a:r>
              <a:rPr lang="en-GB" dirty="0"/>
              <a:t>2. </a:t>
            </a:r>
            <a:r>
              <a:rPr lang="en-GB" dirty="0">
                <a:highlight>
                  <a:srgbClr val="FFFF00"/>
                </a:highlight>
              </a:rPr>
              <a:t>Check the preview </a:t>
            </a:r>
            <a:r>
              <a:rPr lang="en-GB" dirty="0"/>
              <a:t>:</a:t>
            </a:r>
          </a:p>
          <a:p>
            <a:r>
              <a:rPr lang="en-GB" dirty="0"/>
              <a:t>Large amount of missing data ?</a:t>
            </a:r>
          </a:p>
          <a:p>
            <a:r>
              <a:rPr lang="en-GB" dirty="0"/>
              <a:t>Do not be surprised many countries may not have the most recent years data </a:t>
            </a:r>
          </a:p>
          <a:p>
            <a:r>
              <a:rPr lang="en-GB" dirty="0"/>
              <a:t>3. Modify your selection if necessary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3C6D2E-DCF3-51E6-1C6A-D5F9729DCFE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" t="5641" r="427" b="11453"/>
          <a:stretch/>
        </p:blipFill>
        <p:spPr>
          <a:xfrm>
            <a:off x="5138906" y="2198583"/>
            <a:ext cx="6957470" cy="3692884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B85DA0F-2934-EA6D-5AB0-A44715614448}"/>
              </a:ext>
            </a:extLst>
          </p:cNvPr>
          <p:cNvSpPr/>
          <p:nvPr/>
        </p:nvSpPr>
        <p:spPr>
          <a:xfrm>
            <a:off x="9879105" y="5195875"/>
            <a:ext cx="705224" cy="3705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82E7D19-AB1E-3AC1-E2A1-5D145C182C20}"/>
              </a:ext>
            </a:extLst>
          </p:cNvPr>
          <p:cNvSpPr/>
          <p:nvPr/>
        </p:nvSpPr>
        <p:spPr>
          <a:xfrm>
            <a:off x="8474635" y="3179482"/>
            <a:ext cx="496047" cy="3080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96500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EAE94-EA31-020A-8320-76C46AE0E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828B1-F9C4-44FE-0445-8294980C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Accessing Data 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11EF60B-5A50-7A92-C5E4-A45D0F4C7B54}"/>
              </a:ext>
            </a:extLst>
          </p:cNvPr>
          <p:cNvGraphicFramePr/>
          <p:nvPr/>
        </p:nvGraphicFramePr>
        <p:xfrm>
          <a:off x="692650" y="2172555"/>
          <a:ext cx="3562598" cy="1652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Arrow: Striped Right 2">
            <a:extLst>
              <a:ext uri="{FF2B5EF4-FFF2-40B4-BE49-F238E27FC236}">
                <a16:creationId xmlns:a16="http://schemas.microsoft.com/office/drawing/2014/main" id="{62E36AF8-8020-8AB2-5309-8021CE332D51}"/>
              </a:ext>
            </a:extLst>
          </p:cNvPr>
          <p:cNvSpPr/>
          <p:nvPr/>
        </p:nvSpPr>
        <p:spPr>
          <a:xfrm>
            <a:off x="4340297" y="2763861"/>
            <a:ext cx="572362" cy="723666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3A973-6A77-4AE1-017C-9812EC03BDD5}"/>
              </a:ext>
            </a:extLst>
          </p:cNvPr>
          <p:cNvSpPr txBox="1"/>
          <p:nvPr/>
        </p:nvSpPr>
        <p:spPr>
          <a:xfrm>
            <a:off x="430414" y="4136288"/>
            <a:ext cx="44822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Check formatting before you download so you spend less time formatting it on excel </a:t>
            </a:r>
          </a:p>
          <a:p>
            <a:endParaRPr lang="en-GB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E5A24E6-57D8-7FDF-7F57-A53BA8B8EADF}"/>
              </a:ext>
            </a:extLst>
          </p:cNvPr>
          <p:cNvSpPr/>
          <p:nvPr/>
        </p:nvSpPr>
        <p:spPr>
          <a:xfrm rot="16200000">
            <a:off x="5364180" y="3262340"/>
            <a:ext cx="496047" cy="1125200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8C49143-D9AA-AD38-4E40-2719349716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1750" y="825386"/>
            <a:ext cx="5345978" cy="616404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125B4DF-07DD-D1F1-5CCA-19590A19BBBA}"/>
              </a:ext>
            </a:extLst>
          </p:cNvPr>
          <p:cNvSpPr/>
          <p:nvPr/>
        </p:nvSpPr>
        <p:spPr>
          <a:xfrm rot="5400000">
            <a:off x="7255126" y="1703875"/>
            <a:ext cx="705224" cy="370541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1C9B6469-EAD5-DDDC-F01A-92D96FBC3FA3}"/>
              </a:ext>
            </a:extLst>
          </p:cNvPr>
          <p:cNvSpPr/>
          <p:nvPr/>
        </p:nvSpPr>
        <p:spPr>
          <a:xfrm rot="16200000">
            <a:off x="5364180" y="3821712"/>
            <a:ext cx="496047" cy="1125200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03852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528E85-6580-9877-2BB1-CD2EC8B3C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1E71E-9EC8-30DA-D92B-046EFA38A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Accessing Data 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673C054-690E-9321-D3B6-20F941F8C7E8}"/>
              </a:ext>
            </a:extLst>
          </p:cNvPr>
          <p:cNvGraphicFramePr/>
          <p:nvPr/>
        </p:nvGraphicFramePr>
        <p:xfrm>
          <a:off x="692650" y="2172555"/>
          <a:ext cx="3562598" cy="1652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Arrow: Striped Right 2">
            <a:extLst>
              <a:ext uri="{FF2B5EF4-FFF2-40B4-BE49-F238E27FC236}">
                <a16:creationId xmlns:a16="http://schemas.microsoft.com/office/drawing/2014/main" id="{215C7AB6-B1EC-FE0A-24C5-980736B40CF6}"/>
              </a:ext>
            </a:extLst>
          </p:cNvPr>
          <p:cNvSpPr/>
          <p:nvPr/>
        </p:nvSpPr>
        <p:spPr>
          <a:xfrm>
            <a:off x="3626551" y="4052613"/>
            <a:ext cx="572362" cy="723666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77D0B0-5CF3-B2ED-944F-38A0C423E082}"/>
              </a:ext>
            </a:extLst>
          </p:cNvPr>
          <p:cNvSpPr txBox="1"/>
          <p:nvPr/>
        </p:nvSpPr>
        <p:spPr>
          <a:xfrm>
            <a:off x="628851" y="4189679"/>
            <a:ext cx="36263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1. Click on download</a:t>
            </a:r>
          </a:p>
          <a:p>
            <a:r>
              <a:rPr lang="en-GB" dirty="0"/>
              <a:t>2. </a:t>
            </a:r>
            <a:r>
              <a:rPr lang="en-GB" dirty="0">
                <a:highlight>
                  <a:srgbClr val="FFFF00"/>
                </a:highlight>
              </a:rPr>
              <a:t>Save the file as Excel , label the excel sheet as RAW DATA</a:t>
            </a:r>
          </a:p>
          <a:p>
            <a:r>
              <a:rPr lang="en-GB" dirty="0"/>
              <a:t>3. Advisable to copy the required data into separate sheets </a:t>
            </a:r>
          </a:p>
          <a:p>
            <a:r>
              <a:rPr lang="en-GB" dirty="0"/>
              <a:t>4. See sample excel sheet in next slide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A31AA8-3CB4-913B-B1D8-DD35FE561C4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0444" b="17736"/>
          <a:stretch>
            <a:fillRect/>
          </a:stretch>
        </p:blipFill>
        <p:spPr>
          <a:xfrm>
            <a:off x="4714940" y="2024498"/>
            <a:ext cx="7086344" cy="3823448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A67582CF-99F3-FF05-28E2-01C84E6B5823}"/>
              </a:ext>
            </a:extLst>
          </p:cNvPr>
          <p:cNvSpPr/>
          <p:nvPr/>
        </p:nvSpPr>
        <p:spPr>
          <a:xfrm>
            <a:off x="10783077" y="2120243"/>
            <a:ext cx="496047" cy="3080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8F430BB-C45A-A503-CB2A-32E77A8DC483}"/>
              </a:ext>
            </a:extLst>
          </p:cNvPr>
          <p:cNvSpPr/>
          <p:nvPr/>
        </p:nvSpPr>
        <p:spPr>
          <a:xfrm>
            <a:off x="9431467" y="2592978"/>
            <a:ext cx="705224" cy="3705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78712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E26B0-63B0-E113-62BA-AB342F1B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GB" dirty="0"/>
              <a:t>Sample excel download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90433-05EB-7552-1E09-74778D417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231DF9-FC3B-135E-612B-7CCDD8D00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84" y="1737360"/>
            <a:ext cx="8282661" cy="4091771"/>
          </a:xfrm>
          <a:prstGeom prst="rect">
            <a:avLst/>
          </a:prstGeom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492EA91A-7868-A2B4-9A20-D06623B29B97}"/>
              </a:ext>
            </a:extLst>
          </p:cNvPr>
          <p:cNvSpPr/>
          <p:nvPr/>
        </p:nvSpPr>
        <p:spPr>
          <a:xfrm>
            <a:off x="1302871" y="5791896"/>
            <a:ext cx="579717" cy="44803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2434262-4072-C63C-CCE5-ACD96BB5C3DF}"/>
              </a:ext>
            </a:extLst>
          </p:cNvPr>
          <p:cNvSpPr/>
          <p:nvPr/>
        </p:nvSpPr>
        <p:spPr>
          <a:xfrm>
            <a:off x="1380565" y="1737360"/>
            <a:ext cx="502023" cy="44803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  <a:endParaRPr lang="en-SG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A7A62977-0E37-A263-53FE-58E4C4D7FA9E}"/>
              </a:ext>
            </a:extLst>
          </p:cNvPr>
          <p:cNvSpPr/>
          <p:nvPr/>
        </p:nvSpPr>
        <p:spPr>
          <a:xfrm>
            <a:off x="2219661" y="1731782"/>
            <a:ext cx="502023" cy="44803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  <a:endParaRPr lang="en-SG" dirty="0"/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293DF9C3-51C8-A976-BA16-A74E0BC00DF1}"/>
              </a:ext>
            </a:extLst>
          </p:cNvPr>
          <p:cNvSpPr/>
          <p:nvPr/>
        </p:nvSpPr>
        <p:spPr>
          <a:xfrm>
            <a:off x="3406588" y="1061678"/>
            <a:ext cx="3627718" cy="609681"/>
          </a:xfrm>
          <a:prstGeom prst="wedgeRectCallout">
            <a:avLst>
              <a:gd name="adj1" fmla="val -58065"/>
              <a:gd name="adj2" fmla="val 850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Suggest to remove column B and D</a:t>
            </a:r>
            <a:endParaRPr lang="en-SG" dirty="0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FB683D7E-8697-A0E4-E5FE-7D8247C53D03}"/>
              </a:ext>
            </a:extLst>
          </p:cNvPr>
          <p:cNvSpPr/>
          <p:nvPr/>
        </p:nvSpPr>
        <p:spPr>
          <a:xfrm>
            <a:off x="2721684" y="5895132"/>
            <a:ext cx="4623398" cy="756680"/>
          </a:xfrm>
          <a:prstGeom prst="wedgeRectCallout">
            <a:avLst>
              <a:gd name="adj1" fmla="val -44172"/>
              <a:gd name="adj2" fmla="val -69860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Create individual sheets of each country and copy the headers with data  to the corresponding sheet </a:t>
            </a:r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76C90738-8EB3-4BE3-3A00-D92E1DD6CE05}"/>
              </a:ext>
            </a:extLst>
          </p:cNvPr>
          <p:cNvSpPr/>
          <p:nvPr/>
        </p:nvSpPr>
        <p:spPr>
          <a:xfrm>
            <a:off x="10022541" y="2755154"/>
            <a:ext cx="1506071" cy="2032000"/>
          </a:xfrm>
          <a:prstGeom prst="borderCallout1">
            <a:avLst>
              <a:gd name="adj1" fmla="val 18750"/>
              <a:gd name="adj2" fmla="val -8333"/>
              <a:gd name="adj3" fmla="val 127672"/>
              <a:gd name="adj4" fmla="val -994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Missing data : LEAVE IT AS IT IS </a:t>
            </a:r>
          </a:p>
          <a:p>
            <a:pPr algn="ctr"/>
            <a:r>
              <a:rPr lang="en-GB" dirty="0"/>
              <a:t>See next section on managing missing data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21400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5678B-7648-869E-ADA8-42F3D13F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5B36-64B7-49D6-4A12-029E65C0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GB" dirty="0"/>
              <a:t>Sample excel download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891CA-BD59-67E1-5A0C-E1D4B751C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722EF6-4F49-F01D-93FC-9B5CED55D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84" y="1737360"/>
            <a:ext cx="8282661" cy="4091771"/>
          </a:xfrm>
          <a:prstGeom prst="rect">
            <a:avLst/>
          </a:prstGeom>
        </p:spPr>
      </p:pic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CAD98EBE-E843-6E0D-4A72-F1D0F56C9BF4}"/>
              </a:ext>
            </a:extLst>
          </p:cNvPr>
          <p:cNvSpPr/>
          <p:nvPr/>
        </p:nvSpPr>
        <p:spPr>
          <a:xfrm>
            <a:off x="3406588" y="1061678"/>
            <a:ext cx="3627718" cy="609681"/>
          </a:xfrm>
          <a:prstGeom prst="wedgeRectCallout">
            <a:avLst>
              <a:gd name="adj1" fmla="val -50487"/>
              <a:gd name="adj2" fmla="val 1507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Convert to currency ($) for column with values presented as E+_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40554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38BA3-8783-EA71-DE59-46778B398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GB" dirty="0"/>
              <a:t>Managing and preparing data 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2A2054-84D3-A373-7181-DCFBE7E3C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25835" y="1908146"/>
            <a:ext cx="8299828" cy="4378159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A58E23-6E93-60B2-5FCB-D50D96893DD4}"/>
              </a:ext>
            </a:extLst>
          </p:cNvPr>
          <p:cNvSpPr txBox="1"/>
          <p:nvPr/>
        </p:nvSpPr>
        <p:spPr>
          <a:xfrm>
            <a:off x="9118804" y="6571397"/>
            <a:ext cx="236154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SG" sz="700" dirty="0">
                <a:solidFill>
                  <a:srgbClr val="FFFFFF"/>
                </a:solidFill>
                <a:hlinkClick r:id="rId3" tooltip="https://devopedia.org/data-prepa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SG" sz="700" dirty="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SG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623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71C6-B611-ECD1-682C-68B0EECE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Managing Data </a:t>
            </a:r>
            <a:endParaRPr lang="en-SG" dirty="0"/>
          </a:p>
        </p:txBody>
      </p:sp>
      <p:pic>
        <p:nvPicPr>
          <p:cNvPr id="4" name="Picture 3" descr="A green tick and red x in circles&#10;&#10;Description automatically generated">
            <a:extLst>
              <a:ext uri="{FF2B5EF4-FFF2-40B4-BE49-F238E27FC236}">
                <a16:creationId xmlns:a16="http://schemas.microsoft.com/office/drawing/2014/main" id="{3BE38267-A942-6755-5860-C1545A21E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94378" y="175460"/>
            <a:ext cx="3097179" cy="17738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25AA87-D683-61C5-B01C-25B1BDA2822F}"/>
              </a:ext>
            </a:extLst>
          </p:cNvPr>
          <p:cNvSpPr txBox="1"/>
          <p:nvPr/>
        </p:nvSpPr>
        <p:spPr>
          <a:xfrm>
            <a:off x="573117" y="2031529"/>
            <a:ext cx="110690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800" dirty="0"/>
              <a:t>Copy the data set of each country into a single worksheet so you do not mess up the raw data sheet </a:t>
            </a:r>
          </a:p>
          <a:p>
            <a:pPr marL="342900" indent="-342900">
              <a:buAutoNum type="arabicPeriod"/>
            </a:pPr>
            <a:r>
              <a:rPr lang="en-GB" sz="2800" dirty="0"/>
              <a:t>Do not round off the numbers </a:t>
            </a:r>
          </a:p>
          <a:p>
            <a:pPr marL="342900" indent="-342900">
              <a:buAutoNum type="arabicPeriod"/>
            </a:pPr>
            <a:r>
              <a:rPr lang="en-GB" sz="2800" dirty="0"/>
              <a:t>Use of ‘-’ and leaving it blank can have an impact when you use formulas in excel </a:t>
            </a:r>
          </a:p>
          <a:p>
            <a:pPr marL="342900" indent="-342900">
              <a:buAutoNum type="arabicPeriod"/>
            </a:pPr>
            <a:r>
              <a:rPr lang="en-GB" sz="2800" dirty="0"/>
              <a:t>**** DO NOT INSERT ZERO in missing cells as it will affect your computations</a:t>
            </a:r>
          </a:p>
          <a:p>
            <a:endParaRPr lang="en-GB" sz="2800" dirty="0"/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12215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202D9-BB66-93EB-058C-E8112FE55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9C756-D225-D86F-E512-1FFC066F6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Managing Data </a:t>
            </a:r>
            <a:endParaRPr lang="en-SG" dirty="0"/>
          </a:p>
        </p:txBody>
      </p:sp>
      <p:pic>
        <p:nvPicPr>
          <p:cNvPr id="4" name="Picture 3" descr="A green tick and red x in circles&#10;&#10;Description automatically generated">
            <a:extLst>
              <a:ext uri="{FF2B5EF4-FFF2-40B4-BE49-F238E27FC236}">
                <a16:creationId xmlns:a16="http://schemas.microsoft.com/office/drawing/2014/main" id="{C9BBD708-9BEF-D3A0-7712-ADF9D112E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94378" y="175460"/>
            <a:ext cx="3097179" cy="17738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9E3CC0-7A96-C9A6-C409-C33A8B22C3F0}"/>
              </a:ext>
            </a:extLst>
          </p:cNvPr>
          <p:cNvSpPr txBox="1"/>
          <p:nvPr/>
        </p:nvSpPr>
        <p:spPr>
          <a:xfrm>
            <a:off x="573117" y="2031529"/>
            <a:ext cx="111789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Managing missing data</a:t>
            </a:r>
          </a:p>
          <a:p>
            <a:endParaRPr lang="en-GB" dirty="0"/>
          </a:p>
          <a:p>
            <a:r>
              <a:rPr lang="en-GB" dirty="0"/>
              <a:t>Suggestions : </a:t>
            </a:r>
            <a:r>
              <a:rPr lang="en-GB" b="1" dirty="0">
                <a:solidFill>
                  <a:srgbClr val="FF0000"/>
                </a:solidFill>
              </a:rPr>
              <a:t>Linear Interpolation </a:t>
            </a:r>
          </a:p>
          <a:p>
            <a:r>
              <a:rPr lang="en-GB" b="1" dirty="0">
                <a:solidFill>
                  <a:srgbClr val="FF0000"/>
                </a:solidFill>
              </a:rPr>
              <a:t>Case A: </a:t>
            </a:r>
          </a:p>
          <a:p>
            <a:r>
              <a:rPr lang="en-GB" dirty="0"/>
              <a:t>If a missing data in btw 2 years : take the average </a:t>
            </a:r>
          </a:p>
          <a:p>
            <a:r>
              <a:rPr lang="en-GB" dirty="0"/>
              <a:t>e.g. Unemployment rate</a:t>
            </a:r>
          </a:p>
          <a:p>
            <a:r>
              <a:rPr lang="en-GB" dirty="0"/>
              <a:t>Year 2012 : 3.4%</a:t>
            </a:r>
          </a:p>
          <a:p>
            <a:r>
              <a:rPr lang="en-GB" dirty="0"/>
              <a:t>Year 2013 :  NA  [ = (3.4+2.8)/2 = 3.1</a:t>
            </a:r>
          </a:p>
          <a:p>
            <a:r>
              <a:rPr lang="en-GB" dirty="0"/>
              <a:t>Year 2014 : 2.8%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410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8B520-232D-4E52-488E-2CEA722FC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BAB44-9531-4F11-C5F4-C959E79F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Managing Data </a:t>
            </a:r>
            <a:endParaRPr lang="en-SG" dirty="0"/>
          </a:p>
        </p:txBody>
      </p:sp>
      <p:pic>
        <p:nvPicPr>
          <p:cNvPr id="4" name="Picture 3" descr="A green tick and red x in circles&#10;&#10;Description automatically generated">
            <a:extLst>
              <a:ext uri="{FF2B5EF4-FFF2-40B4-BE49-F238E27FC236}">
                <a16:creationId xmlns:a16="http://schemas.microsoft.com/office/drawing/2014/main" id="{C80EE366-05F6-BB49-2822-D0258C956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94378" y="175460"/>
            <a:ext cx="3097179" cy="17738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956B72-ADBC-3284-D0C8-3C8EFC28A1E1}"/>
              </a:ext>
            </a:extLst>
          </p:cNvPr>
          <p:cNvSpPr txBox="1"/>
          <p:nvPr/>
        </p:nvSpPr>
        <p:spPr>
          <a:xfrm>
            <a:off x="1097280" y="1848503"/>
            <a:ext cx="10204226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</a:rPr>
              <a:t>Case 2: </a:t>
            </a:r>
          </a:p>
          <a:p>
            <a:r>
              <a:rPr lang="en-GB" sz="1400" dirty="0"/>
              <a:t>Missing data for 4 consecutive years </a:t>
            </a:r>
          </a:p>
          <a:p>
            <a:r>
              <a:rPr lang="en-SG" sz="1400" dirty="0"/>
              <a:t>Year 2001 : 3.4%</a:t>
            </a:r>
          </a:p>
          <a:p>
            <a:r>
              <a:rPr lang="en-SG" sz="1400" dirty="0">
                <a:highlight>
                  <a:srgbClr val="FFFF00"/>
                </a:highlight>
              </a:rPr>
              <a:t>Year 2002 – 2005 : NA</a:t>
            </a:r>
          </a:p>
          <a:p>
            <a:r>
              <a:rPr lang="en-SG" sz="1400" dirty="0"/>
              <a:t>Year 2006 : 2.8%</a:t>
            </a:r>
          </a:p>
          <a:p>
            <a:endParaRPr lang="en-SG" b="1" dirty="0"/>
          </a:p>
          <a:p>
            <a:r>
              <a:rPr lang="en-SG" b="1" dirty="0"/>
              <a:t>Method : </a:t>
            </a:r>
          </a:p>
          <a:p>
            <a:r>
              <a:rPr lang="en-SG" b="1" dirty="0"/>
              <a:t>Take the difference of 3.4 with 2.8% and </a:t>
            </a:r>
            <a:r>
              <a:rPr lang="en-SG" b="1" dirty="0">
                <a:highlight>
                  <a:srgbClr val="00FF00"/>
                </a:highlight>
              </a:rPr>
              <a:t>divide number of INTERVALS </a:t>
            </a:r>
            <a:r>
              <a:rPr lang="en-SG" b="1" dirty="0"/>
              <a:t>= 5 ,to get a gap of -0.12 [=-0.6/5 ] and apply the to each ascending year as seen below </a:t>
            </a:r>
          </a:p>
          <a:p>
            <a:endParaRPr lang="en-SG" sz="1400" dirty="0"/>
          </a:p>
          <a:p>
            <a:r>
              <a:rPr lang="en-SG" sz="1400" dirty="0"/>
              <a:t>Adjusted </a:t>
            </a:r>
          </a:p>
          <a:p>
            <a:r>
              <a:rPr lang="en-SG" sz="1400" dirty="0"/>
              <a:t>Year 2001: 3.4 %</a:t>
            </a:r>
          </a:p>
          <a:p>
            <a:r>
              <a:rPr lang="en-SG" sz="1400" b="1" i="1" dirty="0"/>
              <a:t>Year 2002 : 3.4 – 0.12 = 3.38%</a:t>
            </a:r>
          </a:p>
          <a:p>
            <a:r>
              <a:rPr lang="en-SG" sz="1400" b="1" i="1" dirty="0"/>
              <a:t>Year 2003 : 3.38 – 0.12 = 3.26%</a:t>
            </a:r>
          </a:p>
          <a:p>
            <a:r>
              <a:rPr lang="en-SG" sz="1400" b="1" i="1" dirty="0"/>
              <a:t>Year 2004 : 3.26 – 0.12 = 3.14%</a:t>
            </a:r>
          </a:p>
          <a:p>
            <a:r>
              <a:rPr lang="en-SG" sz="1400" b="1" i="1" dirty="0"/>
              <a:t>Year 2005 : 3.14 – 0.12 = 3.02%</a:t>
            </a:r>
          </a:p>
          <a:p>
            <a:r>
              <a:rPr lang="en-SG" sz="1400" dirty="0"/>
              <a:t>Year 2006 : 2.8%</a:t>
            </a:r>
          </a:p>
          <a:p>
            <a:endParaRPr lang="en-SG" sz="1400" dirty="0"/>
          </a:p>
          <a:p>
            <a:r>
              <a:rPr lang="en-SG" sz="1600" dirty="0"/>
              <a:t>And indicated in your report or your chart the data in year 2002- 2005 are missing and presented data is based on linear interpolation </a:t>
            </a:r>
          </a:p>
          <a:p>
            <a:endParaRPr lang="en-SG" sz="1400" dirty="0"/>
          </a:p>
          <a:p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341876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3EC0-7FEE-D736-34B6-370366058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0E62C-7ECB-A300-E191-73CC8EF27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Managing Data </a:t>
            </a:r>
            <a:endParaRPr lang="en-SG" dirty="0"/>
          </a:p>
        </p:txBody>
      </p:sp>
      <p:pic>
        <p:nvPicPr>
          <p:cNvPr id="4" name="Picture 3" descr="A green tick and red x in circles&#10;&#10;Description automatically generated">
            <a:extLst>
              <a:ext uri="{FF2B5EF4-FFF2-40B4-BE49-F238E27FC236}">
                <a16:creationId xmlns:a16="http://schemas.microsoft.com/office/drawing/2014/main" id="{C2BE87BD-F689-6300-71B7-8B87720F3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94378" y="175460"/>
            <a:ext cx="3097179" cy="17738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10E9EB-771D-145F-A0D7-C42D8C74C640}"/>
              </a:ext>
            </a:extLst>
          </p:cNvPr>
          <p:cNvSpPr txBox="1"/>
          <p:nvPr/>
        </p:nvSpPr>
        <p:spPr>
          <a:xfrm>
            <a:off x="1097280" y="1848503"/>
            <a:ext cx="1020422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Example 3 : </a:t>
            </a:r>
          </a:p>
          <a:p>
            <a:endParaRPr lang="en-SG" sz="2000" dirty="0"/>
          </a:p>
          <a:p>
            <a:r>
              <a:rPr lang="en-SG" sz="2000" dirty="0"/>
              <a:t>Missing data in the final year(s)  of study : Adjust the time period, moving one year or x years  back</a:t>
            </a:r>
          </a:p>
          <a:p>
            <a:r>
              <a:rPr lang="en-SG" sz="2000" dirty="0"/>
              <a:t>e.g. studied period is year 2001 to 2010 but there is missing data in year 2010</a:t>
            </a:r>
          </a:p>
          <a:p>
            <a:r>
              <a:rPr lang="en-SG" sz="2000" dirty="0"/>
              <a:t>Method: Adjust the studied period to year 2000 to 2009 </a:t>
            </a:r>
          </a:p>
          <a:p>
            <a:endParaRPr lang="en-SG" sz="2000" dirty="0"/>
          </a:p>
          <a:p>
            <a:r>
              <a:rPr lang="en-SG" sz="2000" dirty="0"/>
              <a:t>This looks like an easy method but do give careful consideration with this method. </a:t>
            </a:r>
          </a:p>
          <a:p>
            <a:r>
              <a:rPr lang="en-SG" sz="2000" dirty="0"/>
              <a:t>The basis of selecting this method should depend on the key data series that is affected. </a:t>
            </a:r>
          </a:p>
          <a:p>
            <a:r>
              <a:rPr lang="en-SG" sz="2000" dirty="0"/>
              <a:t>And if you find yourself covering data with  &lt; 50% of the stated period then you should change the data source </a:t>
            </a:r>
          </a:p>
          <a:p>
            <a:endParaRPr lang="en-SG" sz="2000" dirty="0"/>
          </a:p>
          <a:p>
            <a:r>
              <a:rPr lang="en-SG" sz="2000" dirty="0"/>
              <a:t> </a:t>
            </a:r>
          </a:p>
          <a:p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4151444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27E75-360B-8D0E-8791-72D2D1BE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7547446" cy="1626344"/>
          </a:xfrm>
        </p:spPr>
        <p:txBody>
          <a:bodyPr/>
          <a:lstStyle/>
          <a:p>
            <a:r>
              <a:rPr lang="en-GB" dirty="0"/>
              <a:t>Interpreting and Analysing data 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418D1C-DF41-D0F7-A9A4-779A527F5AEC}"/>
              </a:ext>
            </a:extLst>
          </p:cNvPr>
          <p:cNvSpPr txBox="1"/>
          <p:nvPr/>
        </p:nvSpPr>
        <p:spPr>
          <a:xfrm>
            <a:off x="1060255" y="2473929"/>
            <a:ext cx="99686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Using </a:t>
            </a:r>
            <a:r>
              <a:rPr lang="en-GB" dirty="0">
                <a:highlight>
                  <a:srgbClr val="FFFF00"/>
                </a:highlight>
              </a:rPr>
              <a:t>excel function </a:t>
            </a:r>
            <a:r>
              <a:rPr lang="en-GB" dirty="0"/>
              <a:t>to compute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Average </a:t>
            </a:r>
            <a:r>
              <a:rPr lang="en-GB" dirty="0"/>
              <a:t>: A quick summary and comparison btw countries.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is performed by excel where you apply the function one time and drag it across the time period of study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D4944C-2844-804E-1A1F-2504631A3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134838" y="137160"/>
            <a:ext cx="2426526" cy="242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778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6D76F2-2788-64BA-BD79-944AB6AA9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0678" b="22853"/>
          <a:stretch>
            <a:fillRect/>
          </a:stretch>
        </p:blipFill>
        <p:spPr>
          <a:xfrm>
            <a:off x="0" y="0"/>
            <a:ext cx="12191985" cy="4578340"/>
          </a:xfrm>
          <a:prstGeom prst="rect">
            <a:avLst/>
          </a:prstGeo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CC4B66F5-40ED-E137-FDD2-61B68564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255" y="5151974"/>
            <a:ext cx="10113645" cy="743682"/>
          </a:xfrm>
        </p:spPr>
        <p:txBody>
          <a:bodyPr/>
          <a:lstStyle/>
          <a:p>
            <a:r>
              <a:rPr lang="en-GB" dirty="0"/>
              <a:t>Data presentation </a:t>
            </a:r>
            <a:br>
              <a:rPr lang="en-SG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97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47DC5B-753C-CB70-06AE-8365490B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of charts 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984615-D8CA-B54D-01A3-00223486F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111" y="1893049"/>
            <a:ext cx="5439124" cy="3348316"/>
          </a:xfrm>
        </p:spPr>
        <p:txBody>
          <a:bodyPr>
            <a:normAutofit fontScale="85000" lnSpcReduction="20000"/>
          </a:bodyPr>
          <a:lstStyle/>
          <a:p>
            <a:pPr marL="358775" indent="-358775">
              <a:buFont typeface="Arial" panose="020B0604020202020204" pitchFamily="34" charset="0"/>
              <a:buChar char="•"/>
            </a:pPr>
            <a:r>
              <a:rPr lang="en-GB" dirty="0"/>
              <a:t>Line charts : To show growth and development with the use of trend lines </a:t>
            </a: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lang="en-GB" dirty="0"/>
              <a:t>Stacked Bar charts : To show the components and their growth </a:t>
            </a: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lang="en-GB" dirty="0"/>
              <a:t>Pie chart : to present the components in a single time period </a:t>
            </a: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lang="en-GB" dirty="0"/>
              <a:t>Scatterplot charts : To present the relationship of 2 variables and their changes over time </a:t>
            </a: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lang="en-GB" dirty="0"/>
              <a:t>Combo charts with use of secondary axis : Plotting 2 more or series where the data points are too varied. E.g. GDP is in billion dollars vs GDP per person in thousands. </a:t>
            </a:r>
            <a:endParaRPr lang="en-S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A4B19F-6850-7F55-3E40-8B990ADF0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918" y="-65741"/>
            <a:ext cx="2468639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A07AD8-3C07-38C9-3A1E-29CD3E505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824857" y="736234"/>
            <a:ext cx="3077882" cy="3074035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45A6AD5C-8554-6DC8-A27C-768190AB51EB}"/>
              </a:ext>
            </a:extLst>
          </p:cNvPr>
          <p:cNvSpPr/>
          <p:nvPr/>
        </p:nvSpPr>
        <p:spPr>
          <a:xfrm>
            <a:off x="6657788" y="1422400"/>
            <a:ext cx="508000" cy="7948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57E16B7-A6FB-FB52-41EA-57DF18B4183A}"/>
              </a:ext>
            </a:extLst>
          </p:cNvPr>
          <p:cNvSpPr/>
          <p:nvPr/>
        </p:nvSpPr>
        <p:spPr>
          <a:xfrm>
            <a:off x="6680141" y="2558197"/>
            <a:ext cx="508000" cy="7948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2A8E866-13D3-141A-E641-01BF8434D393}"/>
              </a:ext>
            </a:extLst>
          </p:cNvPr>
          <p:cNvSpPr/>
          <p:nvPr/>
        </p:nvSpPr>
        <p:spPr>
          <a:xfrm>
            <a:off x="6736918" y="5770416"/>
            <a:ext cx="508000" cy="7948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A6D471-09C1-4650-965B-DD082141AB10}"/>
              </a:ext>
            </a:extLst>
          </p:cNvPr>
          <p:cNvSpPr txBox="1"/>
          <p:nvPr/>
        </p:nvSpPr>
        <p:spPr>
          <a:xfrm>
            <a:off x="735106" y="5438588"/>
            <a:ext cx="50859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 specific demo on the use of each chart, refer to the resources provided by Ms Excel or various YouTube channels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28399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15363-AE01-50D5-3DE3-3C028461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Presenting data 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19E50-2008-0340-812E-C185C5DD1E36}"/>
              </a:ext>
            </a:extLst>
          </p:cNvPr>
          <p:cNvSpPr txBox="1"/>
          <p:nvPr/>
        </p:nvSpPr>
        <p:spPr>
          <a:xfrm>
            <a:off x="830255" y="2002703"/>
            <a:ext cx="320386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Charts are to tell a simple story and one way to do so is to use </a:t>
            </a:r>
            <a:r>
              <a:rPr lang="en-GB" sz="2400" b="1" dirty="0"/>
              <a:t>TREND LINE</a:t>
            </a:r>
          </a:p>
          <a:p>
            <a:pPr marL="342900" indent="-342900">
              <a:buAutoNum type="arabicPeriod"/>
            </a:pPr>
            <a:r>
              <a:rPr lang="en-GB" dirty="0"/>
              <a:t>See steps 1 and 5ingiven  example </a:t>
            </a:r>
          </a:p>
          <a:p>
            <a:r>
              <a:rPr lang="en-GB" dirty="0"/>
              <a:t>3. You will see a straight line plotted, then an equation and value of R2</a:t>
            </a:r>
          </a:p>
        </p:txBody>
      </p:sp>
      <p:pic>
        <p:nvPicPr>
          <p:cNvPr id="4" name="Picture 3" descr="A green tick and red x in circles&#10;&#10;Description automatically generated">
            <a:extLst>
              <a:ext uri="{FF2B5EF4-FFF2-40B4-BE49-F238E27FC236}">
                <a16:creationId xmlns:a16="http://schemas.microsoft.com/office/drawing/2014/main" id="{9FB371D1-4EAA-A23A-99EC-BA2508E6E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0782" y="5009525"/>
            <a:ext cx="2162024" cy="1238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E33EC8-704F-F590-B77D-0AD1F3496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0136" y="1534567"/>
            <a:ext cx="2213829" cy="4521200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A24F2002-3C60-B216-E0BE-A5D28A79428E}"/>
              </a:ext>
            </a:extLst>
          </p:cNvPr>
          <p:cNvSpPr/>
          <p:nvPr/>
        </p:nvSpPr>
        <p:spPr>
          <a:xfrm>
            <a:off x="8400993" y="1411935"/>
            <a:ext cx="567765" cy="6508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A6C027B-DE83-D673-EBD5-2830AADFD3E2}"/>
              </a:ext>
            </a:extLst>
          </p:cNvPr>
          <p:cNvSpPr/>
          <p:nvPr/>
        </p:nvSpPr>
        <p:spPr>
          <a:xfrm>
            <a:off x="7590012" y="4440461"/>
            <a:ext cx="657412" cy="4243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9D1BB3-72ED-E433-DA74-3F751E0DE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4975" y="4199032"/>
            <a:ext cx="1766770" cy="1843217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2AAE9DDB-CCA8-1A18-1BFD-CC6566873CA4}"/>
              </a:ext>
            </a:extLst>
          </p:cNvPr>
          <p:cNvSpPr/>
          <p:nvPr/>
        </p:nvSpPr>
        <p:spPr>
          <a:xfrm>
            <a:off x="10191129" y="4684100"/>
            <a:ext cx="567765" cy="6508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EFB67E82-950E-8536-F69C-6C9A7E3C5F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6533678"/>
              </p:ext>
            </p:extLst>
          </p:nvPr>
        </p:nvGraphicFramePr>
        <p:xfrm>
          <a:off x="3862400" y="1848475"/>
          <a:ext cx="3997736" cy="3161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914B2C9A-3460-6520-4AF0-E1F5CB553A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6586" y="436710"/>
            <a:ext cx="1902984" cy="3564965"/>
          </a:xfrm>
          <a:prstGeom prst="rect">
            <a:avLst/>
          </a:prstGeom>
        </p:spPr>
      </p:pic>
      <p:sp>
        <p:nvSpPr>
          <p:cNvPr id="20" name="Arrow: Down 19">
            <a:extLst>
              <a:ext uri="{FF2B5EF4-FFF2-40B4-BE49-F238E27FC236}">
                <a16:creationId xmlns:a16="http://schemas.microsoft.com/office/drawing/2014/main" id="{A07515E3-FDC4-3AE9-E0FC-5239087F3C5D}"/>
              </a:ext>
            </a:extLst>
          </p:cNvPr>
          <p:cNvSpPr/>
          <p:nvPr/>
        </p:nvSpPr>
        <p:spPr>
          <a:xfrm>
            <a:off x="10073965" y="-24127"/>
            <a:ext cx="401047" cy="4241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  <a:endParaRPr lang="en-SG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7CFC46-28C4-A96B-80CB-EBA6D1B00963}"/>
              </a:ext>
            </a:extLst>
          </p:cNvPr>
          <p:cNvCxnSpPr/>
          <p:nvPr/>
        </p:nvCxnSpPr>
        <p:spPr>
          <a:xfrm flipV="1">
            <a:off x="3657600" y="3006165"/>
            <a:ext cx="741082" cy="561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381D72-2677-1F35-9B93-20E01E321DCA}"/>
              </a:ext>
            </a:extLst>
          </p:cNvPr>
          <p:cNvCxnSpPr/>
          <p:nvPr/>
        </p:nvCxnSpPr>
        <p:spPr>
          <a:xfrm flipV="1">
            <a:off x="3862400" y="3848847"/>
            <a:ext cx="1998868" cy="1528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A80F479-3492-313A-8866-4FC5E81ECFB1}"/>
              </a:ext>
            </a:extLst>
          </p:cNvPr>
          <p:cNvSpPr/>
          <p:nvPr/>
        </p:nvSpPr>
        <p:spPr>
          <a:xfrm>
            <a:off x="10073965" y="3358776"/>
            <a:ext cx="1612188" cy="642899"/>
          </a:xfrm>
          <a:prstGeom prst="roundRect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35834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6C019-C31C-207B-ED06-3090E7124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E6DD-2080-E2F2-000A-D9956064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Presenting data </a:t>
            </a:r>
            <a:endParaRPr lang="en-SG" dirty="0"/>
          </a:p>
        </p:txBody>
      </p:sp>
      <p:pic>
        <p:nvPicPr>
          <p:cNvPr id="4" name="Picture 3" descr="A green tick and red x in circles&#10;&#10;Description automatically generated">
            <a:extLst>
              <a:ext uri="{FF2B5EF4-FFF2-40B4-BE49-F238E27FC236}">
                <a16:creationId xmlns:a16="http://schemas.microsoft.com/office/drawing/2014/main" id="{095F315C-0412-BDEF-487C-F38F67178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1033" b="3087"/>
          <a:stretch>
            <a:fillRect/>
          </a:stretch>
        </p:blipFill>
        <p:spPr>
          <a:xfrm>
            <a:off x="5761317" y="230217"/>
            <a:ext cx="1516592" cy="1719081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D858F14-1CCF-09BE-CCA8-FFB324168D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7570438"/>
              </p:ext>
            </p:extLst>
          </p:nvPr>
        </p:nvGraphicFramePr>
        <p:xfrm>
          <a:off x="1607670" y="2379283"/>
          <a:ext cx="8884024" cy="2990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0B70BAA-2F26-7F5C-CA58-C8E20D8C81E2}"/>
              </a:ext>
            </a:extLst>
          </p:cNvPr>
          <p:cNvSpPr/>
          <p:nvPr/>
        </p:nvSpPr>
        <p:spPr>
          <a:xfrm>
            <a:off x="9016104" y="861197"/>
            <a:ext cx="2139576" cy="1141506"/>
          </a:xfrm>
          <a:prstGeom prst="wedgeRoundRectCallout">
            <a:avLst>
              <a:gd name="adj1" fmla="val -61785"/>
              <a:gd name="adj2" fmla="val 11153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Header is not clear at all</a:t>
            </a:r>
          </a:p>
          <a:p>
            <a:pPr algn="ctr"/>
            <a:r>
              <a:rPr lang="en-GB" dirty="0"/>
              <a:t>Should be RGDP (USD) </a:t>
            </a:r>
            <a:endParaRPr lang="en-SG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988FFF52-6CEA-4CCC-8DA3-D63BF042B422}"/>
              </a:ext>
            </a:extLst>
          </p:cNvPr>
          <p:cNvSpPr/>
          <p:nvPr/>
        </p:nvSpPr>
        <p:spPr>
          <a:xfrm>
            <a:off x="2934447" y="5588000"/>
            <a:ext cx="1960283" cy="794871"/>
          </a:xfrm>
          <a:prstGeom prst="wedgeRoundRectCallout">
            <a:avLst>
              <a:gd name="adj1" fmla="val 156911"/>
              <a:gd name="adj2" fmla="val -8938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Incorrect; it should be the years e.g. 2009</a:t>
            </a:r>
            <a:endParaRPr lang="en-SG" dirty="0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F3BA67B-2A7C-2FF2-CD6F-D74554196D93}"/>
              </a:ext>
            </a:extLst>
          </p:cNvPr>
          <p:cNvSpPr/>
          <p:nvPr/>
        </p:nvSpPr>
        <p:spPr>
          <a:xfrm>
            <a:off x="9472706" y="3920565"/>
            <a:ext cx="2037976" cy="603623"/>
          </a:xfrm>
          <a:prstGeom prst="wedgeRoundRectCallout">
            <a:avLst>
              <a:gd name="adj1" fmla="val -96786"/>
              <a:gd name="adj2" fmla="val -8997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Trend line is not clear </a:t>
            </a:r>
            <a:endParaRPr lang="en-SG" dirty="0"/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9ACF5295-A52E-1367-54C4-36E0F99E85EB}"/>
              </a:ext>
            </a:extLst>
          </p:cNvPr>
          <p:cNvSpPr/>
          <p:nvPr/>
        </p:nvSpPr>
        <p:spPr>
          <a:xfrm>
            <a:off x="343667" y="5665278"/>
            <a:ext cx="1891533" cy="657827"/>
          </a:xfrm>
          <a:prstGeom prst="wedgeRoundRectCallout">
            <a:avLst>
              <a:gd name="adj1" fmla="val 24801"/>
              <a:gd name="adj2" fmla="val -18565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Axis need not start from zero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57273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A859D-BBA2-0969-478A-7F5825E4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097E9-4A2D-EE95-7B12-ED6E42443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Presenting data </a:t>
            </a:r>
            <a:endParaRPr lang="en-SG" dirty="0"/>
          </a:p>
        </p:txBody>
      </p:sp>
      <p:pic>
        <p:nvPicPr>
          <p:cNvPr id="4" name="Picture 3" descr="A green tick and red x in circles&#10;&#10;Description automatically generated">
            <a:extLst>
              <a:ext uri="{FF2B5EF4-FFF2-40B4-BE49-F238E27FC236}">
                <a16:creationId xmlns:a16="http://schemas.microsoft.com/office/drawing/2014/main" id="{3C04A696-09AD-A4DB-6A6B-16B10041E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1033" b="3087"/>
          <a:stretch>
            <a:fillRect/>
          </a:stretch>
        </p:blipFill>
        <p:spPr>
          <a:xfrm>
            <a:off x="5761317" y="230217"/>
            <a:ext cx="1516592" cy="17190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D3492D-9A2C-15B5-D6F8-83C747A78624}"/>
              </a:ext>
            </a:extLst>
          </p:cNvPr>
          <p:cNvSpPr txBox="1"/>
          <p:nvPr/>
        </p:nvSpPr>
        <p:spPr>
          <a:xfrm>
            <a:off x="1201271" y="2169459"/>
            <a:ext cx="8594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Keep the chart simple. No need to indicate the points of the chart. We are not interested in the specific data of each time period  </a:t>
            </a:r>
            <a:endParaRPr lang="en-SG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2798376-BC21-6353-6F58-A4F8166A20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1620508"/>
              </p:ext>
            </p:extLst>
          </p:nvPr>
        </p:nvGraphicFramePr>
        <p:xfrm>
          <a:off x="1201271" y="2869925"/>
          <a:ext cx="7576969" cy="3287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13531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2BDF2-A3A4-6DA0-961D-F7DBFB4AA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A0CA-A71F-8A4D-F4D0-DD144C43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Presenting data </a:t>
            </a:r>
            <a:endParaRPr lang="en-SG" dirty="0"/>
          </a:p>
        </p:txBody>
      </p:sp>
      <p:pic>
        <p:nvPicPr>
          <p:cNvPr id="4" name="Picture 3" descr="A green tick and red x in circles&#10;&#10;Description automatically generated">
            <a:extLst>
              <a:ext uri="{FF2B5EF4-FFF2-40B4-BE49-F238E27FC236}">
                <a16:creationId xmlns:a16="http://schemas.microsoft.com/office/drawing/2014/main" id="{D51ED882-ADA4-A500-5717-DD16FDE27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6266" r="53212"/>
          <a:stretch>
            <a:fillRect/>
          </a:stretch>
        </p:blipFill>
        <p:spPr>
          <a:xfrm>
            <a:off x="5794379" y="286603"/>
            <a:ext cx="1449104" cy="16626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CE203F-A49B-624F-C8A0-3FCE15D9D273}"/>
              </a:ext>
            </a:extLst>
          </p:cNvPr>
          <p:cNvSpPr txBox="1"/>
          <p:nvPr/>
        </p:nvSpPr>
        <p:spPr>
          <a:xfrm>
            <a:off x="8970682" y="2456329"/>
            <a:ext cx="20857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this case we are using the secondary axis as the data on the right barely reach 0.1% while the second data series starts from 5% </a:t>
            </a:r>
          </a:p>
          <a:p>
            <a:endParaRPr lang="en-GB" dirty="0"/>
          </a:p>
          <a:p>
            <a:r>
              <a:rPr lang="en-GB" dirty="0"/>
              <a:t>Refer to next slide for key instructions </a:t>
            </a:r>
            <a:endParaRPr lang="en-SG" dirty="0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FF19A074-0E9D-80CD-BF93-26E48BE38AC6}"/>
              </a:ext>
            </a:extLst>
          </p:cNvPr>
          <p:cNvSpPr/>
          <p:nvPr/>
        </p:nvSpPr>
        <p:spPr>
          <a:xfrm>
            <a:off x="8074212" y="1189318"/>
            <a:ext cx="1709270" cy="1039906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Secondary axis </a:t>
            </a:r>
            <a:endParaRPr lang="en-SG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2798376-BC21-6353-6F58-A4F8166A20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6814454"/>
              </p:ext>
            </p:extLst>
          </p:nvPr>
        </p:nvGraphicFramePr>
        <p:xfrm>
          <a:off x="2078622" y="2414301"/>
          <a:ext cx="5488780" cy="3181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65185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0B89-D5A1-8D84-4793-A6EFB0B30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of Secondary axis 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F13CEE-BA92-A548-8139-636FBE5BC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583" y="2165564"/>
            <a:ext cx="5360382" cy="4573165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4C1D50C6-AF86-97C2-498E-87CE91E669D2}"/>
              </a:ext>
            </a:extLst>
          </p:cNvPr>
          <p:cNvSpPr/>
          <p:nvPr/>
        </p:nvSpPr>
        <p:spPr>
          <a:xfrm>
            <a:off x="884518" y="5558118"/>
            <a:ext cx="950258" cy="543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888E8E0D-13DA-142E-B27A-FD2DADC1F49E}"/>
              </a:ext>
            </a:extLst>
          </p:cNvPr>
          <p:cNvSpPr/>
          <p:nvPr/>
        </p:nvSpPr>
        <p:spPr>
          <a:xfrm rot="16200000">
            <a:off x="6932706" y="5281098"/>
            <a:ext cx="998071" cy="85463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66102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187C-48BA-29D5-2D83-6D0C175B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scatterplots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7341A-91D6-6D2D-F82B-FDA4781AA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3527272" cy="3509578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SG" dirty="0"/>
              <a:t>The Left-to-Right Rule : Excel reads columns sequentially. When you </a:t>
            </a:r>
            <a:r>
              <a:rPr lang="en-SG" b="1" i="1" dirty="0"/>
              <a:t>highlight two columns</a:t>
            </a:r>
            <a:r>
              <a:rPr lang="en-SG" dirty="0"/>
              <a:t> to create a scatterplot:</a:t>
            </a:r>
            <a:endParaRPr lang="en-SG" b="1" dirty="0"/>
          </a:p>
          <a:p>
            <a:pPr lvl="0"/>
            <a:r>
              <a:rPr lang="en-SG" dirty="0"/>
              <a:t>The Left Column is automatically plotted on the Horizontal X-Axis (your Independent Variable / Cause).and the Right Column is automatically plotted on the Vertical Y-Axis (your Dependent Variable / Effect).Action: </a:t>
            </a:r>
            <a:endParaRPr lang="en-SG" b="1" dirty="0"/>
          </a:p>
          <a:p>
            <a:pPr lvl="0"/>
            <a:r>
              <a:rPr lang="en-SG" dirty="0"/>
              <a:t>Perfect Row Alignment (Time-Series Matching)A scatterplot requires ordered pairs $(x, y)$ that exist at the </a:t>
            </a:r>
            <a:r>
              <a:rPr lang="en-SG" b="1" i="1" dirty="0"/>
              <a:t>exact same point in time</a:t>
            </a:r>
            <a:r>
              <a:rPr lang="en-SG" dirty="0"/>
              <a:t>.</a:t>
            </a:r>
          </a:p>
          <a:p>
            <a:pPr lvl="0"/>
            <a:endParaRPr lang="en-SG" dirty="0"/>
          </a:p>
          <a:p>
            <a:pPr lvl="0"/>
            <a:r>
              <a:rPr lang="en-SG" dirty="0"/>
              <a:t>See sample answer in next slide </a:t>
            </a:r>
          </a:p>
          <a:p>
            <a:pPr lvl="0"/>
            <a:endParaRPr lang="en-SG" b="1" dirty="0"/>
          </a:p>
          <a:p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E7866B-BCE2-CF79-3AA5-845147633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647818"/>
              </p:ext>
            </p:extLst>
          </p:nvPr>
        </p:nvGraphicFramePr>
        <p:xfrm>
          <a:off x="5785398" y="2323746"/>
          <a:ext cx="3757996" cy="286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8998">
                  <a:extLst>
                    <a:ext uri="{9D8B030D-6E8A-4147-A177-3AD203B41FA5}">
                      <a16:colId xmlns:a16="http://schemas.microsoft.com/office/drawing/2014/main" val="934472297"/>
                    </a:ext>
                  </a:extLst>
                </a:gridCol>
                <a:gridCol w="1878998">
                  <a:extLst>
                    <a:ext uri="{9D8B030D-6E8A-4147-A177-3AD203B41FA5}">
                      <a16:colId xmlns:a16="http://schemas.microsoft.com/office/drawing/2014/main" val="1925157789"/>
                    </a:ext>
                  </a:extLst>
                </a:gridCol>
              </a:tblGrid>
              <a:tr h="5820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Manufacturing, value added (% of GDP)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Employment in agriculture (% of total employment) (modelled ILO estimate)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ctr"/>
                </a:tc>
                <a:extLst>
                  <a:ext uri="{0D108BD9-81ED-4DB2-BD59-A6C34878D82A}">
                    <a16:rowId xmlns:a16="http://schemas.microsoft.com/office/drawing/2014/main" val="613871967"/>
                  </a:ext>
                </a:extLst>
              </a:tr>
              <a:tr h="117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25.86149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0.176899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extLst>
                  <a:ext uri="{0D108BD9-81ED-4DB2-BD59-A6C34878D82A}">
                    <a16:rowId xmlns:a16="http://schemas.microsoft.com/office/drawing/2014/main" val="2497227649"/>
                  </a:ext>
                </a:extLst>
              </a:tr>
              <a:tr h="117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23.3947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0.173741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extLst>
                  <a:ext uri="{0D108BD9-81ED-4DB2-BD59-A6C34878D82A}">
                    <a16:rowId xmlns:a16="http://schemas.microsoft.com/office/drawing/2014/main" val="435082296"/>
                  </a:ext>
                </a:extLst>
              </a:tr>
              <a:tr h="117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24.73764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0.169448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extLst>
                  <a:ext uri="{0D108BD9-81ED-4DB2-BD59-A6C34878D82A}">
                    <a16:rowId xmlns:a16="http://schemas.microsoft.com/office/drawing/2014/main" val="3046556852"/>
                  </a:ext>
                </a:extLst>
              </a:tr>
              <a:tr h="117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24.76541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0.164597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extLst>
                  <a:ext uri="{0D108BD9-81ED-4DB2-BD59-A6C34878D82A}">
                    <a16:rowId xmlns:a16="http://schemas.microsoft.com/office/drawing/2014/main" val="2072005174"/>
                  </a:ext>
                </a:extLst>
              </a:tr>
              <a:tr h="117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27.11937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0.159701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extLst>
                  <a:ext uri="{0D108BD9-81ED-4DB2-BD59-A6C34878D82A}">
                    <a16:rowId xmlns:a16="http://schemas.microsoft.com/office/drawing/2014/main" val="264036914"/>
                  </a:ext>
                </a:extLst>
              </a:tr>
              <a:tr h="117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27.07676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0.155212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extLst>
                  <a:ext uri="{0D108BD9-81ED-4DB2-BD59-A6C34878D82A}">
                    <a16:rowId xmlns:a16="http://schemas.microsoft.com/office/drawing/2014/main" val="4040965693"/>
                  </a:ext>
                </a:extLst>
              </a:tr>
              <a:tr h="117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26.57801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0.1507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extLst>
                  <a:ext uri="{0D108BD9-81ED-4DB2-BD59-A6C34878D82A}">
                    <a16:rowId xmlns:a16="http://schemas.microsoft.com/office/drawing/2014/main" val="1182022578"/>
                  </a:ext>
                </a:extLst>
              </a:tr>
              <a:tr h="117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23.82265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0.146455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extLst>
                  <a:ext uri="{0D108BD9-81ED-4DB2-BD59-A6C34878D82A}">
                    <a16:rowId xmlns:a16="http://schemas.microsoft.com/office/drawing/2014/main" val="3375437951"/>
                  </a:ext>
                </a:extLst>
              </a:tr>
              <a:tr h="117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20.58566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0.142311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extLst>
                  <a:ext uri="{0D108BD9-81ED-4DB2-BD59-A6C34878D82A}">
                    <a16:rowId xmlns:a16="http://schemas.microsoft.com/office/drawing/2014/main" val="708435285"/>
                  </a:ext>
                </a:extLst>
              </a:tr>
              <a:tr h="117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20.27338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050" u="none" strike="noStrike" dirty="0">
                          <a:effectLst/>
                        </a:rPr>
                        <a:t>0.139064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extLst>
                  <a:ext uri="{0D108BD9-81ED-4DB2-BD59-A6C34878D82A}">
                    <a16:rowId xmlns:a16="http://schemas.microsoft.com/office/drawing/2014/main" val="3924329926"/>
                  </a:ext>
                </a:extLst>
              </a:tr>
              <a:tr h="117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20.8888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extLst>
                  <a:ext uri="{0D108BD9-81ED-4DB2-BD59-A6C34878D82A}">
                    <a16:rowId xmlns:a16="http://schemas.microsoft.com/office/drawing/2014/main" val="2938207786"/>
                  </a:ext>
                </a:extLst>
              </a:tr>
              <a:tr h="117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20.8889</a:t>
                      </a: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extLst>
                  <a:ext uri="{0D108BD9-81ED-4DB2-BD59-A6C34878D82A}">
                    <a16:rowId xmlns:a16="http://schemas.microsoft.com/office/drawing/2014/main" val="2572182453"/>
                  </a:ext>
                </a:extLst>
              </a:tr>
              <a:tr h="117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extLst>
                  <a:ext uri="{0D108BD9-81ED-4DB2-BD59-A6C34878D82A}">
                    <a16:rowId xmlns:a16="http://schemas.microsoft.com/office/drawing/2014/main" val="1008112749"/>
                  </a:ext>
                </a:extLst>
              </a:tr>
              <a:tr h="117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SG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28" marR="2828" marT="2828" marB="0" anchor="b"/>
                </a:tc>
                <a:extLst>
                  <a:ext uri="{0D108BD9-81ED-4DB2-BD59-A6C34878D82A}">
                    <a16:rowId xmlns:a16="http://schemas.microsoft.com/office/drawing/2014/main" val="3022774178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2DFB4864-CC8F-3148-F94D-F85707D81B2E}"/>
              </a:ext>
            </a:extLst>
          </p:cNvPr>
          <p:cNvSpPr/>
          <p:nvPr/>
        </p:nvSpPr>
        <p:spPr>
          <a:xfrm>
            <a:off x="4571178" y="2218560"/>
            <a:ext cx="1167469" cy="8925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Cause, X </a:t>
            </a:r>
            <a:endParaRPr lang="en-SG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9CAF7AE-CD38-8E8C-8C77-306BD8717164}"/>
              </a:ext>
            </a:extLst>
          </p:cNvPr>
          <p:cNvSpPr/>
          <p:nvPr/>
        </p:nvSpPr>
        <p:spPr>
          <a:xfrm rot="5400000">
            <a:off x="8069795" y="1062875"/>
            <a:ext cx="1167469" cy="12752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Effect , Y</a:t>
            </a:r>
            <a:endParaRPr lang="en-SG" dirty="0"/>
          </a:p>
        </p:txBody>
      </p:sp>
      <p:sp>
        <p:nvSpPr>
          <p:cNvPr id="8" name="Arrow: Up-Down 7">
            <a:extLst>
              <a:ext uri="{FF2B5EF4-FFF2-40B4-BE49-F238E27FC236}">
                <a16:creationId xmlns:a16="http://schemas.microsoft.com/office/drawing/2014/main" id="{865766BE-5909-9B61-CE73-B8EF49F17A94}"/>
              </a:ext>
            </a:extLst>
          </p:cNvPr>
          <p:cNvSpPr/>
          <p:nvPr/>
        </p:nvSpPr>
        <p:spPr>
          <a:xfrm>
            <a:off x="9170276" y="2928887"/>
            <a:ext cx="367862" cy="163260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Valid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36933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B96EE3B-BA52-7928-A1E6-37F9960458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667835"/>
              </p:ext>
            </p:extLst>
          </p:nvPr>
        </p:nvGraphicFramePr>
        <p:xfrm>
          <a:off x="1135118" y="914399"/>
          <a:ext cx="7156108" cy="3314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EDA089A-775B-8854-123A-AAE3546A3B44}"/>
              </a:ext>
            </a:extLst>
          </p:cNvPr>
          <p:cNvSpPr txBox="1"/>
          <p:nvPr/>
        </p:nvSpPr>
        <p:spPr>
          <a:xfrm>
            <a:off x="1008993" y="215462"/>
            <a:ext cx="495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Example of scatterplot </a:t>
            </a:r>
            <a:endParaRPr lang="en-SG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0B1B608-B63C-F328-768F-E590913189CB}"/>
              </a:ext>
            </a:extLst>
          </p:cNvPr>
          <p:cNvSpPr/>
          <p:nvPr/>
        </p:nvSpPr>
        <p:spPr>
          <a:xfrm>
            <a:off x="1650124" y="4382814"/>
            <a:ext cx="1954924" cy="5517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Cause </a:t>
            </a:r>
            <a:endParaRPr lang="en-SG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DC998FD-81B4-85D8-7762-DD2941D104AE}"/>
              </a:ext>
            </a:extLst>
          </p:cNvPr>
          <p:cNvSpPr/>
          <p:nvPr/>
        </p:nvSpPr>
        <p:spPr>
          <a:xfrm rot="16200000">
            <a:off x="157656" y="2638096"/>
            <a:ext cx="1954924" cy="5517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Effect</a:t>
            </a:r>
            <a:endParaRPr lang="en-SG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8393045A-2099-E8D6-7F75-E7802B61E266}"/>
              </a:ext>
            </a:extLst>
          </p:cNvPr>
          <p:cNvSpPr/>
          <p:nvPr/>
        </p:nvSpPr>
        <p:spPr>
          <a:xfrm>
            <a:off x="7683062" y="1166648"/>
            <a:ext cx="1434662" cy="898635"/>
          </a:xfrm>
          <a:prstGeom prst="wedgeRectCallout">
            <a:avLst>
              <a:gd name="adj1" fmla="val -78708"/>
              <a:gd name="adj2" fmla="val 490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Trendline with eqn and R2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DB5F78-C074-BA87-752E-BF29EA5E589C}"/>
              </a:ext>
            </a:extLst>
          </p:cNvPr>
          <p:cNvSpPr txBox="1"/>
          <p:nvPr/>
        </p:nvSpPr>
        <p:spPr>
          <a:xfrm>
            <a:off x="8291226" y="2522483"/>
            <a:ext cx="23715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Interpret the  x coefficient </a:t>
            </a:r>
          </a:p>
          <a:p>
            <a:r>
              <a:rPr lang="en-GB" dirty="0"/>
              <a:t>Interpret R2 on trend reliability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2128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CAF346-C256-FBD9-8DC7-AD96FB013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1644" b="12098"/>
          <a:stretch>
            <a:fillRect/>
          </a:stretch>
        </p:blipFill>
        <p:spPr>
          <a:xfrm>
            <a:off x="27" y="0"/>
            <a:ext cx="12191960" cy="4578350"/>
          </a:xfrm>
          <a:prstGeom prst="rect">
            <a:avLst/>
          </a:prstGeo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133446A-DC28-BBFB-41FE-4AB50F6C0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/>
          <a:lstStyle/>
          <a:p>
            <a:r>
              <a:rPr lang="en-US" dirty="0"/>
              <a:t>Part 1: Interpreting trendlines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1A4B26C-B9C6-A0B0-BCD4-BD0EA9A92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B8391C-EB59-19B3-865A-13D22DDA9AAA}"/>
              </a:ext>
            </a:extLst>
          </p:cNvPr>
          <p:cNvSpPr txBox="1"/>
          <p:nvPr/>
        </p:nvSpPr>
        <p:spPr>
          <a:xfrm>
            <a:off x="9830443" y="4378295"/>
            <a:ext cx="236154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SG" sz="700" dirty="0">
                <a:solidFill>
                  <a:srgbClr val="FFFFFF"/>
                </a:solidFill>
                <a:hlinkClick r:id="rId3" tooltip="https://www.picpedia.org/post-it-note/d/data-analysi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SG" sz="700" dirty="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SG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885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8572A3-C7BE-F9E7-E3A6-FD546AD9A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Analysis – The trendline </a:t>
            </a:r>
            <a:endParaRPr lang="en-SG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0B44559-EFC3-24A9-2725-E41A1708F2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1252231"/>
              </p:ext>
            </p:extLst>
          </p:nvPr>
        </p:nvGraphicFramePr>
        <p:xfrm>
          <a:off x="1607670" y="2379283"/>
          <a:ext cx="8884024" cy="2990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8880F76-305E-C51C-7782-499B5FEC8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7A76C228-A416-45E8-264A-21C332631E82}"/>
              </a:ext>
            </a:extLst>
          </p:cNvPr>
          <p:cNvSpPr/>
          <p:nvPr/>
        </p:nvSpPr>
        <p:spPr>
          <a:xfrm>
            <a:off x="8020424" y="4344895"/>
            <a:ext cx="3328894" cy="1588216"/>
          </a:xfrm>
          <a:prstGeom prst="wedgeRectCallout">
            <a:avLst>
              <a:gd name="adj1" fmla="val -35779"/>
              <a:gd name="adj2" fmla="val -13369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/>
              <a:t>Interpret : </a:t>
            </a:r>
          </a:p>
          <a:p>
            <a:r>
              <a:rPr lang="en-GB" sz="1400" dirty="0"/>
              <a:t>Coefficient of x is positive suggesting the rising trend where RGDP rises over time </a:t>
            </a:r>
          </a:p>
          <a:p>
            <a:r>
              <a:rPr lang="en-GB" sz="1400" dirty="0"/>
              <a:t>Slope of 10billion means in each year, the expected rise in real GDP by this value </a:t>
            </a:r>
          </a:p>
          <a:p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2581345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9CD05-D9E4-FC2F-92E9-04C555E35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302BC5-16E4-46E3-E2B7-6036626A4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Analysis – The trendline </a:t>
            </a:r>
            <a:endParaRPr lang="en-SG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AA4F88D-6980-7251-416D-D1980271178B}"/>
              </a:ext>
            </a:extLst>
          </p:cNvPr>
          <p:cNvGraphicFramePr>
            <a:graphicFrameLocks/>
          </p:cNvGraphicFramePr>
          <p:nvPr/>
        </p:nvGraphicFramePr>
        <p:xfrm>
          <a:off x="1607670" y="2379283"/>
          <a:ext cx="8884024" cy="2990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352B6FD-0EE9-C9FB-9C8D-7EC446D41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A1ABB4C1-78C5-8A42-292C-8EAF0A84AF56}"/>
              </a:ext>
            </a:extLst>
          </p:cNvPr>
          <p:cNvSpPr/>
          <p:nvPr/>
        </p:nvSpPr>
        <p:spPr>
          <a:xfrm>
            <a:off x="8020424" y="4344895"/>
            <a:ext cx="3328894" cy="1588216"/>
          </a:xfrm>
          <a:prstGeom prst="wedgeRectCallout">
            <a:avLst>
              <a:gd name="adj1" fmla="val -24648"/>
              <a:gd name="adj2" fmla="val -1220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/>
              <a:t>Interpret : </a:t>
            </a:r>
          </a:p>
          <a:p>
            <a:r>
              <a:rPr lang="en-GB" sz="1400" dirty="0"/>
              <a:t>R2: Fit of the data &gt;50%</a:t>
            </a:r>
          </a:p>
          <a:p>
            <a:r>
              <a:rPr lang="en-SG" sz="1400" dirty="0"/>
              <a:t>89% of the variance (the ups and downs) in your dependent variable ($y$) is explained by the changes in your independent variable ($x$).</a:t>
            </a:r>
          </a:p>
        </p:txBody>
      </p:sp>
    </p:spTree>
    <p:extLst>
      <p:ext uri="{BB962C8B-B14F-4D97-AF65-F5344CB8AC3E}">
        <p14:creationId xmlns:p14="http://schemas.microsoft.com/office/powerpoint/2010/main" val="10542152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FE76E-C0B2-8C2D-609B-7DC48644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CAD0E4-B7F5-3A80-2CEC-335D04BE1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Analysis – The trendline </a:t>
            </a:r>
            <a:endParaRPr lang="en-SG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AB52F21-B2C0-1809-3FFA-219906CEBD81}"/>
              </a:ext>
            </a:extLst>
          </p:cNvPr>
          <p:cNvGraphicFramePr>
            <a:graphicFrameLocks/>
          </p:cNvGraphicFramePr>
          <p:nvPr/>
        </p:nvGraphicFramePr>
        <p:xfrm>
          <a:off x="1607670" y="2379283"/>
          <a:ext cx="8884024" cy="2990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67A139B-20CE-F3CF-17D2-FB0298838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8201"/>
            <a:ext cx="10058400" cy="3760891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C5BC12C5-0879-96AD-2EBD-38BEB7B71F45}"/>
              </a:ext>
            </a:extLst>
          </p:cNvPr>
          <p:cNvSpPr/>
          <p:nvPr/>
        </p:nvSpPr>
        <p:spPr>
          <a:xfrm>
            <a:off x="8020424" y="4344895"/>
            <a:ext cx="3328894" cy="1588216"/>
          </a:xfrm>
          <a:prstGeom prst="wedgeRectCallout">
            <a:avLst>
              <a:gd name="adj1" fmla="val -24648"/>
              <a:gd name="adj2" fmla="val -1220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/>
              <a:t>Interpret : </a:t>
            </a:r>
          </a:p>
          <a:p>
            <a:r>
              <a:rPr lang="en-GB" sz="1400" dirty="0"/>
              <a:t>R2: Fit of the data &gt;50%</a:t>
            </a:r>
          </a:p>
          <a:p>
            <a:r>
              <a:rPr lang="en-SG" sz="1400" dirty="0"/>
              <a:t>89% of the variance (the ups and downs) in your dependent variable ($y$) is explained by the changes in your independent variable ($x$).</a:t>
            </a:r>
          </a:p>
        </p:txBody>
      </p:sp>
    </p:spTree>
    <p:extLst>
      <p:ext uri="{BB962C8B-B14F-4D97-AF65-F5344CB8AC3E}">
        <p14:creationId xmlns:p14="http://schemas.microsoft.com/office/powerpoint/2010/main" val="2212101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669C3-930B-B3BA-81A7-E11D1E8F8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2F68604-C350-FC1C-4296-2FBFDF44D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Analysis – The trendline </a:t>
            </a:r>
            <a:endParaRPr lang="en-SG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2798376-BC21-6353-6F58-A4F8166A20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3891900"/>
              </p:ext>
            </p:extLst>
          </p:nvPr>
        </p:nvGraphicFramePr>
        <p:xfrm>
          <a:off x="956235" y="1838325"/>
          <a:ext cx="7884155" cy="4084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648A088-BFCD-86D8-23F2-F9934822BB77}"/>
              </a:ext>
            </a:extLst>
          </p:cNvPr>
          <p:cNvSpPr txBox="1"/>
          <p:nvPr/>
        </p:nvSpPr>
        <p:spPr>
          <a:xfrm>
            <a:off x="8840390" y="1965434"/>
            <a:ext cx="296798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en-SG" sz="1200" dirty="0"/>
              <a:t>Discuss and compare the slope </a:t>
            </a:r>
          </a:p>
          <a:p>
            <a:r>
              <a:rPr lang="en-SG" sz="1200" dirty="0"/>
              <a:t>The negative coefficients of x for both series confirm that </a:t>
            </a:r>
            <a:r>
              <a:rPr lang="en-SG" sz="1200" b="1" dirty="0"/>
              <a:t>both variables are trending downward over time</a:t>
            </a:r>
            <a:r>
              <a:rPr lang="en-SG" sz="1200" dirty="0"/>
              <a:t>.</a:t>
            </a:r>
          </a:p>
          <a:p>
            <a:r>
              <a:rPr lang="en-SG" sz="1200" dirty="0"/>
              <a:t>Given the coefficient of x of manufacturing is larger (0.365 vs 0.0021), this suggest the changes in manufacturing share of GDP Is faster than the agriculture sector </a:t>
            </a:r>
          </a:p>
          <a:p>
            <a:endParaRPr lang="en-SG" sz="1200" dirty="0"/>
          </a:p>
          <a:p>
            <a:r>
              <a:rPr lang="en-SG" sz="1200" dirty="0"/>
              <a:t>2) Discuss and compare R2</a:t>
            </a:r>
          </a:p>
          <a:p>
            <a:r>
              <a:rPr lang="en-SG" sz="1200" dirty="0"/>
              <a:t>However, the explanatory power differs between the two models. The first series yields an $R^2$ of 0.739, which is visibly lower than the second series' $R^2$ of 0.89. This indicates that </a:t>
            </a:r>
            <a:r>
              <a:rPr lang="en-SG" sz="1200" b="1" dirty="0"/>
              <a:t>the linear trendline provides a tighter, more robust fit for the second series</a:t>
            </a:r>
            <a:r>
              <a:rPr lang="en-SG" sz="1200" dirty="0"/>
              <a:t>, explaining 89% of its total variance compared to roughly 74% for the first.</a:t>
            </a:r>
          </a:p>
        </p:txBody>
      </p:sp>
    </p:spTree>
    <p:extLst>
      <p:ext uri="{BB962C8B-B14F-4D97-AF65-F5344CB8AC3E}">
        <p14:creationId xmlns:p14="http://schemas.microsoft.com/office/powerpoint/2010/main" val="2660344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5264-BF95-687F-3611-C8E7C1B15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1FA3B5-AD13-DFD8-0ADD-6F15F98E9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1644" b="12098"/>
          <a:stretch>
            <a:fillRect/>
          </a:stretch>
        </p:blipFill>
        <p:spPr>
          <a:xfrm>
            <a:off x="27" y="0"/>
            <a:ext cx="12191960" cy="4578350"/>
          </a:xfrm>
          <a:prstGeom prst="rect">
            <a:avLst/>
          </a:prstGeo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CD2B7CF3-FDB0-6AB9-05BE-B24194FA2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/>
          <a:lstStyle/>
          <a:p>
            <a:r>
              <a:rPr lang="en-US" dirty="0"/>
              <a:t>Part 2: Running regressions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B32288-3A94-4455-6ED6-D082F15EF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E6119-C74A-8902-58B9-95AFB66C0CF9}"/>
              </a:ext>
            </a:extLst>
          </p:cNvPr>
          <p:cNvSpPr txBox="1"/>
          <p:nvPr/>
        </p:nvSpPr>
        <p:spPr>
          <a:xfrm>
            <a:off x="9830443" y="4378295"/>
            <a:ext cx="236154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SG" sz="700" dirty="0">
                <a:solidFill>
                  <a:srgbClr val="FFFFFF"/>
                </a:solidFill>
                <a:hlinkClick r:id="rId3" tooltip="https://www.picpedia.org/post-it-note/d/data-analysi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SG" sz="700" dirty="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SG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350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0F84-A133-AAC8-2828-1FB7BC06C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Demo 3: </a:t>
            </a:r>
            <a:br>
              <a:rPr lang="en-GB" dirty="0"/>
            </a:br>
            <a:r>
              <a:rPr lang="en-GB" dirty="0"/>
              <a:t>Running Regression Using Excel ToolPak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1B04A6-3346-E6CF-B681-8BE8C16C5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23" y="2307191"/>
            <a:ext cx="10863384" cy="3085566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73393F1B-CD6C-B054-A79C-9CB2F95DD419}"/>
              </a:ext>
            </a:extLst>
          </p:cNvPr>
          <p:cNvSpPr/>
          <p:nvPr/>
        </p:nvSpPr>
        <p:spPr>
          <a:xfrm>
            <a:off x="4095262" y="1836615"/>
            <a:ext cx="633046" cy="3751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0F356FD4-416C-A490-5C8C-0BB75A7704AF}"/>
              </a:ext>
            </a:extLst>
          </p:cNvPr>
          <p:cNvSpPr/>
          <p:nvPr/>
        </p:nvSpPr>
        <p:spPr>
          <a:xfrm>
            <a:off x="10619341" y="2176584"/>
            <a:ext cx="633046" cy="3751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1E20270-3ABC-CD5C-4251-2F4DA7E3F918}"/>
              </a:ext>
            </a:extLst>
          </p:cNvPr>
          <p:cNvSpPr/>
          <p:nvPr/>
        </p:nvSpPr>
        <p:spPr>
          <a:xfrm>
            <a:off x="5620357" y="4339032"/>
            <a:ext cx="681432" cy="5824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92880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E44633-67F4-035E-51CF-28C95EDB5FE9}"/>
              </a:ext>
            </a:extLst>
          </p:cNvPr>
          <p:cNvSpPr txBox="1"/>
          <p:nvPr/>
        </p:nvSpPr>
        <p:spPr>
          <a:xfrm>
            <a:off x="535828" y="-28533"/>
            <a:ext cx="10634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Preparing the data </a:t>
            </a:r>
            <a:endParaRPr lang="en-SG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FD91B8-9CF8-9FDE-D289-328C00BAC801}"/>
              </a:ext>
            </a:extLst>
          </p:cNvPr>
          <p:cNvSpPr txBox="1"/>
          <p:nvPr/>
        </p:nvSpPr>
        <p:spPr>
          <a:xfrm>
            <a:off x="451744" y="587910"/>
            <a:ext cx="1034238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NOTE: </a:t>
            </a:r>
          </a:p>
          <a:p>
            <a:pPr marL="342900" indent="-342900">
              <a:buAutoNum type="arabicPeriod"/>
            </a:pPr>
            <a:r>
              <a:rPr lang="en-GB" dirty="0"/>
              <a:t>The data must be set up in </a:t>
            </a:r>
            <a:r>
              <a:rPr lang="en-GB" sz="2800" b="1" dirty="0"/>
              <a:t>column format </a:t>
            </a:r>
            <a:r>
              <a:rPr lang="en-GB" dirty="0"/>
              <a:t>:</a:t>
            </a:r>
          </a:p>
          <a:p>
            <a:pPr marL="342900" indent="-342900">
              <a:buAutoNum type="arabicPeriod"/>
            </a:pPr>
            <a:r>
              <a:rPr lang="en-GB" dirty="0"/>
              <a:t>We do not need the time period but he studied data series must exist in each row</a:t>
            </a:r>
          </a:p>
          <a:p>
            <a:pPr marL="342900" indent="-342900">
              <a:buAutoNum type="arabicPeriod"/>
            </a:pPr>
            <a:r>
              <a:rPr lang="en-GB" dirty="0"/>
              <a:t>The units of measurement must be the same ,  example as seen in the example below, the unit is %. You cannot run a regression with a column of data in $ and other series in %. </a:t>
            </a:r>
          </a:p>
          <a:p>
            <a:endParaRPr lang="en-GB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6BACD07-6CD1-7AF0-58B4-B56685636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642967"/>
              </p:ext>
            </p:extLst>
          </p:nvPr>
        </p:nvGraphicFramePr>
        <p:xfrm>
          <a:off x="788276" y="2144110"/>
          <a:ext cx="2805621" cy="3760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6943">
                  <a:extLst>
                    <a:ext uri="{9D8B030D-6E8A-4147-A177-3AD203B41FA5}">
                      <a16:colId xmlns:a16="http://schemas.microsoft.com/office/drawing/2014/main" val="2985158578"/>
                    </a:ext>
                  </a:extLst>
                </a:gridCol>
                <a:gridCol w="581653">
                  <a:extLst>
                    <a:ext uri="{9D8B030D-6E8A-4147-A177-3AD203B41FA5}">
                      <a16:colId xmlns:a16="http://schemas.microsoft.com/office/drawing/2014/main" val="3941767480"/>
                    </a:ext>
                  </a:extLst>
                </a:gridCol>
                <a:gridCol w="855372">
                  <a:extLst>
                    <a:ext uri="{9D8B030D-6E8A-4147-A177-3AD203B41FA5}">
                      <a16:colId xmlns:a16="http://schemas.microsoft.com/office/drawing/2014/main" val="26876794"/>
                    </a:ext>
                  </a:extLst>
                </a:gridCol>
                <a:gridCol w="581653">
                  <a:extLst>
                    <a:ext uri="{9D8B030D-6E8A-4147-A177-3AD203B41FA5}">
                      <a16:colId xmlns:a16="http://schemas.microsoft.com/office/drawing/2014/main" val="2677731649"/>
                    </a:ext>
                  </a:extLst>
                </a:gridCol>
              </a:tblGrid>
              <a:tr h="9751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% labour productivity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 growth of capital per employed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Growth of H </a:t>
                      </a:r>
                      <a:endParaRPr lang="en-SG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Manufacturing, value added (annual % growth)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extLst>
                  <a:ext uri="{0D108BD9-81ED-4DB2-BD59-A6C34878D82A}">
                    <a16:rowId xmlns:a16="http://schemas.microsoft.com/office/drawing/2014/main" val="3158690058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2.215%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-1.50030899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11.92191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631262194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3.916%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10.10%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1.028610229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5.940867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62903906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-5.791%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2.43%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2.622737885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-4.18847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101357286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-1.443%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3.83%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0.32201004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-4.1503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590019886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8.624%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1.25%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5.746429443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29.67534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873198554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3.299%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3.45%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0.459590912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7.807767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921033407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0.473%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4.51%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1.747440338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0.319107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886829302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3.200%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4.52%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1.319259644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1.671276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704181104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1.022%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1.30%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1.15071106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2.68312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94294305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0.165%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-0.82%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0.888420105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-5.1278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457055809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2.954%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-0.24%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0.745517731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3.701001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444561756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4.856%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5.49%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1.445590973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10.40612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578865275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2.768%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-5.58%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1.528499603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7.0287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102997620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-1.091%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0.06%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1.489292145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-1.4551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280409922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-2.162%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-12.56%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1.036251068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7.530706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2888600752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11.858%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25.55%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3.551319122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13.30354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4270191432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0.796%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1.35%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1.249469757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2.699762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027535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44119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628D96-7FED-D169-BF81-BB6B2B8EF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5641" y="710325"/>
            <a:ext cx="5116491" cy="485577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55BF0E-DC10-51B7-D16F-0D5C5BDBB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65403"/>
              </p:ext>
            </p:extLst>
          </p:nvPr>
        </p:nvGraphicFramePr>
        <p:xfrm>
          <a:off x="5717409" y="1257818"/>
          <a:ext cx="2805621" cy="3760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6943">
                  <a:extLst>
                    <a:ext uri="{9D8B030D-6E8A-4147-A177-3AD203B41FA5}">
                      <a16:colId xmlns:a16="http://schemas.microsoft.com/office/drawing/2014/main" val="1233084124"/>
                    </a:ext>
                  </a:extLst>
                </a:gridCol>
                <a:gridCol w="581653">
                  <a:extLst>
                    <a:ext uri="{9D8B030D-6E8A-4147-A177-3AD203B41FA5}">
                      <a16:colId xmlns:a16="http://schemas.microsoft.com/office/drawing/2014/main" val="2825572470"/>
                    </a:ext>
                  </a:extLst>
                </a:gridCol>
                <a:gridCol w="855372">
                  <a:extLst>
                    <a:ext uri="{9D8B030D-6E8A-4147-A177-3AD203B41FA5}">
                      <a16:colId xmlns:a16="http://schemas.microsoft.com/office/drawing/2014/main" val="11011107"/>
                    </a:ext>
                  </a:extLst>
                </a:gridCol>
                <a:gridCol w="581653">
                  <a:extLst>
                    <a:ext uri="{9D8B030D-6E8A-4147-A177-3AD203B41FA5}">
                      <a16:colId xmlns:a16="http://schemas.microsoft.com/office/drawing/2014/main" val="1114450484"/>
                    </a:ext>
                  </a:extLst>
                </a:gridCol>
              </a:tblGrid>
              <a:tr h="9751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% labour productivity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 growth of capital per employed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Growth of H </a:t>
                      </a:r>
                      <a:endParaRPr lang="en-SG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Manufacturing, value added (annual % growth)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extLst>
                  <a:ext uri="{0D108BD9-81ED-4DB2-BD59-A6C34878D82A}">
                    <a16:rowId xmlns:a16="http://schemas.microsoft.com/office/drawing/2014/main" val="732767710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2.215%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-1.50030899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11.92191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2451771071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3.916%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10.10%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1.028610229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5.940867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858735545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-5.791%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2.43%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2.622737885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-4.18847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2798008461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-1.443%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3.83%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0.32201004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-4.1503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612799088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8.624%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1.25%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5.746429443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29.67534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4044715079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3.299%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3.45%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0.459590912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7.807767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225785551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0.473%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4.51%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1.747440338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0.319107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201059532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3.200%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4.52%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1.319259644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1.671276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66325290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1.022%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1.30%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1.15071106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2.68312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832092364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0.165%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-0.82%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0.888420105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-5.1278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602837172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2.954%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-0.24%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0.745517731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3.701001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814831684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4.856%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5.49%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1.445590973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10.40612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558638178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2.768%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-5.58%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1.528499603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7.0287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3408924070"/>
                  </a:ext>
                </a:extLst>
              </a:tr>
              <a:tr h="1670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-1.091%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0.06%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1.489292145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-1.4551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253399363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-2.162%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-12.56%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1.036251068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7.530706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2415323650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11.858%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25.55%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3.551319122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13.30354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2340054759"/>
                  </a:ext>
                </a:extLst>
              </a:tr>
              <a:tr h="1625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0.796%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1.35%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1.249469757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000" u="none" strike="noStrike" dirty="0">
                          <a:effectLst/>
                        </a:rPr>
                        <a:t>2.699762</a:t>
                      </a:r>
                      <a:endParaRPr lang="en-SG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7" marR="4277" marT="4277" marB="0" anchor="b"/>
                </a:tc>
                <a:extLst>
                  <a:ext uri="{0D108BD9-81ED-4DB2-BD59-A6C34878D82A}">
                    <a16:rowId xmlns:a16="http://schemas.microsoft.com/office/drawing/2014/main" val="162122104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13A12A-E587-B5FD-8DE5-E2531979B1A5}"/>
              </a:ext>
            </a:extLst>
          </p:cNvPr>
          <p:cNvCxnSpPr/>
          <p:nvPr/>
        </p:nvCxnSpPr>
        <p:spPr>
          <a:xfrm>
            <a:off x="3153103" y="1518745"/>
            <a:ext cx="2559269" cy="126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4AA8D0-D40D-8567-224F-8D5F4C0AA46B}"/>
              </a:ext>
            </a:extLst>
          </p:cNvPr>
          <p:cNvCxnSpPr/>
          <p:nvPr/>
        </p:nvCxnSpPr>
        <p:spPr>
          <a:xfrm>
            <a:off x="3400097" y="1970690"/>
            <a:ext cx="3005958" cy="141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929475A5-BC86-355F-8548-9B0B4F89C3FE}"/>
              </a:ext>
            </a:extLst>
          </p:cNvPr>
          <p:cNvSpPr/>
          <p:nvPr/>
        </p:nvSpPr>
        <p:spPr>
          <a:xfrm>
            <a:off x="6558455" y="2096814"/>
            <a:ext cx="1964575" cy="35209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 range </a:t>
            </a:r>
            <a:endParaRPr lang="en-SG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023E47A-C404-281D-1735-C76D976D326B}"/>
              </a:ext>
            </a:extLst>
          </p:cNvPr>
          <p:cNvSpPr/>
          <p:nvPr/>
        </p:nvSpPr>
        <p:spPr>
          <a:xfrm>
            <a:off x="4929352" y="1371600"/>
            <a:ext cx="336331" cy="3836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92919E-445A-B5D5-55BE-15932B316BB4}"/>
              </a:ext>
            </a:extLst>
          </p:cNvPr>
          <p:cNvSpPr/>
          <p:nvPr/>
        </p:nvSpPr>
        <p:spPr>
          <a:xfrm>
            <a:off x="1481740" y="2995447"/>
            <a:ext cx="336331" cy="3836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5A7F915-8F2B-3157-15DB-ED19E3FC054D}"/>
              </a:ext>
            </a:extLst>
          </p:cNvPr>
          <p:cNvSpPr/>
          <p:nvPr/>
        </p:nvSpPr>
        <p:spPr>
          <a:xfrm>
            <a:off x="5081752" y="1524000"/>
            <a:ext cx="336331" cy="3836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FE0859B3-6C5F-D95B-C0DF-343FB781590A}"/>
              </a:ext>
            </a:extLst>
          </p:cNvPr>
          <p:cNvSpPr/>
          <p:nvPr/>
        </p:nvSpPr>
        <p:spPr>
          <a:xfrm>
            <a:off x="3610302" y="3187261"/>
            <a:ext cx="1679873" cy="1037898"/>
          </a:xfrm>
          <a:prstGeom prst="wedgeRectCallout">
            <a:avLst>
              <a:gd name="adj1" fmla="val -63055"/>
              <a:gd name="adj2" fmla="val -394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on any cell next to your data series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826282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F9A5-7A5F-038D-ECB6-7D693A3D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67" y="184574"/>
            <a:ext cx="10515600" cy="1325563"/>
          </a:xfrm>
        </p:spPr>
        <p:txBody>
          <a:bodyPr>
            <a:normAutofit/>
          </a:bodyPr>
          <a:lstStyle/>
          <a:p>
            <a:r>
              <a:rPr lang="en-GB" sz="3200" dirty="0"/>
              <a:t>Multiple regression interpretation </a:t>
            </a:r>
            <a:endParaRPr lang="en-SG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0CDA9C-2B4A-6B2D-1767-6975788D0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49" y="1782890"/>
            <a:ext cx="6345794" cy="32259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45EE66-22A1-C807-B4A0-81496C971662}"/>
              </a:ext>
            </a:extLst>
          </p:cNvPr>
          <p:cNvSpPr txBox="1"/>
          <p:nvPr/>
        </p:nvSpPr>
        <p:spPr>
          <a:xfrm>
            <a:off x="7076408" y="73276"/>
            <a:ext cx="4947785" cy="261610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GB" sz="2000" b="1" dirty="0"/>
              <a:t>Summary of findings </a:t>
            </a:r>
          </a:p>
          <a:p>
            <a:pPr algn="just"/>
            <a:endParaRPr lang="en-GB" dirty="0"/>
          </a:p>
          <a:p>
            <a:pPr marL="342900" indent="-342900" algn="just">
              <a:buAutoNum type="arabicPeriod"/>
            </a:pPr>
            <a:r>
              <a:rPr lang="en-SG" dirty="0"/>
              <a:t>Number of observations </a:t>
            </a:r>
          </a:p>
          <a:p>
            <a:pPr marL="342900" indent="-342900" algn="just">
              <a:buAutoNum type="arabicPeriod"/>
            </a:pPr>
            <a:r>
              <a:rPr lang="en-SG" dirty="0"/>
              <a:t>Fit of data : R2 &gt;= 0.5 is considered a acceptable fit </a:t>
            </a:r>
          </a:p>
          <a:p>
            <a:pPr marL="342900" indent="-342900" algn="just">
              <a:buAutoNum type="arabicPeriod"/>
            </a:pPr>
            <a:r>
              <a:rPr lang="en-SG" dirty="0"/>
              <a:t>Coefficient : examine the sign indicating relationship between x and y </a:t>
            </a:r>
          </a:p>
          <a:p>
            <a:pPr marL="342900" indent="-342900" algn="just">
              <a:buAutoNum type="arabicPeriod"/>
            </a:pPr>
            <a:r>
              <a:rPr lang="en-SG" dirty="0"/>
              <a:t>*** </a:t>
            </a:r>
            <a:r>
              <a:rPr lang="en-SG" dirty="0">
                <a:highlight>
                  <a:srgbClr val="FFFF00"/>
                </a:highlight>
              </a:rPr>
              <a:t>p value : &lt;= 0.005 </a:t>
            </a:r>
            <a:r>
              <a:rPr lang="en-SG" dirty="0"/>
              <a:t>suggesting the value plays a significant role in affecting y 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4FF1FDE-E978-BD60-3EFE-415A40B95677}"/>
              </a:ext>
            </a:extLst>
          </p:cNvPr>
          <p:cNvSpPr/>
          <p:nvPr/>
        </p:nvSpPr>
        <p:spPr>
          <a:xfrm>
            <a:off x="0" y="2871332"/>
            <a:ext cx="407694" cy="343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25A2755-49A5-4B53-4C19-65A2244D933C}"/>
              </a:ext>
            </a:extLst>
          </p:cNvPr>
          <p:cNvSpPr/>
          <p:nvPr/>
        </p:nvSpPr>
        <p:spPr>
          <a:xfrm>
            <a:off x="-4989" y="2375303"/>
            <a:ext cx="407694" cy="343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48AF591-2F00-6F47-F46F-F6CA701BFA84}"/>
              </a:ext>
            </a:extLst>
          </p:cNvPr>
          <p:cNvSpPr/>
          <p:nvPr/>
        </p:nvSpPr>
        <p:spPr>
          <a:xfrm>
            <a:off x="2050120" y="3954634"/>
            <a:ext cx="407694" cy="320332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0D10C11-F569-738A-2A34-C2E69B95A46E}"/>
              </a:ext>
            </a:extLst>
          </p:cNvPr>
          <p:cNvSpPr/>
          <p:nvPr/>
        </p:nvSpPr>
        <p:spPr>
          <a:xfrm>
            <a:off x="3993985" y="4002199"/>
            <a:ext cx="407694" cy="320332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40BFDA4-B63C-CB42-2EEF-6FD2618FF9F8}"/>
              </a:ext>
            </a:extLst>
          </p:cNvPr>
          <p:cNvSpPr/>
          <p:nvPr/>
        </p:nvSpPr>
        <p:spPr>
          <a:xfrm>
            <a:off x="116225" y="4509395"/>
            <a:ext cx="407694" cy="343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949D39A-0464-FE14-BB6C-D227260B0F16}"/>
              </a:ext>
            </a:extLst>
          </p:cNvPr>
          <p:cNvSpPr/>
          <p:nvPr/>
        </p:nvSpPr>
        <p:spPr>
          <a:xfrm>
            <a:off x="106255" y="4833609"/>
            <a:ext cx="407694" cy="343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546898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37102-638A-875D-547A-6F941BE5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Choice of economy</a:t>
            </a:r>
            <a:endParaRPr lang="en-SG" dirty="0"/>
          </a:p>
        </p:txBody>
      </p:sp>
      <p:sp>
        <p:nvSpPr>
          <p:cNvPr id="4099" name="Rectangle 1">
            <a:extLst>
              <a:ext uri="{FF2B5EF4-FFF2-40B4-BE49-F238E27FC236}">
                <a16:creationId xmlns:a16="http://schemas.microsoft.com/office/drawing/2014/main" id="{75F6350A-7520-4A6F-991B-CF00F5840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589" y="2159283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r>
              <a:rPr kumimoji="0" lang="en-US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East Asia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Hong Kong SAR , Macau SAR , Mongolia, South Korea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162824-3449-40C1-B897-FE20DFAA9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152" y="20278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SOUTHEAST ASIA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Brunei, Burma (Myanmar), Cambodia, Timor-Leste, Indonesia, Laos, Malaysia, the Philippines Thailand and Vietnam.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E3B96-F42B-1A99-C217-47540F562D68}"/>
              </a:ext>
            </a:extLst>
          </p:cNvPr>
          <p:cNvSpPr txBox="1"/>
          <p:nvPr/>
        </p:nvSpPr>
        <p:spPr>
          <a:xfrm>
            <a:off x="484094" y="5770563"/>
            <a:ext cx="10817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total you need to cover the data analysis of three economies i.e. including Japan and China 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17A70-96D2-3F59-2F3A-AE0FAA062292}"/>
              </a:ext>
            </a:extLst>
          </p:cNvPr>
          <p:cNvSpPr txBox="1"/>
          <p:nvPr/>
        </p:nvSpPr>
        <p:spPr>
          <a:xfrm>
            <a:off x="1097280" y="330364"/>
            <a:ext cx="4920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Break until 2.15pm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823279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3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4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5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6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7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8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{EB8AE42C-7F4C-4F9F-9EF3-21667CFA20BB}tf22712842_win32</Template>
  <TotalTime>4142</TotalTime>
  <Words>2135</Words>
  <Application>Microsoft Office PowerPoint</Application>
  <PresentationFormat>Widescreen</PresentationFormat>
  <Paragraphs>412</Paragraphs>
  <Slides>36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Bookman Old Style</vt:lpstr>
      <vt:lpstr>Calibri</vt:lpstr>
      <vt:lpstr>Franklin Gothic Book</vt:lpstr>
      <vt:lpstr>Custom</vt:lpstr>
      <vt:lpstr>Econ251 Tutorial #1 </vt:lpstr>
      <vt:lpstr>Accessing Data : An overview </vt:lpstr>
      <vt:lpstr>Accessing Data </vt:lpstr>
      <vt:lpstr>Accessing Data </vt:lpstr>
      <vt:lpstr>Accessing Data </vt:lpstr>
      <vt:lpstr>Accessing Data </vt:lpstr>
      <vt:lpstr>Accessing Data </vt:lpstr>
      <vt:lpstr>Accessing Data </vt:lpstr>
      <vt:lpstr>Sample excel download </vt:lpstr>
      <vt:lpstr>Sample excel download </vt:lpstr>
      <vt:lpstr>Managing and preparing data </vt:lpstr>
      <vt:lpstr>Managing Data </vt:lpstr>
      <vt:lpstr>Managing Data </vt:lpstr>
      <vt:lpstr>Managing Data </vt:lpstr>
      <vt:lpstr>Managing Data </vt:lpstr>
      <vt:lpstr>Interpreting and Analysing data </vt:lpstr>
      <vt:lpstr>Data presentation  </vt:lpstr>
      <vt:lpstr>Type of charts </vt:lpstr>
      <vt:lpstr>Presenting data </vt:lpstr>
      <vt:lpstr>Presenting data </vt:lpstr>
      <vt:lpstr>Presenting data </vt:lpstr>
      <vt:lpstr>Presenting data </vt:lpstr>
      <vt:lpstr>Use of Secondary axis </vt:lpstr>
      <vt:lpstr>Using scatterplots </vt:lpstr>
      <vt:lpstr>PowerPoint Presentation</vt:lpstr>
      <vt:lpstr>Part 1: Interpreting trendlines </vt:lpstr>
      <vt:lpstr>Data Analysis – The trendline </vt:lpstr>
      <vt:lpstr>Data Analysis – The trendline </vt:lpstr>
      <vt:lpstr>Data Analysis – The trendline </vt:lpstr>
      <vt:lpstr>Data Analysis – The trendline </vt:lpstr>
      <vt:lpstr>Part 2: Running regressions </vt:lpstr>
      <vt:lpstr>Demo 3:  Running Regression Using Excel ToolPak</vt:lpstr>
      <vt:lpstr>PowerPoint Presentation</vt:lpstr>
      <vt:lpstr>PowerPoint Presentation</vt:lpstr>
      <vt:lpstr>Multiple regression interpretation </vt:lpstr>
      <vt:lpstr>Choice of economy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Clare Kon</dc:creator>
  <cp:lastModifiedBy>Clare Kon</cp:lastModifiedBy>
  <cp:revision>3</cp:revision>
  <dcterms:created xsi:type="dcterms:W3CDTF">2024-07-06T02:02:26Z</dcterms:created>
  <dcterms:modified xsi:type="dcterms:W3CDTF">2026-07-02T14:33:08Z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