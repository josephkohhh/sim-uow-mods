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purl.oclc.org/ooxml/officeDocument/relationships/metadata/thumbnail" Target="docProps/thumbnail.jpeg"/><Relationship Id="rId1" Type="http://purl.oclc.org/ooxml/officeDocument/relationships/officeDocument" Target="ppt/presentation.xml"/><Relationship Id="rId4" Type="http://purl.oclc.org/ooxml/officeDocument/relationships/extended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autoCompressPictures="0" conformance="strict">
  <p:sldMasterIdLst>
    <p:sldMasterId id="2147483660" r:id="rId4"/>
  </p:sldMasterIdLst>
  <p:notesMasterIdLst>
    <p:notesMasterId r:id="rId19"/>
  </p:notesMasterIdLst>
  <p:sldIdLst>
    <p:sldId id="278" r:id="rId5"/>
    <p:sldId id="286" r:id="rId6"/>
    <p:sldId id="279" r:id="rId7"/>
    <p:sldId id="280" r:id="rId8"/>
    <p:sldId id="281" r:id="rId9"/>
    <p:sldId id="287" r:id="rId10"/>
    <p:sldId id="282" r:id="rId11"/>
    <p:sldId id="283" r:id="rId12"/>
    <p:sldId id="284" r:id="rId13"/>
    <p:sldId id="288" r:id="rId14"/>
    <p:sldId id="285" r:id="rId15"/>
    <p:sldId id="289" r:id="rId16"/>
    <p:sldId id="290" r:id="rId17"/>
    <p:sldId id="2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purl.oclc.org/ooxml/drawingml/main" xmlns:r="http://purl.oclc.org/ooxml/officeDocument/relationships" xmlns:p1510="http://schemas.microsoft.com/office/powerpoint/2015/10/main">
  <p1510:revLst>
    <p1510:client id="{F89CAA90-D8AE-40B3-A534-ABF1AD2F8A30}" v="2745" dt="2024-08-16T05:16:31.107"/>
  </p1510:revLst>
</p1510:revInfo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 horzBarState="maximized">
    <p:restoredLeft sz="14.984%" autoAdjust="0"/>
    <p:restoredTop sz="94.619%" autoAdjust="0"/>
  </p:normalViewPr>
  <p:slideViewPr>
    <p:cSldViewPr snapToGrid="0">
      <p:cViewPr varScale="1">
        <p:scale>
          <a:sx n="127" d="100"/>
          <a:sy n="127" d="100"/>
        </p:scale>
        <p:origin x="5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purl.oclc.org/ooxml/officeDocument/relationships/slide" Target="slides/slide4.xml"/><Relationship Id="rId13" Type="http://purl.oclc.org/ooxml/officeDocument/relationships/slide" Target="slides/slide9.xml"/><Relationship Id="rId18" Type="http://purl.oclc.org/ooxml/officeDocument/relationships/slide" Target="slides/slide14.xml"/><Relationship Id="rId3" Type="http://purl.oclc.org/ooxml/officeDocument/relationships/customXml" Target="../customXml/item3.xml"/><Relationship Id="rId21" Type="http://purl.oclc.org/ooxml/officeDocument/relationships/viewProps" Target="viewProps.xml"/><Relationship Id="rId7" Type="http://purl.oclc.org/ooxml/officeDocument/relationships/slide" Target="slides/slide3.xml"/><Relationship Id="rId12" Type="http://purl.oclc.org/ooxml/officeDocument/relationships/slide" Target="slides/slide8.xml"/><Relationship Id="rId17" Type="http://purl.oclc.org/ooxml/officeDocument/relationships/slide" Target="slides/slide13.xml"/><Relationship Id="rId2" Type="http://purl.oclc.org/ooxml/officeDocument/relationships/customXml" Target="../customXml/item2.xml"/><Relationship Id="rId16" Type="http://purl.oclc.org/ooxml/officeDocument/relationships/slide" Target="slides/slide12.xml"/><Relationship Id="rId20" Type="http://purl.oclc.org/ooxml/officeDocument/relationships/presProps" Target="presProps.xml"/><Relationship Id="rId1" Type="http://purl.oclc.org/ooxml/officeDocument/relationships/customXml" Target="../customXml/item1.xml"/><Relationship Id="rId6" Type="http://purl.oclc.org/ooxml/officeDocument/relationships/slide" Target="slides/slide2.xml"/><Relationship Id="rId11" Type="http://purl.oclc.org/ooxml/officeDocument/relationships/slide" Target="slides/slide7.xml"/><Relationship Id="rId24" Type="http://schemas.microsoft.com/office/2015/10/relationships/revisionInfo" Target="revisionInfo.xml"/><Relationship Id="rId5" Type="http://purl.oclc.org/ooxml/officeDocument/relationships/slide" Target="slides/slide1.xml"/><Relationship Id="rId15" Type="http://purl.oclc.org/ooxml/officeDocument/relationships/slide" Target="slides/slide11.xml"/><Relationship Id="rId23" Type="http://purl.oclc.org/ooxml/officeDocument/relationships/tableStyles" Target="tableStyles.xml"/><Relationship Id="rId10" Type="http://purl.oclc.org/ooxml/officeDocument/relationships/slide" Target="slides/slide6.xml"/><Relationship Id="rId19" Type="http://purl.oclc.org/ooxml/officeDocument/relationships/notesMaster" Target="notesMasters/notesMaster1.xml"/><Relationship Id="rId4" Type="http://purl.oclc.org/ooxml/officeDocument/relationships/slideMaster" Target="slideMasters/slideMaster1.xml"/><Relationship Id="rId9" Type="http://purl.oclc.org/ooxml/officeDocument/relationships/slide" Target="slides/slide5.xml"/><Relationship Id="rId14" Type="http://purl.oclc.org/ooxml/officeDocument/relationships/slide" Target="slides/slide10.xml"/><Relationship Id="rId22" Type="http://purl.oclc.org/ooxml/officeDocument/relationships/theme" Target="theme/theme1.xml"/></Relationships>
</file>

<file path=ppt/diagrams/colors1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purl.oclc.org/ooxml/drawingml/diagram" xmlns:a="http://purl.oclc.org/ooxml/drawingml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%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%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%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%"/>
      </a:schemeClr>
    </dgm:fillClrLst>
    <dgm:linClrLst meth="repeat">
      <a:schemeClr val="accent1">
        <a:tint val="60%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%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%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%"/>
        <a:tint val="40%"/>
      </a:schemeClr>
    </dgm:fillClrLst>
    <dgm:linClrLst meth="repeat">
      <a:schemeClr val="accent1">
        <a:alpha val="90%"/>
        <a:tint val="40%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%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%"/>
        <a:alpha val="40%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%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%"/>
      </a:schemeClr>
    </dgm:fillClrLst>
    <dgm:linClrLst meth="repeat">
      <a:schemeClr val="dk1">
        <a:alpha val="0%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purl.oclc.org/ooxml/drawingml/diagram" xmlns:a="http://purl.oclc.org/ooxml/drawingml/main">
  <dgm:ptLst>
    <dgm:pt modelId="{7D839424-CFF8-46B4-B53E-6895DB480F5B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AB56F321-53C3-45FF-929C-48221C506EDD}">
      <dgm:prSet phldrT="[Text]"/>
      <dgm:spPr/>
      <dgm:t>
        <a:bodyPr/>
        <a:lstStyle/>
        <a:p>
          <a:r>
            <a:rPr lang="en-US" dirty="0"/>
            <a:t>Sources of growth </a:t>
          </a:r>
          <a:endParaRPr lang="en-SG" dirty="0"/>
        </a:p>
      </dgm:t>
    </dgm:pt>
    <dgm:pt modelId="{E0AF1A62-7E50-4A83-9E3B-AFAD2D7E7D7E}" type="parTrans" cxnId="{19A00A27-8021-46DB-AB0D-EE22034036E4}">
      <dgm:prSet/>
      <dgm:spPr/>
      <dgm:t>
        <a:bodyPr/>
        <a:lstStyle/>
        <a:p>
          <a:endParaRPr lang="en-SG"/>
        </a:p>
      </dgm:t>
    </dgm:pt>
    <dgm:pt modelId="{AB6E8EBA-5771-4190-BD45-F737977AD965}" type="sibTrans" cxnId="{19A00A27-8021-46DB-AB0D-EE22034036E4}">
      <dgm:prSet/>
      <dgm:spPr/>
      <dgm:t>
        <a:bodyPr/>
        <a:lstStyle/>
        <a:p>
          <a:endParaRPr lang="en-SG"/>
        </a:p>
      </dgm:t>
    </dgm:pt>
    <dgm:pt modelId="{0F1A5C8E-A222-4661-88A1-C5A3293BC9A6}">
      <dgm:prSet phldrT="[Text]"/>
      <dgm:spPr/>
      <dgm:t>
        <a:bodyPr/>
        <a:lstStyle/>
        <a:p>
          <a:r>
            <a:rPr lang="en-US" dirty="0"/>
            <a:t>Evidence of Growth </a:t>
          </a:r>
          <a:endParaRPr lang="en-SG" dirty="0"/>
        </a:p>
      </dgm:t>
    </dgm:pt>
    <dgm:pt modelId="{6F0250BE-1487-4EAF-856A-FA3080E8F1D1}" type="parTrans" cxnId="{0468A7DA-29A3-4EED-BF2C-B5D068AC8DB2}">
      <dgm:prSet/>
      <dgm:spPr/>
      <dgm:t>
        <a:bodyPr/>
        <a:lstStyle/>
        <a:p>
          <a:endParaRPr lang="en-SG"/>
        </a:p>
      </dgm:t>
    </dgm:pt>
    <dgm:pt modelId="{3897C9D9-D87D-48F4-AD01-4E566834D225}" type="sibTrans" cxnId="{0468A7DA-29A3-4EED-BF2C-B5D068AC8DB2}">
      <dgm:prSet/>
      <dgm:spPr/>
      <dgm:t>
        <a:bodyPr/>
        <a:lstStyle/>
        <a:p>
          <a:endParaRPr lang="en-SG"/>
        </a:p>
      </dgm:t>
    </dgm:pt>
    <dgm:pt modelId="{F6F8C5FB-BF1E-4F71-BC41-EB0F98A13672}">
      <dgm:prSet phldrT="[Text]"/>
      <dgm:spPr/>
      <dgm:t>
        <a:bodyPr/>
        <a:lstStyle/>
        <a:p>
          <a:r>
            <a:rPr lang="en-US" dirty="0"/>
            <a:t>Challenges to growth</a:t>
          </a:r>
          <a:endParaRPr lang="en-SG" dirty="0"/>
        </a:p>
      </dgm:t>
    </dgm:pt>
    <dgm:pt modelId="{455A16EC-1702-4245-95DD-27FF6DD4C5E9}" type="parTrans" cxnId="{FBFC8409-FC40-4B8D-8A16-3EC5C73FF017}">
      <dgm:prSet/>
      <dgm:spPr/>
      <dgm:t>
        <a:bodyPr/>
        <a:lstStyle/>
        <a:p>
          <a:endParaRPr lang="en-SG"/>
        </a:p>
      </dgm:t>
    </dgm:pt>
    <dgm:pt modelId="{F4469256-F251-4562-B026-AC2E92C11DD7}" type="sibTrans" cxnId="{FBFC8409-FC40-4B8D-8A16-3EC5C73FF017}">
      <dgm:prSet/>
      <dgm:spPr/>
      <dgm:t>
        <a:bodyPr/>
        <a:lstStyle/>
        <a:p>
          <a:endParaRPr lang="en-SG"/>
        </a:p>
      </dgm:t>
    </dgm:pt>
    <dgm:pt modelId="{E4EA43BA-76E4-4433-9C97-B5CE661DE19E}">
      <dgm:prSet/>
      <dgm:spPr/>
      <dgm:t>
        <a:bodyPr/>
        <a:lstStyle/>
        <a:p>
          <a:r>
            <a:rPr lang="en-US" dirty="0"/>
            <a:t>Chapter 1 – 2 </a:t>
          </a:r>
          <a:endParaRPr lang="en-SG" dirty="0"/>
        </a:p>
      </dgm:t>
    </dgm:pt>
    <dgm:pt modelId="{10DA5A47-9F73-4047-8F3B-431F12A07708}" type="parTrans" cxnId="{41634A2C-680E-490B-9433-F6C5594B70C8}">
      <dgm:prSet/>
      <dgm:spPr/>
      <dgm:t>
        <a:bodyPr/>
        <a:lstStyle/>
        <a:p>
          <a:endParaRPr lang="en-SG"/>
        </a:p>
      </dgm:t>
    </dgm:pt>
    <dgm:pt modelId="{ABDF1C57-C404-4388-AC72-62F12FB999EF}" type="sibTrans" cxnId="{41634A2C-680E-490B-9433-F6C5594B70C8}">
      <dgm:prSet/>
      <dgm:spPr/>
      <dgm:t>
        <a:bodyPr/>
        <a:lstStyle/>
        <a:p>
          <a:endParaRPr lang="en-SG"/>
        </a:p>
      </dgm:t>
    </dgm:pt>
    <dgm:pt modelId="{D190AB8E-AA59-4652-8923-AB5E16DFE4C8}">
      <dgm:prSet/>
      <dgm:spPr/>
      <dgm:t>
        <a:bodyPr/>
        <a:lstStyle/>
        <a:p>
          <a:r>
            <a:rPr lang="en-US" dirty="0"/>
            <a:t>Chapter 6 - 9</a:t>
          </a:r>
          <a:endParaRPr lang="en-SG" dirty="0"/>
        </a:p>
      </dgm:t>
    </dgm:pt>
    <dgm:pt modelId="{F27E50B7-C2A4-4503-858E-B334222BECE6}" type="parTrans" cxnId="{BD665F67-9B64-4139-B194-DEDDBE7A7E7B}">
      <dgm:prSet/>
      <dgm:spPr/>
      <dgm:t>
        <a:bodyPr/>
        <a:lstStyle/>
        <a:p>
          <a:endParaRPr lang="en-SG"/>
        </a:p>
      </dgm:t>
    </dgm:pt>
    <dgm:pt modelId="{1A346B08-8ADD-415C-AA24-D9B08797030C}" type="sibTrans" cxnId="{BD665F67-9B64-4139-B194-DEDDBE7A7E7B}">
      <dgm:prSet/>
      <dgm:spPr/>
      <dgm:t>
        <a:bodyPr/>
        <a:lstStyle/>
        <a:p>
          <a:endParaRPr lang="en-SG"/>
        </a:p>
      </dgm:t>
    </dgm:pt>
    <dgm:pt modelId="{45EF48F8-9C6C-4231-BD46-11293557C1F9}">
      <dgm:prSet/>
      <dgm:spPr/>
      <dgm:t>
        <a:bodyPr/>
        <a:lstStyle/>
        <a:p>
          <a:r>
            <a:rPr lang="en-US" dirty="0"/>
            <a:t>Chapter 10 </a:t>
          </a:r>
          <a:endParaRPr lang="en-SG" dirty="0"/>
        </a:p>
      </dgm:t>
    </dgm:pt>
    <dgm:pt modelId="{2CADF715-B002-4B3A-BC27-67365E10DE57}" type="parTrans" cxnId="{8A6A4E70-6FCA-46E5-B517-BB5828FCD7C0}">
      <dgm:prSet/>
      <dgm:spPr/>
      <dgm:t>
        <a:bodyPr/>
        <a:lstStyle/>
        <a:p>
          <a:endParaRPr lang="en-SG"/>
        </a:p>
      </dgm:t>
    </dgm:pt>
    <dgm:pt modelId="{0A93B5CA-BB5F-4A62-8B92-CB8084AF8006}" type="sibTrans" cxnId="{8A6A4E70-6FCA-46E5-B517-BB5828FCD7C0}">
      <dgm:prSet/>
      <dgm:spPr/>
      <dgm:t>
        <a:bodyPr/>
        <a:lstStyle/>
        <a:p>
          <a:endParaRPr lang="en-SG"/>
        </a:p>
      </dgm:t>
    </dgm:pt>
    <dgm:pt modelId="{C66D6763-32AE-49AC-91BA-16334AAC1B5B}">
      <dgm:prSet/>
      <dgm:spPr/>
      <dgm:t>
        <a:bodyPr/>
        <a:lstStyle/>
        <a:p>
          <a:r>
            <a:rPr lang="en-US" dirty="0"/>
            <a:t>Theories and basis of growth</a:t>
          </a:r>
          <a:endParaRPr lang="en-SG" dirty="0"/>
        </a:p>
      </dgm:t>
    </dgm:pt>
    <dgm:pt modelId="{272457C4-2D25-446F-96CC-3013F6D07BD0}" type="parTrans" cxnId="{3F196784-3E8A-45F1-8F24-ADA1C8D8DAD5}">
      <dgm:prSet/>
      <dgm:spPr/>
      <dgm:t>
        <a:bodyPr/>
        <a:lstStyle/>
        <a:p>
          <a:endParaRPr lang="en-SG"/>
        </a:p>
      </dgm:t>
    </dgm:pt>
    <dgm:pt modelId="{301E08B1-4CE5-4B02-A6FF-6D7A4305E7B1}" type="sibTrans" cxnId="{3F196784-3E8A-45F1-8F24-ADA1C8D8DAD5}">
      <dgm:prSet/>
      <dgm:spPr/>
      <dgm:t>
        <a:bodyPr/>
        <a:lstStyle/>
        <a:p>
          <a:endParaRPr lang="en-SG"/>
        </a:p>
      </dgm:t>
    </dgm:pt>
    <dgm:pt modelId="{881C6EBD-A360-4577-85D9-757A9242B8A7}">
      <dgm:prSet/>
      <dgm:spPr/>
      <dgm:t>
        <a:bodyPr/>
        <a:lstStyle/>
        <a:p>
          <a:r>
            <a:rPr lang="en-US" dirty="0"/>
            <a:t>Chapter 3 – 5 </a:t>
          </a:r>
          <a:endParaRPr lang="en-SG" dirty="0"/>
        </a:p>
      </dgm:t>
    </dgm:pt>
    <dgm:pt modelId="{2B5DF39C-9E0F-4F0C-9815-E9766C0D0BA7}" type="parTrans" cxnId="{376CD976-0FE3-4C1E-ACC5-82761D56CE5E}">
      <dgm:prSet/>
      <dgm:spPr/>
      <dgm:t>
        <a:bodyPr/>
        <a:lstStyle/>
        <a:p>
          <a:endParaRPr lang="en-SG"/>
        </a:p>
      </dgm:t>
    </dgm:pt>
    <dgm:pt modelId="{91D4EB08-4748-4FD3-9555-C323D1437246}" type="sibTrans" cxnId="{376CD976-0FE3-4C1E-ACC5-82761D56CE5E}">
      <dgm:prSet/>
      <dgm:spPr/>
      <dgm:t>
        <a:bodyPr/>
        <a:lstStyle/>
        <a:p>
          <a:endParaRPr lang="en-SG"/>
        </a:p>
      </dgm:t>
    </dgm:pt>
    <dgm:pt modelId="{9CA70ACB-0A4C-48F1-BB9C-D852E442FD05}" type="pres">
      <dgm:prSet presAssocID="{7D839424-CFF8-46B4-B53E-6895DB480F5B}" presName="theList" presStyleCnt="0">
        <dgm:presLayoutVars>
          <dgm:dir/>
          <dgm:animLvl val="lvl"/>
          <dgm:resizeHandles val="exact"/>
        </dgm:presLayoutVars>
      </dgm:prSet>
      <dgm:spPr/>
    </dgm:pt>
    <dgm:pt modelId="{9BEC750F-0BDD-4B05-ACB8-2A6CE006F11F}" type="pres">
      <dgm:prSet presAssocID="{C66D6763-32AE-49AC-91BA-16334AAC1B5B}" presName="compNode" presStyleCnt="0"/>
      <dgm:spPr/>
    </dgm:pt>
    <dgm:pt modelId="{6A1565E8-4D53-4BBD-AA7B-85B3E36BDF14}" type="pres">
      <dgm:prSet presAssocID="{C66D6763-32AE-49AC-91BA-16334AAC1B5B}" presName="aNode" presStyleLbl="bgShp" presStyleIdx="0" presStyleCnt="4"/>
      <dgm:spPr/>
    </dgm:pt>
    <dgm:pt modelId="{2FB6647C-957F-4B67-9F32-121A9EF483E1}" type="pres">
      <dgm:prSet presAssocID="{C66D6763-32AE-49AC-91BA-16334AAC1B5B}" presName="textNode" presStyleLbl="bgShp" presStyleIdx="0" presStyleCnt="4"/>
      <dgm:spPr/>
    </dgm:pt>
    <dgm:pt modelId="{B8311851-192A-4F1B-94E4-BF8064DE7724}" type="pres">
      <dgm:prSet presAssocID="{C66D6763-32AE-49AC-91BA-16334AAC1B5B}" presName="compChildNode" presStyleCnt="0"/>
      <dgm:spPr/>
    </dgm:pt>
    <dgm:pt modelId="{A9F90654-15B1-420A-A45C-B597C00B8823}" type="pres">
      <dgm:prSet presAssocID="{C66D6763-32AE-49AC-91BA-16334AAC1B5B}" presName="theInnerList" presStyleCnt="0"/>
      <dgm:spPr/>
    </dgm:pt>
    <dgm:pt modelId="{A984A118-C46D-44D1-879A-08D5EA7A2741}" type="pres">
      <dgm:prSet presAssocID="{E4EA43BA-76E4-4433-9C97-B5CE661DE19E}" presName="childNode" presStyleLbl="node1" presStyleIdx="0" presStyleCnt="4">
        <dgm:presLayoutVars>
          <dgm:bulletEnabled val="1"/>
        </dgm:presLayoutVars>
      </dgm:prSet>
      <dgm:spPr/>
    </dgm:pt>
    <dgm:pt modelId="{553C8E37-700C-4EF8-95A0-287233FB01DE}" type="pres">
      <dgm:prSet presAssocID="{C66D6763-32AE-49AC-91BA-16334AAC1B5B}" presName="aSpace" presStyleCnt="0"/>
      <dgm:spPr/>
    </dgm:pt>
    <dgm:pt modelId="{CEB0AFAE-7F6A-4DC0-A126-634DF15CEEA4}" type="pres">
      <dgm:prSet presAssocID="{AB56F321-53C3-45FF-929C-48221C506EDD}" presName="compNode" presStyleCnt="0"/>
      <dgm:spPr/>
    </dgm:pt>
    <dgm:pt modelId="{B89E8B97-A429-4174-9442-0A13F90FECF5}" type="pres">
      <dgm:prSet presAssocID="{AB56F321-53C3-45FF-929C-48221C506EDD}" presName="aNode" presStyleLbl="bgShp" presStyleIdx="1" presStyleCnt="4"/>
      <dgm:spPr/>
    </dgm:pt>
    <dgm:pt modelId="{DD4B684F-D5CB-4F6B-BA38-F800F8D91CAD}" type="pres">
      <dgm:prSet presAssocID="{AB56F321-53C3-45FF-929C-48221C506EDD}" presName="textNode" presStyleLbl="bgShp" presStyleIdx="1" presStyleCnt="4"/>
      <dgm:spPr/>
    </dgm:pt>
    <dgm:pt modelId="{BCB46B31-FF9C-4F56-B3BF-948AB687797D}" type="pres">
      <dgm:prSet presAssocID="{AB56F321-53C3-45FF-929C-48221C506EDD}" presName="compChildNode" presStyleCnt="0"/>
      <dgm:spPr/>
    </dgm:pt>
    <dgm:pt modelId="{F3CEF297-EF18-448E-A1D3-E0994AB284B4}" type="pres">
      <dgm:prSet presAssocID="{AB56F321-53C3-45FF-929C-48221C506EDD}" presName="theInnerList" presStyleCnt="0"/>
      <dgm:spPr/>
    </dgm:pt>
    <dgm:pt modelId="{7ACF879B-1BBF-447D-A3BB-CED946BACAFB}" type="pres">
      <dgm:prSet presAssocID="{881C6EBD-A360-4577-85D9-757A9242B8A7}" presName="childNode" presStyleLbl="node1" presStyleIdx="1" presStyleCnt="4">
        <dgm:presLayoutVars>
          <dgm:bulletEnabled val="1"/>
        </dgm:presLayoutVars>
      </dgm:prSet>
      <dgm:spPr/>
    </dgm:pt>
    <dgm:pt modelId="{8C23B9D0-68B7-43E5-876B-E3E39D78D441}" type="pres">
      <dgm:prSet presAssocID="{AB56F321-53C3-45FF-929C-48221C506EDD}" presName="aSpace" presStyleCnt="0"/>
      <dgm:spPr/>
    </dgm:pt>
    <dgm:pt modelId="{48762072-76F9-49B5-9B7A-B3F636DBC807}" type="pres">
      <dgm:prSet presAssocID="{0F1A5C8E-A222-4661-88A1-C5A3293BC9A6}" presName="compNode" presStyleCnt="0"/>
      <dgm:spPr/>
    </dgm:pt>
    <dgm:pt modelId="{95BCC84B-5FD4-49CC-9242-75177F46E15A}" type="pres">
      <dgm:prSet presAssocID="{0F1A5C8E-A222-4661-88A1-C5A3293BC9A6}" presName="aNode" presStyleLbl="bgShp" presStyleIdx="2" presStyleCnt="4"/>
      <dgm:spPr/>
    </dgm:pt>
    <dgm:pt modelId="{35F220F5-1CC3-470E-8F97-C4E5DF05C5F2}" type="pres">
      <dgm:prSet presAssocID="{0F1A5C8E-A222-4661-88A1-C5A3293BC9A6}" presName="textNode" presStyleLbl="bgShp" presStyleIdx="2" presStyleCnt="4"/>
      <dgm:spPr/>
    </dgm:pt>
    <dgm:pt modelId="{D2646013-B872-4DFB-8894-C537CA7549FC}" type="pres">
      <dgm:prSet presAssocID="{0F1A5C8E-A222-4661-88A1-C5A3293BC9A6}" presName="compChildNode" presStyleCnt="0"/>
      <dgm:spPr/>
    </dgm:pt>
    <dgm:pt modelId="{0B652BEA-9CF8-4A48-8004-1FB050DF4EDF}" type="pres">
      <dgm:prSet presAssocID="{0F1A5C8E-A222-4661-88A1-C5A3293BC9A6}" presName="theInnerList" presStyleCnt="0"/>
      <dgm:spPr/>
    </dgm:pt>
    <dgm:pt modelId="{ECE623D2-02B8-4100-AAD5-BB50148CDBAB}" type="pres">
      <dgm:prSet presAssocID="{D190AB8E-AA59-4652-8923-AB5E16DFE4C8}" presName="childNode" presStyleLbl="node1" presStyleIdx="2" presStyleCnt="4">
        <dgm:presLayoutVars>
          <dgm:bulletEnabled val="1"/>
        </dgm:presLayoutVars>
      </dgm:prSet>
      <dgm:spPr/>
    </dgm:pt>
    <dgm:pt modelId="{4B321695-02D2-4154-93DE-375F71143420}" type="pres">
      <dgm:prSet presAssocID="{0F1A5C8E-A222-4661-88A1-C5A3293BC9A6}" presName="aSpace" presStyleCnt="0"/>
      <dgm:spPr/>
    </dgm:pt>
    <dgm:pt modelId="{D1FA6FD2-495C-4217-BAB9-B4958A6E3F52}" type="pres">
      <dgm:prSet presAssocID="{F6F8C5FB-BF1E-4F71-BC41-EB0F98A13672}" presName="compNode" presStyleCnt="0"/>
      <dgm:spPr/>
    </dgm:pt>
    <dgm:pt modelId="{255531A6-5C28-405C-9285-DA1B3DA4BBF1}" type="pres">
      <dgm:prSet presAssocID="{F6F8C5FB-BF1E-4F71-BC41-EB0F98A13672}" presName="aNode" presStyleLbl="bgShp" presStyleIdx="3" presStyleCnt="4"/>
      <dgm:spPr/>
    </dgm:pt>
    <dgm:pt modelId="{3803FC63-CAA2-48EC-A473-E279E08B90A4}" type="pres">
      <dgm:prSet presAssocID="{F6F8C5FB-BF1E-4F71-BC41-EB0F98A13672}" presName="textNode" presStyleLbl="bgShp" presStyleIdx="3" presStyleCnt="4"/>
      <dgm:spPr/>
    </dgm:pt>
    <dgm:pt modelId="{55902690-EDFB-4E41-9276-F7480EF12AA2}" type="pres">
      <dgm:prSet presAssocID="{F6F8C5FB-BF1E-4F71-BC41-EB0F98A13672}" presName="compChildNode" presStyleCnt="0"/>
      <dgm:spPr/>
    </dgm:pt>
    <dgm:pt modelId="{40D6E4EE-92C9-48DF-BB78-F2E818E823FD}" type="pres">
      <dgm:prSet presAssocID="{F6F8C5FB-BF1E-4F71-BC41-EB0F98A13672}" presName="theInnerList" presStyleCnt="0"/>
      <dgm:spPr/>
    </dgm:pt>
    <dgm:pt modelId="{CC9102D8-4DDA-4B8F-9AA2-7FA98DF847F1}" type="pres">
      <dgm:prSet presAssocID="{45EF48F8-9C6C-4231-BD46-11293557C1F9}" presName="childNode" presStyleLbl="node1" presStyleIdx="3" presStyleCnt="4">
        <dgm:presLayoutVars>
          <dgm:bulletEnabled val="1"/>
        </dgm:presLayoutVars>
      </dgm:prSet>
      <dgm:spPr/>
    </dgm:pt>
  </dgm:ptLst>
  <dgm:cxnLst>
    <dgm:cxn modelId="{FBFC8409-FC40-4B8D-8A16-3EC5C73FF017}" srcId="{7D839424-CFF8-46B4-B53E-6895DB480F5B}" destId="{F6F8C5FB-BF1E-4F71-BC41-EB0F98A13672}" srcOrd="3" destOrd="0" parTransId="{455A16EC-1702-4245-95DD-27FF6DD4C5E9}" sibTransId="{F4469256-F251-4562-B026-AC2E92C11DD7}"/>
    <dgm:cxn modelId="{19A00A27-8021-46DB-AB0D-EE22034036E4}" srcId="{7D839424-CFF8-46B4-B53E-6895DB480F5B}" destId="{AB56F321-53C3-45FF-929C-48221C506EDD}" srcOrd="1" destOrd="0" parTransId="{E0AF1A62-7E50-4A83-9E3B-AFAD2D7E7D7E}" sibTransId="{AB6E8EBA-5771-4190-BD45-F737977AD965}"/>
    <dgm:cxn modelId="{400CFB28-9971-4ABC-8893-4F728910DB84}" type="presOf" srcId="{C66D6763-32AE-49AC-91BA-16334AAC1B5B}" destId="{6A1565E8-4D53-4BBD-AA7B-85B3E36BDF14}" srcOrd="0" destOrd="0" presId="urn:microsoft.com/office/officeart/2005/8/layout/lProcess2"/>
    <dgm:cxn modelId="{41634A2C-680E-490B-9433-F6C5594B70C8}" srcId="{C66D6763-32AE-49AC-91BA-16334AAC1B5B}" destId="{E4EA43BA-76E4-4433-9C97-B5CE661DE19E}" srcOrd="0" destOrd="0" parTransId="{10DA5A47-9F73-4047-8F3B-431F12A07708}" sibTransId="{ABDF1C57-C404-4388-AC72-62F12FB999EF}"/>
    <dgm:cxn modelId="{8C88AF3A-BF9C-47BF-9276-8D6E251A50C4}" type="presOf" srcId="{881C6EBD-A360-4577-85D9-757A9242B8A7}" destId="{7ACF879B-1BBF-447D-A3BB-CED946BACAFB}" srcOrd="0" destOrd="0" presId="urn:microsoft.com/office/officeart/2005/8/layout/lProcess2"/>
    <dgm:cxn modelId="{81F2503E-2CE9-42E4-A73D-FABB275E7324}" type="presOf" srcId="{F6F8C5FB-BF1E-4F71-BC41-EB0F98A13672}" destId="{255531A6-5C28-405C-9285-DA1B3DA4BBF1}" srcOrd="0" destOrd="0" presId="urn:microsoft.com/office/officeart/2005/8/layout/lProcess2"/>
    <dgm:cxn modelId="{97B88663-F082-48DB-B21D-A5EF46E87F7C}" type="presOf" srcId="{0F1A5C8E-A222-4661-88A1-C5A3293BC9A6}" destId="{95BCC84B-5FD4-49CC-9242-75177F46E15A}" srcOrd="0" destOrd="0" presId="urn:microsoft.com/office/officeart/2005/8/layout/lProcess2"/>
    <dgm:cxn modelId="{BD665F67-9B64-4139-B194-DEDDBE7A7E7B}" srcId="{0F1A5C8E-A222-4661-88A1-C5A3293BC9A6}" destId="{D190AB8E-AA59-4652-8923-AB5E16DFE4C8}" srcOrd="0" destOrd="0" parTransId="{F27E50B7-C2A4-4503-858E-B334222BECE6}" sibTransId="{1A346B08-8ADD-415C-AA24-D9B08797030C}"/>
    <dgm:cxn modelId="{8A6A4E70-6FCA-46E5-B517-BB5828FCD7C0}" srcId="{F6F8C5FB-BF1E-4F71-BC41-EB0F98A13672}" destId="{45EF48F8-9C6C-4231-BD46-11293557C1F9}" srcOrd="0" destOrd="0" parTransId="{2CADF715-B002-4B3A-BC27-67365E10DE57}" sibTransId="{0A93B5CA-BB5F-4A62-8B92-CB8084AF8006}"/>
    <dgm:cxn modelId="{376CD976-0FE3-4C1E-ACC5-82761D56CE5E}" srcId="{AB56F321-53C3-45FF-929C-48221C506EDD}" destId="{881C6EBD-A360-4577-85D9-757A9242B8A7}" srcOrd="0" destOrd="0" parTransId="{2B5DF39C-9E0F-4F0C-9815-E9766C0D0BA7}" sibTransId="{91D4EB08-4748-4FD3-9555-C323D1437246}"/>
    <dgm:cxn modelId="{B8729979-B346-4C54-A480-2A2C43E2102B}" type="presOf" srcId="{7D839424-CFF8-46B4-B53E-6895DB480F5B}" destId="{9CA70ACB-0A4C-48F1-BB9C-D852E442FD05}" srcOrd="0" destOrd="0" presId="urn:microsoft.com/office/officeart/2005/8/layout/lProcess2"/>
    <dgm:cxn modelId="{4F265781-DEEF-46F5-B000-B34D0DC2845C}" type="presOf" srcId="{45EF48F8-9C6C-4231-BD46-11293557C1F9}" destId="{CC9102D8-4DDA-4B8F-9AA2-7FA98DF847F1}" srcOrd="0" destOrd="0" presId="urn:microsoft.com/office/officeart/2005/8/layout/lProcess2"/>
    <dgm:cxn modelId="{3F196784-3E8A-45F1-8F24-ADA1C8D8DAD5}" srcId="{7D839424-CFF8-46B4-B53E-6895DB480F5B}" destId="{C66D6763-32AE-49AC-91BA-16334AAC1B5B}" srcOrd="0" destOrd="0" parTransId="{272457C4-2D25-446F-96CC-3013F6D07BD0}" sibTransId="{301E08B1-4CE5-4B02-A6FF-6D7A4305E7B1}"/>
    <dgm:cxn modelId="{CCC1B2A6-BB4E-414B-8A8A-9B8746E59985}" type="presOf" srcId="{C66D6763-32AE-49AC-91BA-16334AAC1B5B}" destId="{2FB6647C-957F-4B67-9F32-121A9EF483E1}" srcOrd="1" destOrd="0" presId="urn:microsoft.com/office/officeart/2005/8/layout/lProcess2"/>
    <dgm:cxn modelId="{5FC63FBF-DD40-4EF7-8285-73F5DBBA2A78}" type="presOf" srcId="{E4EA43BA-76E4-4433-9C97-B5CE661DE19E}" destId="{A984A118-C46D-44D1-879A-08D5EA7A2741}" srcOrd="0" destOrd="0" presId="urn:microsoft.com/office/officeart/2005/8/layout/lProcess2"/>
    <dgm:cxn modelId="{1BC4B6C0-6F36-459F-8ECB-4C033899619A}" type="presOf" srcId="{0F1A5C8E-A222-4661-88A1-C5A3293BC9A6}" destId="{35F220F5-1CC3-470E-8F97-C4E5DF05C5F2}" srcOrd="1" destOrd="0" presId="urn:microsoft.com/office/officeart/2005/8/layout/lProcess2"/>
    <dgm:cxn modelId="{8C8230CC-D622-458E-878F-BB82254E411C}" type="presOf" srcId="{D190AB8E-AA59-4652-8923-AB5E16DFE4C8}" destId="{ECE623D2-02B8-4100-AAD5-BB50148CDBAB}" srcOrd="0" destOrd="0" presId="urn:microsoft.com/office/officeart/2005/8/layout/lProcess2"/>
    <dgm:cxn modelId="{1B53D0CD-5DDD-439D-BF4F-4DDE83EB21EC}" type="presOf" srcId="{F6F8C5FB-BF1E-4F71-BC41-EB0F98A13672}" destId="{3803FC63-CAA2-48EC-A473-E279E08B90A4}" srcOrd="1" destOrd="0" presId="urn:microsoft.com/office/officeart/2005/8/layout/lProcess2"/>
    <dgm:cxn modelId="{C1C5A0D5-AB96-45A9-95A8-561046F38529}" type="presOf" srcId="{AB56F321-53C3-45FF-929C-48221C506EDD}" destId="{B89E8B97-A429-4174-9442-0A13F90FECF5}" srcOrd="0" destOrd="0" presId="urn:microsoft.com/office/officeart/2005/8/layout/lProcess2"/>
    <dgm:cxn modelId="{0468A7DA-29A3-4EED-BF2C-B5D068AC8DB2}" srcId="{7D839424-CFF8-46B4-B53E-6895DB480F5B}" destId="{0F1A5C8E-A222-4661-88A1-C5A3293BC9A6}" srcOrd="2" destOrd="0" parTransId="{6F0250BE-1487-4EAF-856A-FA3080E8F1D1}" sibTransId="{3897C9D9-D87D-48F4-AD01-4E566834D225}"/>
    <dgm:cxn modelId="{D4EFB5FA-713F-41A1-9B70-929B27529627}" type="presOf" srcId="{AB56F321-53C3-45FF-929C-48221C506EDD}" destId="{DD4B684F-D5CB-4F6B-BA38-F800F8D91CAD}" srcOrd="1" destOrd="0" presId="urn:microsoft.com/office/officeart/2005/8/layout/lProcess2"/>
    <dgm:cxn modelId="{A3E1E095-2687-4B6D-9BCF-69D85AECADF9}" type="presParOf" srcId="{9CA70ACB-0A4C-48F1-BB9C-D852E442FD05}" destId="{9BEC750F-0BDD-4B05-ACB8-2A6CE006F11F}" srcOrd="0" destOrd="0" presId="urn:microsoft.com/office/officeart/2005/8/layout/lProcess2"/>
    <dgm:cxn modelId="{7ADA09D8-1F4B-44D9-B6A8-0EAAF68EC8F7}" type="presParOf" srcId="{9BEC750F-0BDD-4B05-ACB8-2A6CE006F11F}" destId="{6A1565E8-4D53-4BBD-AA7B-85B3E36BDF14}" srcOrd="0" destOrd="0" presId="urn:microsoft.com/office/officeart/2005/8/layout/lProcess2"/>
    <dgm:cxn modelId="{E3EB7C0C-E6D4-45C1-93CE-2DDEBB58265E}" type="presParOf" srcId="{9BEC750F-0BDD-4B05-ACB8-2A6CE006F11F}" destId="{2FB6647C-957F-4B67-9F32-121A9EF483E1}" srcOrd="1" destOrd="0" presId="urn:microsoft.com/office/officeart/2005/8/layout/lProcess2"/>
    <dgm:cxn modelId="{00C4EFD5-4D48-44BD-8117-2F197BA2C9AA}" type="presParOf" srcId="{9BEC750F-0BDD-4B05-ACB8-2A6CE006F11F}" destId="{B8311851-192A-4F1B-94E4-BF8064DE7724}" srcOrd="2" destOrd="0" presId="urn:microsoft.com/office/officeart/2005/8/layout/lProcess2"/>
    <dgm:cxn modelId="{5552DB44-8FC4-422A-8FB0-65DA0D3A5FA3}" type="presParOf" srcId="{B8311851-192A-4F1B-94E4-BF8064DE7724}" destId="{A9F90654-15B1-420A-A45C-B597C00B8823}" srcOrd="0" destOrd="0" presId="urn:microsoft.com/office/officeart/2005/8/layout/lProcess2"/>
    <dgm:cxn modelId="{F86B537B-62EE-482C-89E6-2E95953C3D0B}" type="presParOf" srcId="{A9F90654-15B1-420A-A45C-B597C00B8823}" destId="{A984A118-C46D-44D1-879A-08D5EA7A2741}" srcOrd="0" destOrd="0" presId="urn:microsoft.com/office/officeart/2005/8/layout/lProcess2"/>
    <dgm:cxn modelId="{F8E56561-EC02-4CA8-B1B5-9F3F19130DF1}" type="presParOf" srcId="{9CA70ACB-0A4C-48F1-BB9C-D852E442FD05}" destId="{553C8E37-700C-4EF8-95A0-287233FB01DE}" srcOrd="1" destOrd="0" presId="urn:microsoft.com/office/officeart/2005/8/layout/lProcess2"/>
    <dgm:cxn modelId="{878FDCBA-C260-4717-AA55-5284A5B4350C}" type="presParOf" srcId="{9CA70ACB-0A4C-48F1-BB9C-D852E442FD05}" destId="{CEB0AFAE-7F6A-4DC0-A126-634DF15CEEA4}" srcOrd="2" destOrd="0" presId="urn:microsoft.com/office/officeart/2005/8/layout/lProcess2"/>
    <dgm:cxn modelId="{D99B2A2C-9E9E-45CA-9B1D-5E9A93540C96}" type="presParOf" srcId="{CEB0AFAE-7F6A-4DC0-A126-634DF15CEEA4}" destId="{B89E8B97-A429-4174-9442-0A13F90FECF5}" srcOrd="0" destOrd="0" presId="urn:microsoft.com/office/officeart/2005/8/layout/lProcess2"/>
    <dgm:cxn modelId="{EABA43D2-8160-449D-9F7F-0141F60C9DE6}" type="presParOf" srcId="{CEB0AFAE-7F6A-4DC0-A126-634DF15CEEA4}" destId="{DD4B684F-D5CB-4F6B-BA38-F800F8D91CAD}" srcOrd="1" destOrd="0" presId="urn:microsoft.com/office/officeart/2005/8/layout/lProcess2"/>
    <dgm:cxn modelId="{3832DFC9-F6F4-466E-BB4E-09705AD097B2}" type="presParOf" srcId="{CEB0AFAE-7F6A-4DC0-A126-634DF15CEEA4}" destId="{BCB46B31-FF9C-4F56-B3BF-948AB687797D}" srcOrd="2" destOrd="0" presId="urn:microsoft.com/office/officeart/2005/8/layout/lProcess2"/>
    <dgm:cxn modelId="{25D504E1-4B59-4AA9-82B6-C6011DC2EB1E}" type="presParOf" srcId="{BCB46B31-FF9C-4F56-B3BF-948AB687797D}" destId="{F3CEF297-EF18-448E-A1D3-E0994AB284B4}" srcOrd="0" destOrd="0" presId="urn:microsoft.com/office/officeart/2005/8/layout/lProcess2"/>
    <dgm:cxn modelId="{328EAEFF-276F-4EF7-AE0D-3826AF8A8CA8}" type="presParOf" srcId="{F3CEF297-EF18-448E-A1D3-E0994AB284B4}" destId="{7ACF879B-1BBF-447D-A3BB-CED946BACAFB}" srcOrd="0" destOrd="0" presId="urn:microsoft.com/office/officeart/2005/8/layout/lProcess2"/>
    <dgm:cxn modelId="{C262F0A8-8155-42DC-B322-A0DEEB457A02}" type="presParOf" srcId="{9CA70ACB-0A4C-48F1-BB9C-D852E442FD05}" destId="{8C23B9D0-68B7-43E5-876B-E3E39D78D441}" srcOrd="3" destOrd="0" presId="urn:microsoft.com/office/officeart/2005/8/layout/lProcess2"/>
    <dgm:cxn modelId="{D21B40FF-9259-4451-AB92-57F1C83AAF64}" type="presParOf" srcId="{9CA70ACB-0A4C-48F1-BB9C-D852E442FD05}" destId="{48762072-76F9-49B5-9B7A-B3F636DBC807}" srcOrd="4" destOrd="0" presId="urn:microsoft.com/office/officeart/2005/8/layout/lProcess2"/>
    <dgm:cxn modelId="{410516F1-972E-450A-A62D-A3E03743876F}" type="presParOf" srcId="{48762072-76F9-49B5-9B7A-B3F636DBC807}" destId="{95BCC84B-5FD4-49CC-9242-75177F46E15A}" srcOrd="0" destOrd="0" presId="urn:microsoft.com/office/officeart/2005/8/layout/lProcess2"/>
    <dgm:cxn modelId="{1F3B585C-684F-4835-9C4B-C68ED4203CD7}" type="presParOf" srcId="{48762072-76F9-49B5-9B7A-B3F636DBC807}" destId="{35F220F5-1CC3-470E-8F97-C4E5DF05C5F2}" srcOrd="1" destOrd="0" presId="urn:microsoft.com/office/officeart/2005/8/layout/lProcess2"/>
    <dgm:cxn modelId="{0F5635D7-2BA0-4EC3-A656-8FF190EB3F91}" type="presParOf" srcId="{48762072-76F9-49B5-9B7A-B3F636DBC807}" destId="{D2646013-B872-4DFB-8894-C537CA7549FC}" srcOrd="2" destOrd="0" presId="urn:microsoft.com/office/officeart/2005/8/layout/lProcess2"/>
    <dgm:cxn modelId="{B7C92B7D-BD7B-4031-AF7E-7C503725AA3B}" type="presParOf" srcId="{D2646013-B872-4DFB-8894-C537CA7549FC}" destId="{0B652BEA-9CF8-4A48-8004-1FB050DF4EDF}" srcOrd="0" destOrd="0" presId="urn:microsoft.com/office/officeart/2005/8/layout/lProcess2"/>
    <dgm:cxn modelId="{34C1EFAE-73D5-4320-B35F-2722BDF40132}" type="presParOf" srcId="{0B652BEA-9CF8-4A48-8004-1FB050DF4EDF}" destId="{ECE623D2-02B8-4100-AAD5-BB50148CDBAB}" srcOrd="0" destOrd="0" presId="urn:microsoft.com/office/officeart/2005/8/layout/lProcess2"/>
    <dgm:cxn modelId="{7BA83103-B1D3-4EB5-AAA2-2CD8A575CACA}" type="presParOf" srcId="{9CA70ACB-0A4C-48F1-BB9C-D852E442FD05}" destId="{4B321695-02D2-4154-93DE-375F71143420}" srcOrd="5" destOrd="0" presId="urn:microsoft.com/office/officeart/2005/8/layout/lProcess2"/>
    <dgm:cxn modelId="{0D0D8107-E41E-46BA-A951-EBF1841FEA82}" type="presParOf" srcId="{9CA70ACB-0A4C-48F1-BB9C-D852E442FD05}" destId="{D1FA6FD2-495C-4217-BAB9-B4958A6E3F52}" srcOrd="6" destOrd="0" presId="urn:microsoft.com/office/officeart/2005/8/layout/lProcess2"/>
    <dgm:cxn modelId="{951E2909-16C5-4406-9E7F-655DDBA9E66A}" type="presParOf" srcId="{D1FA6FD2-495C-4217-BAB9-B4958A6E3F52}" destId="{255531A6-5C28-405C-9285-DA1B3DA4BBF1}" srcOrd="0" destOrd="0" presId="urn:microsoft.com/office/officeart/2005/8/layout/lProcess2"/>
    <dgm:cxn modelId="{C15D692C-BAD8-4712-AFB8-145181864002}" type="presParOf" srcId="{D1FA6FD2-495C-4217-BAB9-B4958A6E3F52}" destId="{3803FC63-CAA2-48EC-A473-E279E08B90A4}" srcOrd="1" destOrd="0" presId="urn:microsoft.com/office/officeart/2005/8/layout/lProcess2"/>
    <dgm:cxn modelId="{DCC13674-F1D3-4BE1-97EB-7039E48979B0}" type="presParOf" srcId="{D1FA6FD2-495C-4217-BAB9-B4958A6E3F52}" destId="{55902690-EDFB-4E41-9276-F7480EF12AA2}" srcOrd="2" destOrd="0" presId="urn:microsoft.com/office/officeart/2005/8/layout/lProcess2"/>
    <dgm:cxn modelId="{B4C52C97-5350-4B1B-A931-C8020CD07A2B}" type="presParOf" srcId="{55902690-EDFB-4E41-9276-F7480EF12AA2}" destId="{40D6E4EE-92C9-48DF-BB78-F2E818E823FD}" srcOrd="0" destOrd="0" presId="urn:microsoft.com/office/officeart/2005/8/layout/lProcess2"/>
    <dgm:cxn modelId="{31AE63E6-6487-4F72-97C2-B573021ED1D3}" type="presParOf" srcId="{40D6E4EE-92C9-48DF-BB78-F2E818E823FD}" destId="{CC9102D8-4DDA-4B8F-9AA2-7FA98DF847F1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purl.oclc.org/ooxml/drawingml/diagram" xmlns:a="http://purl.oclc.org/ooxml/drawingml/main">
  <dgm:ptLst>
    <dgm:pt modelId="{7D839424-CFF8-46B4-B53E-6895DB480F5B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</dgm:pt>
    <dgm:pt modelId="{E4EA43BA-76E4-4433-9C97-B5CE661DE19E}">
      <dgm:prSet/>
      <dgm:spPr/>
      <dgm:t>
        <a:bodyPr/>
        <a:lstStyle/>
        <a:p>
          <a:r>
            <a:rPr lang="en-US" dirty="0"/>
            <a:t>Chapter 1 – 2 </a:t>
          </a:r>
          <a:endParaRPr lang="en-SG" dirty="0"/>
        </a:p>
      </dgm:t>
    </dgm:pt>
    <dgm:pt modelId="{10DA5A47-9F73-4047-8F3B-431F12A07708}" type="parTrans" cxnId="{41634A2C-680E-490B-9433-F6C5594B70C8}">
      <dgm:prSet/>
      <dgm:spPr/>
      <dgm:t>
        <a:bodyPr/>
        <a:lstStyle/>
        <a:p>
          <a:endParaRPr lang="en-SG"/>
        </a:p>
      </dgm:t>
    </dgm:pt>
    <dgm:pt modelId="{ABDF1C57-C404-4388-AC72-62F12FB999EF}" type="sibTrans" cxnId="{41634A2C-680E-490B-9433-F6C5594B70C8}">
      <dgm:prSet/>
      <dgm:spPr/>
      <dgm:t>
        <a:bodyPr/>
        <a:lstStyle/>
        <a:p>
          <a:endParaRPr lang="en-SG"/>
        </a:p>
      </dgm:t>
    </dgm:pt>
    <dgm:pt modelId="{C66D6763-32AE-49AC-91BA-16334AAC1B5B}">
      <dgm:prSet/>
      <dgm:spPr/>
      <dgm:t>
        <a:bodyPr/>
        <a:lstStyle/>
        <a:p>
          <a:r>
            <a:rPr lang="en-US" dirty="0"/>
            <a:t>Sources of growth </a:t>
          </a:r>
          <a:endParaRPr lang="en-SG" dirty="0"/>
        </a:p>
      </dgm:t>
    </dgm:pt>
    <dgm:pt modelId="{272457C4-2D25-446F-96CC-3013F6D07BD0}" type="parTrans" cxnId="{3F196784-3E8A-45F1-8F24-ADA1C8D8DAD5}">
      <dgm:prSet/>
      <dgm:spPr/>
      <dgm:t>
        <a:bodyPr/>
        <a:lstStyle/>
        <a:p>
          <a:endParaRPr lang="en-SG"/>
        </a:p>
      </dgm:t>
    </dgm:pt>
    <dgm:pt modelId="{301E08B1-4CE5-4B02-A6FF-6D7A4305E7B1}" type="sibTrans" cxnId="{3F196784-3E8A-45F1-8F24-ADA1C8D8DAD5}">
      <dgm:prSet/>
      <dgm:spPr/>
      <dgm:t>
        <a:bodyPr/>
        <a:lstStyle/>
        <a:p>
          <a:endParaRPr lang="en-SG"/>
        </a:p>
      </dgm:t>
    </dgm:pt>
    <dgm:pt modelId="{9CA70ACB-0A4C-48F1-BB9C-D852E442FD05}" type="pres">
      <dgm:prSet presAssocID="{7D839424-CFF8-46B4-B53E-6895DB480F5B}" presName="theList" presStyleCnt="0">
        <dgm:presLayoutVars>
          <dgm:dir/>
          <dgm:animLvl val="lvl"/>
          <dgm:resizeHandles val="exact"/>
        </dgm:presLayoutVars>
      </dgm:prSet>
      <dgm:spPr/>
    </dgm:pt>
    <dgm:pt modelId="{9BEC750F-0BDD-4B05-ACB8-2A6CE006F11F}" type="pres">
      <dgm:prSet presAssocID="{C66D6763-32AE-49AC-91BA-16334AAC1B5B}" presName="compNode" presStyleCnt="0"/>
      <dgm:spPr/>
    </dgm:pt>
    <dgm:pt modelId="{6A1565E8-4D53-4BBD-AA7B-85B3E36BDF14}" type="pres">
      <dgm:prSet presAssocID="{C66D6763-32AE-49AC-91BA-16334AAC1B5B}" presName="aNode" presStyleLbl="bgShp" presStyleIdx="0" presStyleCnt="1"/>
      <dgm:spPr/>
    </dgm:pt>
    <dgm:pt modelId="{2FB6647C-957F-4B67-9F32-121A9EF483E1}" type="pres">
      <dgm:prSet presAssocID="{C66D6763-32AE-49AC-91BA-16334AAC1B5B}" presName="textNode" presStyleLbl="bgShp" presStyleIdx="0" presStyleCnt="1"/>
      <dgm:spPr/>
    </dgm:pt>
    <dgm:pt modelId="{B8311851-192A-4F1B-94E4-BF8064DE7724}" type="pres">
      <dgm:prSet presAssocID="{C66D6763-32AE-49AC-91BA-16334AAC1B5B}" presName="compChildNode" presStyleCnt="0"/>
      <dgm:spPr/>
    </dgm:pt>
    <dgm:pt modelId="{A9F90654-15B1-420A-A45C-B597C00B8823}" type="pres">
      <dgm:prSet presAssocID="{C66D6763-32AE-49AC-91BA-16334AAC1B5B}" presName="theInnerList" presStyleCnt="0"/>
      <dgm:spPr/>
    </dgm:pt>
    <dgm:pt modelId="{A984A118-C46D-44D1-879A-08D5EA7A2741}" type="pres">
      <dgm:prSet presAssocID="{E4EA43BA-76E4-4433-9C97-B5CE661DE19E}" presName="childNode" presStyleLbl="node1" presStyleIdx="0" presStyleCnt="1">
        <dgm:presLayoutVars>
          <dgm:bulletEnabled val="1"/>
        </dgm:presLayoutVars>
      </dgm:prSet>
      <dgm:spPr/>
    </dgm:pt>
  </dgm:ptLst>
  <dgm:cxnLst>
    <dgm:cxn modelId="{400CFB28-9971-4ABC-8893-4F728910DB84}" type="presOf" srcId="{C66D6763-32AE-49AC-91BA-16334AAC1B5B}" destId="{6A1565E8-4D53-4BBD-AA7B-85B3E36BDF14}" srcOrd="0" destOrd="0" presId="urn:microsoft.com/office/officeart/2005/8/layout/lProcess2"/>
    <dgm:cxn modelId="{41634A2C-680E-490B-9433-F6C5594B70C8}" srcId="{C66D6763-32AE-49AC-91BA-16334AAC1B5B}" destId="{E4EA43BA-76E4-4433-9C97-B5CE661DE19E}" srcOrd="0" destOrd="0" parTransId="{10DA5A47-9F73-4047-8F3B-431F12A07708}" sibTransId="{ABDF1C57-C404-4388-AC72-62F12FB999EF}"/>
    <dgm:cxn modelId="{B8729979-B346-4C54-A480-2A2C43E2102B}" type="presOf" srcId="{7D839424-CFF8-46B4-B53E-6895DB480F5B}" destId="{9CA70ACB-0A4C-48F1-BB9C-D852E442FD05}" srcOrd="0" destOrd="0" presId="urn:microsoft.com/office/officeart/2005/8/layout/lProcess2"/>
    <dgm:cxn modelId="{3F196784-3E8A-45F1-8F24-ADA1C8D8DAD5}" srcId="{7D839424-CFF8-46B4-B53E-6895DB480F5B}" destId="{C66D6763-32AE-49AC-91BA-16334AAC1B5B}" srcOrd="0" destOrd="0" parTransId="{272457C4-2D25-446F-96CC-3013F6D07BD0}" sibTransId="{301E08B1-4CE5-4B02-A6FF-6D7A4305E7B1}"/>
    <dgm:cxn modelId="{CCC1B2A6-BB4E-414B-8A8A-9B8746E59985}" type="presOf" srcId="{C66D6763-32AE-49AC-91BA-16334AAC1B5B}" destId="{2FB6647C-957F-4B67-9F32-121A9EF483E1}" srcOrd="1" destOrd="0" presId="urn:microsoft.com/office/officeart/2005/8/layout/lProcess2"/>
    <dgm:cxn modelId="{5FC63FBF-DD40-4EF7-8285-73F5DBBA2A78}" type="presOf" srcId="{E4EA43BA-76E4-4433-9C97-B5CE661DE19E}" destId="{A984A118-C46D-44D1-879A-08D5EA7A2741}" srcOrd="0" destOrd="0" presId="urn:microsoft.com/office/officeart/2005/8/layout/lProcess2"/>
    <dgm:cxn modelId="{A3E1E095-2687-4B6D-9BCF-69D85AECADF9}" type="presParOf" srcId="{9CA70ACB-0A4C-48F1-BB9C-D852E442FD05}" destId="{9BEC750F-0BDD-4B05-ACB8-2A6CE006F11F}" srcOrd="0" destOrd="0" presId="urn:microsoft.com/office/officeart/2005/8/layout/lProcess2"/>
    <dgm:cxn modelId="{7ADA09D8-1F4B-44D9-B6A8-0EAAF68EC8F7}" type="presParOf" srcId="{9BEC750F-0BDD-4B05-ACB8-2A6CE006F11F}" destId="{6A1565E8-4D53-4BBD-AA7B-85B3E36BDF14}" srcOrd="0" destOrd="0" presId="urn:microsoft.com/office/officeart/2005/8/layout/lProcess2"/>
    <dgm:cxn modelId="{E3EB7C0C-E6D4-45C1-93CE-2DDEBB58265E}" type="presParOf" srcId="{9BEC750F-0BDD-4B05-ACB8-2A6CE006F11F}" destId="{2FB6647C-957F-4B67-9F32-121A9EF483E1}" srcOrd="1" destOrd="0" presId="urn:microsoft.com/office/officeart/2005/8/layout/lProcess2"/>
    <dgm:cxn modelId="{00C4EFD5-4D48-44BD-8117-2F197BA2C9AA}" type="presParOf" srcId="{9BEC750F-0BDD-4B05-ACB8-2A6CE006F11F}" destId="{B8311851-192A-4F1B-94E4-BF8064DE7724}" srcOrd="2" destOrd="0" presId="urn:microsoft.com/office/officeart/2005/8/layout/lProcess2"/>
    <dgm:cxn modelId="{5552DB44-8FC4-422A-8FB0-65DA0D3A5FA3}" type="presParOf" srcId="{B8311851-192A-4F1B-94E4-BF8064DE7724}" destId="{A9F90654-15B1-420A-A45C-B597C00B8823}" srcOrd="0" destOrd="0" presId="urn:microsoft.com/office/officeart/2005/8/layout/lProcess2"/>
    <dgm:cxn modelId="{F86B537B-62EE-482C-89E6-2E95953C3D0B}" type="presParOf" srcId="{A9F90654-15B1-420A-A45C-B597C00B8823}" destId="{A984A118-C46D-44D1-879A-08D5EA7A2741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purl.oclc.org/ooxml/drawingml/diagram" xmlns:a="http://purl.oclc.org/ooxml/drawingml/main">
  <dgm:ptLst>
    <dgm:pt modelId="{7D839424-CFF8-46B4-B53E-6895DB480F5B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</dgm:pt>
    <dgm:pt modelId="{AB56F321-53C3-45FF-929C-48221C506EDD}">
      <dgm:prSet phldrT="[Text]"/>
      <dgm:spPr/>
      <dgm:t>
        <a:bodyPr/>
        <a:lstStyle/>
        <a:p>
          <a:r>
            <a:rPr lang="en-US" dirty="0"/>
            <a:t>Sources of inward growth </a:t>
          </a:r>
          <a:endParaRPr lang="en-SG" dirty="0"/>
        </a:p>
      </dgm:t>
    </dgm:pt>
    <dgm:pt modelId="{E0AF1A62-7E50-4A83-9E3B-AFAD2D7E7D7E}" type="parTrans" cxnId="{19A00A27-8021-46DB-AB0D-EE22034036E4}">
      <dgm:prSet/>
      <dgm:spPr/>
      <dgm:t>
        <a:bodyPr/>
        <a:lstStyle/>
        <a:p>
          <a:endParaRPr lang="en-SG"/>
        </a:p>
      </dgm:t>
    </dgm:pt>
    <dgm:pt modelId="{AB6E8EBA-5771-4190-BD45-F737977AD965}" type="sibTrans" cxnId="{19A00A27-8021-46DB-AB0D-EE22034036E4}">
      <dgm:prSet/>
      <dgm:spPr/>
      <dgm:t>
        <a:bodyPr/>
        <a:lstStyle/>
        <a:p>
          <a:endParaRPr lang="en-SG"/>
        </a:p>
      </dgm:t>
    </dgm:pt>
    <dgm:pt modelId="{881C6EBD-A360-4577-85D9-757A9242B8A7}">
      <dgm:prSet/>
      <dgm:spPr/>
      <dgm:t>
        <a:bodyPr/>
        <a:lstStyle/>
        <a:p>
          <a:r>
            <a:rPr lang="en-US" dirty="0"/>
            <a:t>Chapter 3</a:t>
          </a:r>
          <a:endParaRPr lang="en-SG" dirty="0"/>
        </a:p>
      </dgm:t>
    </dgm:pt>
    <dgm:pt modelId="{2B5DF39C-9E0F-4F0C-9815-E9766C0D0BA7}" type="parTrans" cxnId="{376CD976-0FE3-4C1E-ACC5-82761D56CE5E}">
      <dgm:prSet/>
      <dgm:spPr/>
      <dgm:t>
        <a:bodyPr/>
        <a:lstStyle/>
        <a:p>
          <a:endParaRPr lang="en-SG"/>
        </a:p>
      </dgm:t>
    </dgm:pt>
    <dgm:pt modelId="{91D4EB08-4748-4FD3-9555-C323D1437246}" type="sibTrans" cxnId="{376CD976-0FE3-4C1E-ACC5-82761D56CE5E}">
      <dgm:prSet/>
      <dgm:spPr/>
      <dgm:t>
        <a:bodyPr/>
        <a:lstStyle/>
        <a:p>
          <a:endParaRPr lang="en-SG"/>
        </a:p>
      </dgm:t>
    </dgm:pt>
    <dgm:pt modelId="{9CA70ACB-0A4C-48F1-BB9C-D852E442FD05}" type="pres">
      <dgm:prSet presAssocID="{7D839424-CFF8-46B4-B53E-6895DB480F5B}" presName="theList" presStyleCnt="0">
        <dgm:presLayoutVars>
          <dgm:dir/>
          <dgm:animLvl val="lvl"/>
          <dgm:resizeHandles val="exact"/>
        </dgm:presLayoutVars>
      </dgm:prSet>
      <dgm:spPr/>
    </dgm:pt>
    <dgm:pt modelId="{CEB0AFAE-7F6A-4DC0-A126-634DF15CEEA4}" type="pres">
      <dgm:prSet presAssocID="{AB56F321-53C3-45FF-929C-48221C506EDD}" presName="compNode" presStyleCnt="0"/>
      <dgm:spPr/>
    </dgm:pt>
    <dgm:pt modelId="{B89E8B97-A429-4174-9442-0A13F90FECF5}" type="pres">
      <dgm:prSet presAssocID="{AB56F321-53C3-45FF-929C-48221C506EDD}" presName="aNode" presStyleLbl="bgShp" presStyleIdx="0" presStyleCnt="1"/>
      <dgm:spPr/>
    </dgm:pt>
    <dgm:pt modelId="{DD4B684F-D5CB-4F6B-BA38-F800F8D91CAD}" type="pres">
      <dgm:prSet presAssocID="{AB56F321-53C3-45FF-929C-48221C506EDD}" presName="textNode" presStyleLbl="bgShp" presStyleIdx="0" presStyleCnt="1"/>
      <dgm:spPr/>
    </dgm:pt>
    <dgm:pt modelId="{BCB46B31-FF9C-4F56-B3BF-948AB687797D}" type="pres">
      <dgm:prSet presAssocID="{AB56F321-53C3-45FF-929C-48221C506EDD}" presName="compChildNode" presStyleCnt="0"/>
      <dgm:spPr/>
    </dgm:pt>
    <dgm:pt modelId="{F3CEF297-EF18-448E-A1D3-E0994AB284B4}" type="pres">
      <dgm:prSet presAssocID="{AB56F321-53C3-45FF-929C-48221C506EDD}" presName="theInnerList" presStyleCnt="0"/>
      <dgm:spPr/>
    </dgm:pt>
    <dgm:pt modelId="{7ACF879B-1BBF-447D-A3BB-CED946BACAFB}" type="pres">
      <dgm:prSet presAssocID="{881C6EBD-A360-4577-85D9-757A9242B8A7}" presName="childNode" presStyleLbl="node1" presStyleIdx="0" presStyleCnt="1">
        <dgm:presLayoutVars>
          <dgm:bulletEnabled val="1"/>
        </dgm:presLayoutVars>
      </dgm:prSet>
      <dgm:spPr/>
    </dgm:pt>
  </dgm:ptLst>
  <dgm:cxnLst>
    <dgm:cxn modelId="{19A00A27-8021-46DB-AB0D-EE22034036E4}" srcId="{7D839424-CFF8-46B4-B53E-6895DB480F5B}" destId="{AB56F321-53C3-45FF-929C-48221C506EDD}" srcOrd="0" destOrd="0" parTransId="{E0AF1A62-7E50-4A83-9E3B-AFAD2D7E7D7E}" sibTransId="{AB6E8EBA-5771-4190-BD45-F737977AD965}"/>
    <dgm:cxn modelId="{8C88AF3A-BF9C-47BF-9276-8D6E251A50C4}" type="presOf" srcId="{881C6EBD-A360-4577-85D9-757A9242B8A7}" destId="{7ACF879B-1BBF-447D-A3BB-CED946BACAFB}" srcOrd="0" destOrd="0" presId="urn:microsoft.com/office/officeart/2005/8/layout/lProcess2"/>
    <dgm:cxn modelId="{376CD976-0FE3-4C1E-ACC5-82761D56CE5E}" srcId="{AB56F321-53C3-45FF-929C-48221C506EDD}" destId="{881C6EBD-A360-4577-85D9-757A9242B8A7}" srcOrd="0" destOrd="0" parTransId="{2B5DF39C-9E0F-4F0C-9815-E9766C0D0BA7}" sibTransId="{91D4EB08-4748-4FD3-9555-C323D1437246}"/>
    <dgm:cxn modelId="{B8729979-B346-4C54-A480-2A2C43E2102B}" type="presOf" srcId="{7D839424-CFF8-46B4-B53E-6895DB480F5B}" destId="{9CA70ACB-0A4C-48F1-BB9C-D852E442FD05}" srcOrd="0" destOrd="0" presId="urn:microsoft.com/office/officeart/2005/8/layout/lProcess2"/>
    <dgm:cxn modelId="{C1C5A0D5-AB96-45A9-95A8-561046F38529}" type="presOf" srcId="{AB56F321-53C3-45FF-929C-48221C506EDD}" destId="{B89E8B97-A429-4174-9442-0A13F90FECF5}" srcOrd="0" destOrd="0" presId="urn:microsoft.com/office/officeart/2005/8/layout/lProcess2"/>
    <dgm:cxn modelId="{D4EFB5FA-713F-41A1-9B70-929B27529627}" type="presOf" srcId="{AB56F321-53C3-45FF-929C-48221C506EDD}" destId="{DD4B684F-D5CB-4F6B-BA38-F800F8D91CAD}" srcOrd="1" destOrd="0" presId="urn:microsoft.com/office/officeart/2005/8/layout/lProcess2"/>
    <dgm:cxn modelId="{878FDCBA-C260-4717-AA55-5284A5B4350C}" type="presParOf" srcId="{9CA70ACB-0A4C-48F1-BB9C-D852E442FD05}" destId="{CEB0AFAE-7F6A-4DC0-A126-634DF15CEEA4}" srcOrd="0" destOrd="0" presId="urn:microsoft.com/office/officeart/2005/8/layout/lProcess2"/>
    <dgm:cxn modelId="{D99B2A2C-9E9E-45CA-9B1D-5E9A93540C96}" type="presParOf" srcId="{CEB0AFAE-7F6A-4DC0-A126-634DF15CEEA4}" destId="{B89E8B97-A429-4174-9442-0A13F90FECF5}" srcOrd="0" destOrd="0" presId="urn:microsoft.com/office/officeart/2005/8/layout/lProcess2"/>
    <dgm:cxn modelId="{EABA43D2-8160-449D-9F7F-0141F60C9DE6}" type="presParOf" srcId="{CEB0AFAE-7F6A-4DC0-A126-634DF15CEEA4}" destId="{DD4B684F-D5CB-4F6B-BA38-F800F8D91CAD}" srcOrd="1" destOrd="0" presId="urn:microsoft.com/office/officeart/2005/8/layout/lProcess2"/>
    <dgm:cxn modelId="{3832DFC9-F6F4-466E-BB4E-09705AD097B2}" type="presParOf" srcId="{CEB0AFAE-7F6A-4DC0-A126-634DF15CEEA4}" destId="{BCB46B31-FF9C-4F56-B3BF-948AB687797D}" srcOrd="2" destOrd="0" presId="urn:microsoft.com/office/officeart/2005/8/layout/lProcess2"/>
    <dgm:cxn modelId="{25D504E1-4B59-4AA9-82B6-C6011DC2EB1E}" type="presParOf" srcId="{BCB46B31-FF9C-4F56-B3BF-948AB687797D}" destId="{F3CEF297-EF18-448E-A1D3-E0994AB284B4}" srcOrd="0" destOrd="0" presId="urn:microsoft.com/office/officeart/2005/8/layout/lProcess2"/>
    <dgm:cxn modelId="{328EAEFF-276F-4EF7-AE0D-3826AF8A8CA8}" type="presParOf" srcId="{F3CEF297-EF18-448E-A1D3-E0994AB284B4}" destId="{7ACF879B-1BBF-447D-A3BB-CED946BACAFB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purl.oclc.org/ooxml/drawingml/diagram" xmlns:a="http://purl.oclc.org/ooxml/drawingml/main">
  <dgm:ptLst>
    <dgm:pt modelId="{7D839424-CFF8-46B4-B53E-6895DB480F5B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AB56F321-53C3-45FF-929C-48221C506EDD}">
      <dgm:prSet phldrT="[Text]"/>
      <dgm:spPr/>
      <dgm:t>
        <a:bodyPr/>
        <a:lstStyle/>
        <a:p>
          <a:r>
            <a:rPr lang="en-US" dirty="0"/>
            <a:t>Sources of outward growth </a:t>
          </a:r>
          <a:endParaRPr lang="en-SG" dirty="0"/>
        </a:p>
      </dgm:t>
    </dgm:pt>
    <dgm:pt modelId="{E0AF1A62-7E50-4A83-9E3B-AFAD2D7E7D7E}" type="parTrans" cxnId="{19A00A27-8021-46DB-AB0D-EE22034036E4}">
      <dgm:prSet/>
      <dgm:spPr/>
      <dgm:t>
        <a:bodyPr/>
        <a:lstStyle/>
        <a:p>
          <a:endParaRPr lang="en-SG"/>
        </a:p>
      </dgm:t>
    </dgm:pt>
    <dgm:pt modelId="{AB6E8EBA-5771-4190-BD45-F737977AD965}" type="sibTrans" cxnId="{19A00A27-8021-46DB-AB0D-EE22034036E4}">
      <dgm:prSet/>
      <dgm:spPr/>
      <dgm:t>
        <a:bodyPr/>
        <a:lstStyle/>
        <a:p>
          <a:endParaRPr lang="en-SG"/>
        </a:p>
      </dgm:t>
    </dgm:pt>
    <dgm:pt modelId="{881C6EBD-A360-4577-85D9-757A9242B8A7}">
      <dgm:prSet/>
      <dgm:spPr/>
      <dgm:t>
        <a:bodyPr/>
        <a:lstStyle/>
        <a:p>
          <a:r>
            <a:rPr lang="en-US" dirty="0"/>
            <a:t>Chapter 4 – 5 </a:t>
          </a:r>
          <a:endParaRPr lang="en-SG" dirty="0"/>
        </a:p>
      </dgm:t>
    </dgm:pt>
    <dgm:pt modelId="{2B5DF39C-9E0F-4F0C-9815-E9766C0D0BA7}" type="parTrans" cxnId="{376CD976-0FE3-4C1E-ACC5-82761D56CE5E}">
      <dgm:prSet/>
      <dgm:spPr/>
      <dgm:t>
        <a:bodyPr/>
        <a:lstStyle/>
        <a:p>
          <a:endParaRPr lang="en-SG"/>
        </a:p>
      </dgm:t>
    </dgm:pt>
    <dgm:pt modelId="{91D4EB08-4748-4FD3-9555-C323D1437246}" type="sibTrans" cxnId="{376CD976-0FE3-4C1E-ACC5-82761D56CE5E}">
      <dgm:prSet/>
      <dgm:spPr/>
      <dgm:t>
        <a:bodyPr/>
        <a:lstStyle/>
        <a:p>
          <a:endParaRPr lang="en-SG"/>
        </a:p>
      </dgm:t>
    </dgm:pt>
    <dgm:pt modelId="{9CA70ACB-0A4C-48F1-BB9C-D852E442FD05}" type="pres">
      <dgm:prSet presAssocID="{7D839424-CFF8-46B4-B53E-6895DB480F5B}" presName="theList" presStyleCnt="0">
        <dgm:presLayoutVars>
          <dgm:dir/>
          <dgm:animLvl val="lvl"/>
          <dgm:resizeHandles val="exact"/>
        </dgm:presLayoutVars>
      </dgm:prSet>
      <dgm:spPr/>
    </dgm:pt>
    <dgm:pt modelId="{CEB0AFAE-7F6A-4DC0-A126-634DF15CEEA4}" type="pres">
      <dgm:prSet presAssocID="{AB56F321-53C3-45FF-929C-48221C506EDD}" presName="compNode" presStyleCnt="0"/>
      <dgm:spPr/>
    </dgm:pt>
    <dgm:pt modelId="{B89E8B97-A429-4174-9442-0A13F90FECF5}" type="pres">
      <dgm:prSet presAssocID="{AB56F321-53C3-45FF-929C-48221C506EDD}" presName="aNode" presStyleLbl="bgShp" presStyleIdx="0" presStyleCnt="1"/>
      <dgm:spPr/>
    </dgm:pt>
    <dgm:pt modelId="{DD4B684F-D5CB-4F6B-BA38-F800F8D91CAD}" type="pres">
      <dgm:prSet presAssocID="{AB56F321-53C3-45FF-929C-48221C506EDD}" presName="textNode" presStyleLbl="bgShp" presStyleIdx="0" presStyleCnt="1"/>
      <dgm:spPr/>
    </dgm:pt>
    <dgm:pt modelId="{BCB46B31-FF9C-4F56-B3BF-948AB687797D}" type="pres">
      <dgm:prSet presAssocID="{AB56F321-53C3-45FF-929C-48221C506EDD}" presName="compChildNode" presStyleCnt="0"/>
      <dgm:spPr/>
    </dgm:pt>
    <dgm:pt modelId="{F3CEF297-EF18-448E-A1D3-E0994AB284B4}" type="pres">
      <dgm:prSet presAssocID="{AB56F321-53C3-45FF-929C-48221C506EDD}" presName="theInnerList" presStyleCnt="0"/>
      <dgm:spPr/>
    </dgm:pt>
    <dgm:pt modelId="{7ACF879B-1BBF-447D-A3BB-CED946BACAFB}" type="pres">
      <dgm:prSet presAssocID="{881C6EBD-A360-4577-85D9-757A9242B8A7}" presName="childNode" presStyleLbl="node1" presStyleIdx="0" presStyleCnt="1">
        <dgm:presLayoutVars>
          <dgm:bulletEnabled val="1"/>
        </dgm:presLayoutVars>
      </dgm:prSet>
      <dgm:spPr/>
    </dgm:pt>
  </dgm:ptLst>
  <dgm:cxnLst>
    <dgm:cxn modelId="{19A00A27-8021-46DB-AB0D-EE22034036E4}" srcId="{7D839424-CFF8-46B4-B53E-6895DB480F5B}" destId="{AB56F321-53C3-45FF-929C-48221C506EDD}" srcOrd="0" destOrd="0" parTransId="{E0AF1A62-7E50-4A83-9E3B-AFAD2D7E7D7E}" sibTransId="{AB6E8EBA-5771-4190-BD45-F737977AD965}"/>
    <dgm:cxn modelId="{8C88AF3A-BF9C-47BF-9276-8D6E251A50C4}" type="presOf" srcId="{881C6EBD-A360-4577-85D9-757A9242B8A7}" destId="{7ACF879B-1BBF-447D-A3BB-CED946BACAFB}" srcOrd="0" destOrd="0" presId="urn:microsoft.com/office/officeart/2005/8/layout/lProcess2"/>
    <dgm:cxn modelId="{376CD976-0FE3-4C1E-ACC5-82761D56CE5E}" srcId="{AB56F321-53C3-45FF-929C-48221C506EDD}" destId="{881C6EBD-A360-4577-85D9-757A9242B8A7}" srcOrd="0" destOrd="0" parTransId="{2B5DF39C-9E0F-4F0C-9815-E9766C0D0BA7}" sibTransId="{91D4EB08-4748-4FD3-9555-C323D1437246}"/>
    <dgm:cxn modelId="{B8729979-B346-4C54-A480-2A2C43E2102B}" type="presOf" srcId="{7D839424-CFF8-46B4-B53E-6895DB480F5B}" destId="{9CA70ACB-0A4C-48F1-BB9C-D852E442FD05}" srcOrd="0" destOrd="0" presId="urn:microsoft.com/office/officeart/2005/8/layout/lProcess2"/>
    <dgm:cxn modelId="{C1C5A0D5-AB96-45A9-95A8-561046F38529}" type="presOf" srcId="{AB56F321-53C3-45FF-929C-48221C506EDD}" destId="{B89E8B97-A429-4174-9442-0A13F90FECF5}" srcOrd="0" destOrd="0" presId="urn:microsoft.com/office/officeart/2005/8/layout/lProcess2"/>
    <dgm:cxn modelId="{D4EFB5FA-713F-41A1-9B70-929B27529627}" type="presOf" srcId="{AB56F321-53C3-45FF-929C-48221C506EDD}" destId="{DD4B684F-D5CB-4F6B-BA38-F800F8D91CAD}" srcOrd="1" destOrd="0" presId="urn:microsoft.com/office/officeart/2005/8/layout/lProcess2"/>
    <dgm:cxn modelId="{878FDCBA-C260-4717-AA55-5284A5B4350C}" type="presParOf" srcId="{9CA70ACB-0A4C-48F1-BB9C-D852E442FD05}" destId="{CEB0AFAE-7F6A-4DC0-A126-634DF15CEEA4}" srcOrd="0" destOrd="0" presId="urn:microsoft.com/office/officeart/2005/8/layout/lProcess2"/>
    <dgm:cxn modelId="{D99B2A2C-9E9E-45CA-9B1D-5E9A93540C96}" type="presParOf" srcId="{CEB0AFAE-7F6A-4DC0-A126-634DF15CEEA4}" destId="{B89E8B97-A429-4174-9442-0A13F90FECF5}" srcOrd="0" destOrd="0" presId="urn:microsoft.com/office/officeart/2005/8/layout/lProcess2"/>
    <dgm:cxn modelId="{EABA43D2-8160-449D-9F7F-0141F60C9DE6}" type="presParOf" srcId="{CEB0AFAE-7F6A-4DC0-A126-634DF15CEEA4}" destId="{DD4B684F-D5CB-4F6B-BA38-F800F8D91CAD}" srcOrd="1" destOrd="0" presId="urn:microsoft.com/office/officeart/2005/8/layout/lProcess2"/>
    <dgm:cxn modelId="{3832DFC9-F6F4-466E-BB4E-09705AD097B2}" type="presParOf" srcId="{CEB0AFAE-7F6A-4DC0-A126-634DF15CEEA4}" destId="{BCB46B31-FF9C-4F56-B3BF-948AB687797D}" srcOrd="2" destOrd="0" presId="urn:microsoft.com/office/officeart/2005/8/layout/lProcess2"/>
    <dgm:cxn modelId="{25D504E1-4B59-4AA9-82B6-C6011DC2EB1E}" type="presParOf" srcId="{BCB46B31-FF9C-4F56-B3BF-948AB687797D}" destId="{F3CEF297-EF18-448E-A1D3-E0994AB284B4}" srcOrd="0" destOrd="0" presId="urn:microsoft.com/office/officeart/2005/8/layout/lProcess2"/>
    <dgm:cxn modelId="{328EAEFF-276F-4EF7-AE0D-3826AF8A8CA8}" type="presParOf" srcId="{F3CEF297-EF18-448E-A1D3-E0994AB284B4}" destId="{7ACF879B-1BBF-447D-A3BB-CED946BACAFB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purl.oclc.org/ooxml/drawingml/diagram" xmlns:a="http://purl.oclc.org/ooxml/drawingml/main">
  <dgm:ptLst>
    <dgm:pt modelId="{7D839424-CFF8-46B4-B53E-6895DB480F5B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0F1A5C8E-A222-4661-88A1-C5A3293BC9A6}">
      <dgm:prSet phldrT="[Text]"/>
      <dgm:spPr/>
      <dgm:t>
        <a:bodyPr/>
        <a:lstStyle/>
        <a:p>
          <a:r>
            <a:rPr lang="en-US" dirty="0"/>
            <a:t>Evidence of Growth </a:t>
          </a:r>
          <a:endParaRPr lang="en-SG" dirty="0"/>
        </a:p>
      </dgm:t>
    </dgm:pt>
    <dgm:pt modelId="{6F0250BE-1487-4EAF-856A-FA3080E8F1D1}" type="parTrans" cxnId="{0468A7DA-29A3-4EED-BF2C-B5D068AC8DB2}">
      <dgm:prSet/>
      <dgm:spPr/>
      <dgm:t>
        <a:bodyPr/>
        <a:lstStyle/>
        <a:p>
          <a:endParaRPr lang="en-SG"/>
        </a:p>
      </dgm:t>
    </dgm:pt>
    <dgm:pt modelId="{3897C9D9-D87D-48F4-AD01-4E566834D225}" type="sibTrans" cxnId="{0468A7DA-29A3-4EED-BF2C-B5D068AC8DB2}">
      <dgm:prSet/>
      <dgm:spPr/>
      <dgm:t>
        <a:bodyPr/>
        <a:lstStyle/>
        <a:p>
          <a:endParaRPr lang="en-SG"/>
        </a:p>
      </dgm:t>
    </dgm:pt>
    <dgm:pt modelId="{D190AB8E-AA59-4652-8923-AB5E16DFE4C8}">
      <dgm:prSet/>
      <dgm:spPr/>
      <dgm:t>
        <a:bodyPr/>
        <a:lstStyle/>
        <a:p>
          <a:r>
            <a:rPr lang="en-US" dirty="0"/>
            <a:t>Chapter 6 - 9</a:t>
          </a:r>
          <a:endParaRPr lang="en-SG" dirty="0"/>
        </a:p>
      </dgm:t>
    </dgm:pt>
    <dgm:pt modelId="{F27E50B7-C2A4-4503-858E-B334222BECE6}" type="parTrans" cxnId="{BD665F67-9B64-4139-B194-DEDDBE7A7E7B}">
      <dgm:prSet/>
      <dgm:spPr/>
      <dgm:t>
        <a:bodyPr/>
        <a:lstStyle/>
        <a:p>
          <a:endParaRPr lang="en-SG"/>
        </a:p>
      </dgm:t>
    </dgm:pt>
    <dgm:pt modelId="{1A346B08-8ADD-415C-AA24-D9B08797030C}" type="sibTrans" cxnId="{BD665F67-9B64-4139-B194-DEDDBE7A7E7B}">
      <dgm:prSet/>
      <dgm:spPr/>
      <dgm:t>
        <a:bodyPr/>
        <a:lstStyle/>
        <a:p>
          <a:endParaRPr lang="en-SG"/>
        </a:p>
      </dgm:t>
    </dgm:pt>
    <dgm:pt modelId="{9CA70ACB-0A4C-48F1-BB9C-D852E442FD05}" type="pres">
      <dgm:prSet presAssocID="{7D839424-CFF8-46B4-B53E-6895DB480F5B}" presName="theList" presStyleCnt="0">
        <dgm:presLayoutVars>
          <dgm:dir/>
          <dgm:animLvl val="lvl"/>
          <dgm:resizeHandles val="exact"/>
        </dgm:presLayoutVars>
      </dgm:prSet>
      <dgm:spPr/>
    </dgm:pt>
    <dgm:pt modelId="{48762072-76F9-49B5-9B7A-B3F636DBC807}" type="pres">
      <dgm:prSet presAssocID="{0F1A5C8E-A222-4661-88A1-C5A3293BC9A6}" presName="compNode" presStyleCnt="0"/>
      <dgm:spPr/>
    </dgm:pt>
    <dgm:pt modelId="{95BCC84B-5FD4-49CC-9242-75177F46E15A}" type="pres">
      <dgm:prSet presAssocID="{0F1A5C8E-A222-4661-88A1-C5A3293BC9A6}" presName="aNode" presStyleLbl="bgShp" presStyleIdx="0" presStyleCnt="1"/>
      <dgm:spPr/>
    </dgm:pt>
    <dgm:pt modelId="{35F220F5-1CC3-470E-8F97-C4E5DF05C5F2}" type="pres">
      <dgm:prSet presAssocID="{0F1A5C8E-A222-4661-88A1-C5A3293BC9A6}" presName="textNode" presStyleLbl="bgShp" presStyleIdx="0" presStyleCnt="1"/>
      <dgm:spPr/>
    </dgm:pt>
    <dgm:pt modelId="{D2646013-B872-4DFB-8894-C537CA7549FC}" type="pres">
      <dgm:prSet presAssocID="{0F1A5C8E-A222-4661-88A1-C5A3293BC9A6}" presName="compChildNode" presStyleCnt="0"/>
      <dgm:spPr/>
    </dgm:pt>
    <dgm:pt modelId="{0B652BEA-9CF8-4A48-8004-1FB050DF4EDF}" type="pres">
      <dgm:prSet presAssocID="{0F1A5C8E-A222-4661-88A1-C5A3293BC9A6}" presName="theInnerList" presStyleCnt="0"/>
      <dgm:spPr/>
    </dgm:pt>
    <dgm:pt modelId="{ECE623D2-02B8-4100-AAD5-BB50148CDBAB}" type="pres">
      <dgm:prSet presAssocID="{D190AB8E-AA59-4652-8923-AB5E16DFE4C8}" presName="childNode" presStyleLbl="node1" presStyleIdx="0" presStyleCnt="1">
        <dgm:presLayoutVars>
          <dgm:bulletEnabled val="1"/>
        </dgm:presLayoutVars>
      </dgm:prSet>
      <dgm:spPr/>
    </dgm:pt>
  </dgm:ptLst>
  <dgm:cxnLst>
    <dgm:cxn modelId="{97B88663-F082-48DB-B21D-A5EF46E87F7C}" type="presOf" srcId="{0F1A5C8E-A222-4661-88A1-C5A3293BC9A6}" destId="{95BCC84B-5FD4-49CC-9242-75177F46E15A}" srcOrd="0" destOrd="0" presId="urn:microsoft.com/office/officeart/2005/8/layout/lProcess2"/>
    <dgm:cxn modelId="{BD665F67-9B64-4139-B194-DEDDBE7A7E7B}" srcId="{0F1A5C8E-A222-4661-88A1-C5A3293BC9A6}" destId="{D190AB8E-AA59-4652-8923-AB5E16DFE4C8}" srcOrd="0" destOrd="0" parTransId="{F27E50B7-C2A4-4503-858E-B334222BECE6}" sibTransId="{1A346B08-8ADD-415C-AA24-D9B08797030C}"/>
    <dgm:cxn modelId="{B8729979-B346-4C54-A480-2A2C43E2102B}" type="presOf" srcId="{7D839424-CFF8-46B4-B53E-6895DB480F5B}" destId="{9CA70ACB-0A4C-48F1-BB9C-D852E442FD05}" srcOrd="0" destOrd="0" presId="urn:microsoft.com/office/officeart/2005/8/layout/lProcess2"/>
    <dgm:cxn modelId="{1BC4B6C0-6F36-459F-8ECB-4C033899619A}" type="presOf" srcId="{0F1A5C8E-A222-4661-88A1-C5A3293BC9A6}" destId="{35F220F5-1CC3-470E-8F97-C4E5DF05C5F2}" srcOrd="1" destOrd="0" presId="urn:microsoft.com/office/officeart/2005/8/layout/lProcess2"/>
    <dgm:cxn modelId="{8C8230CC-D622-458E-878F-BB82254E411C}" type="presOf" srcId="{D190AB8E-AA59-4652-8923-AB5E16DFE4C8}" destId="{ECE623D2-02B8-4100-AAD5-BB50148CDBAB}" srcOrd="0" destOrd="0" presId="urn:microsoft.com/office/officeart/2005/8/layout/lProcess2"/>
    <dgm:cxn modelId="{0468A7DA-29A3-4EED-BF2C-B5D068AC8DB2}" srcId="{7D839424-CFF8-46B4-B53E-6895DB480F5B}" destId="{0F1A5C8E-A222-4661-88A1-C5A3293BC9A6}" srcOrd="0" destOrd="0" parTransId="{6F0250BE-1487-4EAF-856A-FA3080E8F1D1}" sibTransId="{3897C9D9-D87D-48F4-AD01-4E566834D225}"/>
    <dgm:cxn modelId="{D21B40FF-9259-4451-AB92-57F1C83AAF64}" type="presParOf" srcId="{9CA70ACB-0A4C-48F1-BB9C-D852E442FD05}" destId="{48762072-76F9-49B5-9B7A-B3F636DBC807}" srcOrd="0" destOrd="0" presId="urn:microsoft.com/office/officeart/2005/8/layout/lProcess2"/>
    <dgm:cxn modelId="{410516F1-972E-450A-A62D-A3E03743876F}" type="presParOf" srcId="{48762072-76F9-49B5-9B7A-B3F636DBC807}" destId="{95BCC84B-5FD4-49CC-9242-75177F46E15A}" srcOrd="0" destOrd="0" presId="urn:microsoft.com/office/officeart/2005/8/layout/lProcess2"/>
    <dgm:cxn modelId="{1F3B585C-684F-4835-9C4B-C68ED4203CD7}" type="presParOf" srcId="{48762072-76F9-49B5-9B7A-B3F636DBC807}" destId="{35F220F5-1CC3-470E-8F97-C4E5DF05C5F2}" srcOrd="1" destOrd="0" presId="urn:microsoft.com/office/officeart/2005/8/layout/lProcess2"/>
    <dgm:cxn modelId="{0F5635D7-2BA0-4EC3-A656-8FF190EB3F91}" type="presParOf" srcId="{48762072-76F9-49B5-9B7A-B3F636DBC807}" destId="{D2646013-B872-4DFB-8894-C537CA7549FC}" srcOrd="2" destOrd="0" presId="urn:microsoft.com/office/officeart/2005/8/layout/lProcess2"/>
    <dgm:cxn modelId="{B7C92B7D-BD7B-4031-AF7E-7C503725AA3B}" type="presParOf" srcId="{D2646013-B872-4DFB-8894-C537CA7549FC}" destId="{0B652BEA-9CF8-4A48-8004-1FB050DF4EDF}" srcOrd="0" destOrd="0" presId="urn:microsoft.com/office/officeart/2005/8/layout/lProcess2"/>
    <dgm:cxn modelId="{34C1EFAE-73D5-4320-B35F-2722BDF40132}" type="presParOf" srcId="{0B652BEA-9CF8-4A48-8004-1FB050DF4EDF}" destId="{ECE623D2-02B8-4100-AAD5-BB50148CDBAB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purl.oclc.org/ooxml/drawingml/diagram" xmlns:a="http://purl.oclc.org/ooxml/drawingml/main">
  <dgm:ptLst>
    <dgm:pt modelId="{7D839424-CFF8-46B4-B53E-6895DB480F5B}" type="doc">
      <dgm:prSet loTypeId="urn:microsoft.com/office/officeart/2005/8/layout/lProcess2" loCatId="relationship" qsTypeId="urn:microsoft.com/office/officeart/2005/8/quickstyle/simple1" qsCatId="simple" csTypeId="urn:microsoft.com/office/officeart/2005/8/colors/accent1_2" csCatId="accent1" phldr="1"/>
      <dgm:spPr/>
    </dgm:pt>
    <dgm:pt modelId="{F6F8C5FB-BF1E-4F71-BC41-EB0F98A13672}">
      <dgm:prSet phldrT="[Text]"/>
      <dgm:spPr/>
      <dgm:t>
        <a:bodyPr/>
        <a:lstStyle/>
        <a:p>
          <a:r>
            <a:rPr lang="en-US" dirty="0"/>
            <a:t>Challenges to growth </a:t>
          </a:r>
          <a:endParaRPr lang="en-SG" dirty="0"/>
        </a:p>
      </dgm:t>
    </dgm:pt>
    <dgm:pt modelId="{455A16EC-1702-4245-95DD-27FF6DD4C5E9}" type="parTrans" cxnId="{FBFC8409-FC40-4B8D-8A16-3EC5C73FF017}">
      <dgm:prSet/>
      <dgm:spPr/>
      <dgm:t>
        <a:bodyPr/>
        <a:lstStyle/>
        <a:p>
          <a:endParaRPr lang="en-SG"/>
        </a:p>
      </dgm:t>
    </dgm:pt>
    <dgm:pt modelId="{F4469256-F251-4562-B026-AC2E92C11DD7}" type="sibTrans" cxnId="{FBFC8409-FC40-4B8D-8A16-3EC5C73FF017}">
      <dgm:prSet/>
      <dgm:spPr/>
      <dgm:t>
        <a:bodyPr/>
        <a:lstStyle/>
        <a:p>
          <a:endParaRPr lang="en-SG"/>
        </a:p>
      </dgm:t>
    </dgm:pt>
    <dgm:pt modelId="{45EF48F8-9C6C-4231-BD46-11293557C1F9}">
      <dgm:prSet/>
      <dgm:spPr/>
      <dgm:t>
        <a:bodyPr/>
        <a:lstStyle/>
        <a:p>
          <a:r>
            <a:rPr lang="en-US" dirty="0"/>
            <a:t>Chapter 10 </a:t>
          </a:r>
          <a:endParaRPr lang="en-SG" dirty="0"/>
        </a:p>
      </dgm:t>
    </dgm:pt>
    <dgm:pt modelId="{2CADF715-B002-4B3A-BC27-67365E10DE57}" type="parTrans" cxnId="{8A6A4E70-6FCA-46E5-B517-BB5828FCD7C0}">
      <dgm:prSet/>
      <dgm:spPr/>
      <dgm:t>
        <a:bodyPr/>
        <a:lstStyle/>
        <a:p>
          <a:endParaRPr lang="en-SG"/>
        </a:p>
      </dgm:t>
    </dgm:pt>
    <dgm:pt modelId="{0A93B5CA-BB5F-4A62-8B92-CB8084AF8006}" type="sibTrans" cxnId="{8A6A4E70-6FCA-46E5-B517-BB5828FCD7C0}">
      <dgm:prSet/>
      <dgm:spPr/>
      <dgm:t>
        <a:bodyPr/>
        <a:lstStyle/>
        <a:p>
          <a:endParaRPr lang="en-SG"/>
        </a:p>
      </dgm:t>
    </dgm:pt>
    <dgm:pt modelId="{9CA70ACB-0A4C-48F1-BB9C-D852E442FD05}" type="pres">
      <dgm:prSet presAssocID="{7D839424-CFF8-46B4-B53E-6895DB480F5B}" presName="theList" presStyleCnt="0">
        <dgm:presLayoutVars>
          <dgm:dir/>
          <dgm:animLvl val="lvl"/>
          <dgm:resizeHandles val="exact"/>
        </dgm:presLayoutVars>
      </dgm:prSet>
      <dgm:spPr/>
    </dgm:pt>
    <dgm:pt modelId="{D1FA6FD2-495C-4217-BAB9-B4958A6E3F52}" type="pres">
      <dgm:prSet presAssocID="{F6F8C5FB-BF1E-4F71-BC41-EB0F98A13672}" presName="compNode" presStyleCnt="0"/>
      <dgm:spPr/>
    </dgm:pt>
    <dgm:pt modelId="{255531A6-5C28-405C-9285-DA1B3DA4BBF1}" type="pres">
      <dgm:prSet presAssocID="{F6F8C5FB-BF1E-4F71-BC41-EB0F98A13672}" presName="aNode" presStyleLbl="bgShp" presStyleIdx="0" presStyleCnt="1"/>
      <dgm:spPr/>
    </dgm:pt>
    <dgm:pt modelId="{3803FC63-CAA2-48EC-A473-E279E08B90A4}" type="pres">
      <dgm:prSet presAssocID="{F6F8C5FB-BF1E-4F71-BC41-EB0F98A13672}" presName="textNode" presStyleLbl="bgShp" presStyleIdx="0" presStyleCnt="1"/>
      <dgm:spPr/>
    </dgm:pt>
    <dgm:pt modelId="{55902690-EDFB-4E41-9276-F7480EF12AA2}" type="pres">
      <dgm:prSet presAssocID="{F6F8C5FB-BF1E-4F71-BC41-EB0F98A13672}" presName="compChildNode" presStyleCnt="0"/>
      <dgm:spPr/>
    </dgm:pt>
    <dgm:pt modelId="{40D6E4EE-92C9-48DF-BB78-F2E818E823FD}" type="pres">
      <dgm:prSet presAssocID="{F6F8C5FB-BF1E-4F71-BC41-EB0F98A13672}" presName="theInnerList" presStyleCnt="0"/>
      <dgm:spPr/>
    </dgm:pt>
    <dgm:pt modelId="{CC9102D8-4DDA-4B8F-9AA2-7FA98DF847F1}" type="pres">
      <dgm:prSet presAssocID="{45EF48F8-9C6C-4231-BD46-11293557C1F9}" presName="childNode" presStyleLbl="node1" presStyleIdx="0" presStyleCnt="1">
        <dgm:presLayoutVars>
          <dgm:bulletEnabled val="1"/>
        </dgm:presLayoutVars>
      </dgm:prSet>
      <dgm:spPr/>
    </dgm:pt>
  </dgm:ptLst>
  <dgm:cxnLst>
    <dgm:cxn modelId="{FBFC8409-FC40-4B8D-8A16-3EC5C73FF017}" srcId="{7D839424-CFF8-46B4-B53E-6895DB480F5B}" destId="{F6F8C5FB-BF1E-4F71-BC41-EB0F98A13672}" srcOrd="0" destOrd="0" parTransId="{455A16EC-1702-4245-95DD-27FF6DD4C5E9}" sibTransId="{F4469256-F251-4562-B026-AC2E92C11DD7}"/>
    <dgm:cxn modelId="{81F2503E-2CE9-42E4-A73D-FABB275E7324}" type="presOf" srcId="{F6F8C5FB-BF1E-4F71-BC41-EB0F98A13672}" destId="{255531A6-5C28-405C-9285-DA1B3DA4BBF1}" srcOrd="0" destOrd="0" presId="urn:microsoft.com/office/officeart/2005/8/layout/lProcess2"/>
    <dgm:cxn modelId="{8A6A4E70-6FCA-46E5-B517-BB5828FCD7C0}" srcId="{F6F8C5FB-BF1E-4F71-BC41-EB0F98A13672}" destId="{45EF48F8-9C6C-4231-BD46-11293557C1F9}" srcOrd="0" destOrd="0" parTransId="{2CADF715-B002-4B3A-BC27-67365E10DE57}" sibTransId="{0A93B5CA-BB5F-4A62-8B92-CB8084AF8006}"/>
    <dgm:cxn modelId="{B8729979-B346-4C54-A480-2A2C43E2102B}" type="presOf" srcId="{7D839424-CFF8-46B4-B53E-6895DB480F5B}" destId="{9CA70ACB-0A4C-48F1-BB9C-D852E442FD05}" srcOrd="0" destOrd="0" presId="urn:microsoft.com/office/officeart/2005/8/layout/lProcess2"/>
    <dgm:cxn modelId="{4F265781-DEEF-46F5-B000-B34D0DC2845C}" type="presOf" srcId="{45EF48F8-9C6C-4231-BD46-11293557C1F9}" destId="{CC9102D8-4DDA-4B8F-9AA2-7FA98DF847F1}" srcOrd="0" destOrd="0" presId="urn:microsoft.com/office/officeart/2005/8/layout/lProcess2"/>
    <dgm:cxn modelId="{1B53D0CD-5DDD-439D-BF4F-4DDE83EB21EC}" type="presOf" srcId="{F6F8C5FB-BF1E-4F71-BC41-EB0F98A13672}" destId="{3803FC63-CAA2-48EC-A473-E279E08B90A4}" srcOrd="1" destOrd="0" presId="urn:microsoft.com/office/officeart/2005/8/layout/lProcess2"/>
    <dgm:cxn modelId="{0D0D8107-E41E-46BA-A951-EBF1841FEA82}" type="presParOf" srcId="{9CA70ACB-0A4C-48F1-BB9C-D852E442FD05}" destId="{D1FA6FD2-495C-4217-BAB9-B4958A6E3F52}" srcOrd="0" destOrd="0" presId="urn:microsoft.com/office/officeart/2005/8/layout/lProcess2"/>
    <dgm:cxn modelId="{951E2909-16C5-4406-9E7F-655DDBA9E66A}" type="presParOf" srcId="{D1FA6FD2-495C-4217-BAB9-B4958A6E3F52}" destId="{255531A6-5C28-405C-9285-DA1B3DA4BBF1}" srcOrd="0" destOrd="0" presId="urn:microsoft.com/office/officeart/2005/8/layout/lProcess2"/>
    <dgm:cxn modelId="{C15D692C-BAD8-4712-AFB8-145181864002}" type="presParOf" srcId="{D1FA6FD2-495C-4217-BAB9-B4958A6E3F52}" destId="{3803FC63-CAA2-48EC-A473-E279E08B90A4}" srcOrd="1" destOrd="0" presId="urn:microsoft.com/office/officeart/2005/8/layout/lProcess2"/>
    <dgm:cxn modelId="{DCC13674-F1D3-4BE1-97EB-7039E48979B0}" type="presParOf" srcId="{D1FA6FD2-495C-4217-BAB9-B4958A6E3F52}" destId="{55902690-EDFB-4E41-9276-F7480EF12AA2}" srcOrd="2" destOrd="0" presId="urn:microsoft.com/office/officeart/2005/8/layout/lProcess2"/>
    <dgm:cxn modelId="{B4C52C97-5350-4B1B-A931-C8020CD07A2B}" type="presParOf" srcId="{55902690-EDFB-4E41-9276-F7480EF12AA2}" destId="{40D6E4EE-92C9-48DF-BB78-F2E818E823FD}" srcOrd="0" destOrd="0" presId="urn:microsoft.com/office/officeart/2005/8/layout/lProcess2"/>
    <dgm:cxn modelId="{31AE63E6-6487-4F72-97C2-B573021ED1D3}" type="presParOf" srcId="{40D6E4EE-92C9-48DF-BB78-F2E818E823FD}" destId="{CC9102D8-4DDA-4B8F-9AA2-7FA98DF847F1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purl.oclc.org/ooxml/drawingml/diagram" xmlns:a="http://purl.oclc.org/ooxml/drawingml/main">
  <dgm:ptLst>
    <dgm:pt modelId="{5E7664A6-4FA3-4100-AFD4-411EB8B72065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</dgm:pt>
    <dgm:pt modelId="{07F3E39B-E8CB-4392-9ABF-18CE87A6E2FC}">
      <dgm:prSet phldrT="[Text]"/>
      <dgm:spPr/>
      <dgm:t>
        <a:bodyPr/>
        <a:lstStyle/>
        <a:p>
          <a:r>
            <a:rPr lang="en-US" dirty="0"/>
            <a:t>Lecture slides + optional videos  </a:t>
          </a:r>
          <a:endParaRPr lang="en-SG" dirty="0"/>
        </a:p>
      </dgm:t>
    </dgm:pt>
    <dgm:pt modelId="{394122F3-F7B1-42D8-B2FC-4F0B4378F3D9}" type="parTrans" cxnId="{4BDF24F3-4592-49A6-9A3E-18062C1BD679}">
      <dgm:prSet/>
      <dgm:spPr/>
      <dgm:t>
        <a:bodyPr/>
        <a:lstStyle/>
        <a:p>
          <a:endParaRPr lang="en-SG"/>
        </a:p>
      </dgm:t>
    </dgm:pt>
    <dgm:pt modelId="{2C64E5C5-7F4E-4DF7-8D5C-051F87E45107}" type="sibTrans" cxnId="{4BDF24F3-4592-49A6-9A3E-18062C1BD679}">
      <dgm:prSet/>
      <dgm:spPr/>
      <dgm:t>
        <a:bodyPr/>
        <a:lstStyle/>
        <a:p>
          <a:endParaRPr lang="en-SG"/>
        </a:p>
      </dgm:t>
    </dgm:pt>
    <dgm:pt modelId="{B372DAE2-E478-432B-A309-1AFE6F1C1D91}">
      <dgm:prSet phldrT="[Text]"/>
      <dgm:spPr/>
      <dgm:t>
        <a:bodyPr/>
        <a:lstStyle/>
        <a:p>
          <a:r>
            <a:rPr lang="en-US" dirty="0"/>
            <a:t>Online Practice MCQs / Online quiz 2 to 6 </a:t>
          </a:r>
          <a:endParaRPr lang="en-SG" dirty="0"/>
        </a:p>
      </dgm:t>
    </dgm:pt>
    <dgm:pt modelId="{669808E7-93B0-47EE-A137-9C54DCBECFE6}" type="parTrans" cxnId="{DF1B7514-3E00-4165-A337-71858E2A81D7}">
      <dgm:prSet/>
      <dgm:spPr/>
      <dgm:t>
        <a:bodyPr/>
        <a:lstStyle/>
        <a:p>
          <a:endParaRPr lang="en-SG"/>
        </a:p>
      </dgm:t>
    </dgm:pt>
    <dgm:pt modelId="{F49F9BB4-AC07-49BE-96D5-6945831EF1C9}" type="sibTrans" cxnId="{DF1B7514-3E00-4165-A337-71858E2A81D7}">
      <dgm:prSet/>
      <dgm:spPr/>
      <dgm:t>
        <a:bodyPr/>
        <a:lstStyle/>
        <a:p>
          <a:endParaRPr lang="en-SG"/>
        </a:p>
      </dgm:t>
    </dgm:pt>
    <dgm:pt modelId="{38DA422C-3347-4FDE-B552-EA5336A0EC4A}">
      <dgm:prSet/>
      <dgm:spPr/>
      <dgm:t>
        <a:bodyPr/>
        <a:lstStyle/>
        <a:p>
          <a:r>
            <a:rPr lang="en-US" dirty="0"/>
            <a:t>Exam Practice MCQs Set A and B </a:t>
          </a:r>
          <a:endParaRPr lang="en-SG" dirty="0"/>
        </a:p>
      </dgm:t>
    </dgm:pt>
    <dgm:pt modelId="{1E04A173-2414-49A9-9186-EF5E0479D3A7}" type="parTrans" cxnId="{5FECA278-BCC3-4E96-AA4E-CDB5F46409A2}">
      <dgm:prSet/>
      <dgm:spPr/>
      <dgm:t>
        <a:bodyPr/>
        <a:lstStyle/>
        <a:p>
          <a:endParaRPr lang="en-SG"/>
        </a:p>
      </dgm:t>
    </dgm:pt>
    <dgm:pt modelId="{C68214CD-AE83-4D3E-9112-A3370D277D51}" type="sibTrans" cxnId="{5FECA278-BCC3-4E96-AA4E-CDB5F46409A2}">
      <dgm:prSet/>
      <dgm:spPr/>
      <dgm:t>
        <a:bodyPr/>
        <a:lstStyle/>
        <a:p>
          <a:endParaRPr lang="en-SG"/>
        </a:p>
      </dgm:t>
    </dgm:pt>
    <dgm:pt modelId="{17EF0EFA-F4BA-47B1-95E4-0B77FA0F0278}" type="pres">
      <dgm:prSet presAssocID="{5E7664A6-4FA3-4100-AFD4-411EB8B72065}" presName="Name0" presStyleCnt="0">
        <dgm:presLayoutVars>
          <dgm:dir/>
          <dgm:resizeHandles val="exact"/>
        </dgm:presLayoutVars>
      </dgm:prSet>
      <dgm:spPr/>
    </dgm:pt>
    <dgm:pt modelId="{7C4251F9-E034-4B28-9BD5-E81B304CFACC}" type="pres">
      <dgm:prSet presAssocID="{07F3E39B-E8CB-4392-9ABF-18CE87A6E2FC}" presName="composite" presStyleCnt="0"/>
      <dgm:spPr/>
    </dgm:pt>
    <dgm:pt modelId="{FC4692C5-9C2E-4710-94CA-A2EAC3E0E4FC}" type="pres">
      <dgm:prSet presAssocID="{07F3E39B-E8CB-4392-9ABF-18CE87A6E2FC}" presName="bgChev" presStyleLbl="node1" presStyleIdx="0" presStyleCnt="3"/>
      <dgm:spPr/>
    </dgm:pt>
    <dgm:pt modelId="{69822986-366A-4A7F-9B72-0604E701E74E}" type="pres">
      <dgm:prSet presAssocID="{07F3E39B-E8CB-4392-9ABF-18CE87A6E2FC}" presName="txNode" presStyleLbl="fgAcc1" presStyleIdx="0" presStyleCnt="3" custLinFactNeighborX="-0.707%" custLinFactNeighborY="2.706%">
        <dgm:presLayoutVars>
          <dgm:bulletEnabled val="1"/>
        </dgm:presLayoutVars>
      </dgm:prSet>
      <dgm:spPr/>
    </dgm:pt>
    <dgm:pt modelId="{422DEA9C-024A-433F-A42D-F883979B222C}" type="pres">
      <dgm:prSet presAssocID="{2C64E5C5-7F4E-4DF7-8D5C-051F87E45107}" presName="compositeSpace" presStyleCnt="0"/>
      <dgm:spPr/>
    </dgm:pt>
    <dgm:pt modelId="{213082F5-5BE6-454E-A943-FEB0AAFBF865}" type="pres">
      <dgm:prSet presAssocID="{B372DAE2-E478-432B-A309-1AFE6F1C1D91}" presName="composite" presStyleCnt="0"/>
      <dgm:spPr/>
    </dgm:pt>
    <dgm:pt modelId="{BE6ED29E-1439-4687-A545-441691C05A03}" type="pres">
      <dgm:prSet presAssocID="{B372DAE2-E478-432B-A309-1AFE6F1C1D91}" presName="bgChev" presStyleLbl="node1" presStyleIdx="1" presStyleCnt="3"/>
      <dgm:spPr/>
    </dgm:pt>
    <dgm:pt modelId="{48FD7CE7-BAFC-488F-A1F2-734FB1B3CE0D}" type="pres">
      <dgm:prSet presAssocID="{B372DAE2-E478-432B-A309-1AFE6F1C1D91}" presName="txNode" presStyleLbl="fgAcc1" presStyleIdx="1" presStyleCnt="3">
        <dgm:presLayoutVars>
          <dgm:bulletEnabled val="1"/>
        </dgm:presLayoutVars>
      </dgm:prSet>
      <dgm:spPr/>
    </dgm:pt>
    <dgm:pt modelId="{1D7332BA-E17A-48F4-A168-7D384AE2E224}" type="pres">
      <dgm:prSet presAssocID="{F49F9BB4-AC07-49BE-96D5-6945831EF1C9}" presName="compositeSpace" presStyleCnt="0"/>
      <dgm:spPr/>
    </dgm:pt>
    <dgm:pt modelId="{8E5CA65C-BC0A-45C7-9817-D6B3055E4117}" type="pres">
      <dgm:prSet presAssocID="{38DA422C-3347-4FDE-B552-EA5336A0EC4A}" presName="composite" presStyleCnt="0"/>
      <dgm:spPr/>
    </dgm:pt>
    <dgm:pt modelId="{B4313F10-69E2-4C7D-AD32-68F2ED43F934}" type="pres">
      <dgm:prSet presAssocID="{38DA422C-3347-4FDE-B552-EA5336A0EC4A}" presName="bgChev" presStyleLbl="node1" presStyleIdx="2" presStyleCnt="3"/>
      <dgm:spPr/>
    </dgm:pt>
    <dgm:pt modelId="{095E0F7D-FEF6-4852-8274-9F6E81B31713}" type="pres">
      <dgm:prSet presAssocID="{38DA422C-3347-4FDE-B552-EA5336A0EC4A}" presName="txNode" presStyleLbl="fgAcc1" presStyleIdx="2" presStyleCnt="3">
        <dgm:presLayoutVars>
          <dgm:bulletEnabled val="1"/>
        </dgm:presLayoutVars>
      </dgm:prSet>
      <dgm:spPr/>
    </dgm:pt>
  </dgm:ptLst>
  <dgm:cxnLst>
    <dgm:cxn modelId="{DF1B7514-3E00-4165-A337-71858E2A81D7}" srcId="{5E7664A6-4FA3-4100-AFD4-411EB8B72065}" destId="{B372DAE2-E478-432B-A309-1AFE6F1C1D91}" srcOrd="1" destOrd="0" parTransId="{669808E7-93B0-47EE-A137-9C54DCBECFE6}" sibTransId="{F49F9BB4-AC07-49BE-96D5-6945831EF1C9}"/>
    <dgm:cxn modelId="{D3F1325E-9D7F-4B95-9844-828C28935B25}" type="presOf" srcId="{07F3E39B-E8CB-4392-9ABF-18CE87A6E2FC}" destId="{69822986-366A-4A7F-9B72-0604E701E74E}" srcOrd="0" destOrd="0" presId="urn:microsoft.com/office/officeart/2005/8/layout/chevronAccent+Icon"/>
    <dgm:cxn modelId="{5FECA278-BCC3-4E96-AA4E-CDB5F46409A2}" srcId="{5E7664A6-4FA3-4100-AFD4-411EB8B72065}" destId="{38DA422C-3347-4FDE-B552-EA5336A0EC4A}" srcOrd="2" destOrd="0" parTransId="{1E04A173-2414-49A9-9186-EF5E0479D3A7}" sibTransId="{C68214CD-AE83-4D3E-9112-A3370D277D51}"/>
    <dgm:cxn modelId="{F6AFA1A2-3466-462C-ADB1-2106DEF01B2D}" type="presOf" srcId="{5E7664A6-4FA3-4100-AFD4-411EB8B72065}" destId="{17EF0EFA-F4BA-47B1-95E4-0B77FA0F0278}" srcOrd="0" destOrd="0" presId="urn:microsoft.com/office/officeart/2005/8/layout/chevronAccent+Icon"/>
    <dgm:cxn modelId="{11D436A9-D21B-411A-A309-F86F563ABEF4}" type="presOf" srcId="{B372DAE2-E478-432B-A309-1AFE6F1C1D91}" destId="{48FD7CE7-BAFC-488F-A1F2-734FB1B3CE0D}" srcOrd="0" destOrd="0" presId="urn:microsoft.com/office/officeart/2005/8/layout/chevronAccent+Icon"/>
    <dgm:cxn modelId="{156D8FB7-6710-42E2-B33E-3B36BC1037AB}" type="presOf" srcId="{38DA422C-3347-4FDE-B552-EA5336A0EC4A}" destId="{095E0F7D-FEF6-4852-8274-9F6E81B31713}" srcOrd="0" destOrd="0" presId="urn:microsoft.com/office/officeart/2005/8/layout/chevronAccent+Icon"/>
    <dgm:cxn modelId="{4BDF24F3-4592-49A6-9A3E-18062C1BD679}" srcId="{5E7664A6-4FA3-4100-AFD4-411EB8B72065}" destId="{07F3E39B-E8CB-4392-9ABF-18CE87A6E2FC}" srcOrd="0" destOrd="0" parTransId="{394122F3-F7B1-42D8-B2FC-4F0B4378F3D9}" sibTransId="{2C64E5C5-7F4E-4DF7-8D5C-051F87E45107}"/>
    <dgm:cxn modelId="{E4A78CEB-CB0F-4A47-878E-C474CA157D8E}" type="presParOf" srcId="{17EF0EFA-F4BA-47B1-95E4-0B77FA0F0278}" destId="{7C4251F9-E034-4B28-9BD5-E81B304CFACC}" srcOrd="0" destOrd="0" presId="urn:microsoft.com/office/officeart/2005/8/layout/chevronAccent+Icon"/>
    <dgm:cxn modelId="{39659C9A-6E39-406B-B703-95B3666DAD2E}" type="presParOf" srcId="{7C4251F9-E034-4B28-9BD5-E81B304CFACC}" destId="{FC4692C5-9C2E-4710-94CA-A2EAC3E0E4FC}" srcOrd="0" destOrd="0" presId="urn:microsoft.com/office/officeart/2005/8/layout/chevronAccent+Icon"/>
    <dgm:cxn modelId="{D4E13CEF-869B-4DB1-849A-D9BC18A9B3A6}" type="presParOf" srcId="{7C4251F9-E034-4B28-9BD5-E81B304CFACC}" destId="{69822986-366A-4A7F-9B72-0604E701E74E}" srcOrd="1" destOrd="0" presId="urn:microsoft.com/office/officeart/2005/8/layout/chevronAccent+Icon"/>
    <dgm:cxn modelId="{CEEA6074-0955-4777-A06D-EEEB194A3934}" type="presParOf" srcId="{17EF0EFA-F4BA-47B1-95E4-0B77FA0F0278}" destId="{422DEA9C-024A-433F-A42D-F883979B222C}" srcOrd="1" destOrd="0" presId="urn:microsoft.com/office/officeart/2005/8/layout/chevronAccent+Icon"/>
    <dgm:cxn modelId="{C61BFD81-DF50-414A-B6C8-192BC0726784}" type="presParOf" srcId="{17EF0EFA-F4BA-47B1-95E4-0B77FA0F0278}" destId="{213082F5-5BE6-454E-A943-FEB0AAFBF865}" srcOrd="2" destOrd="0" presId="urn:microsoft.com/office/officeart/2005/8/layout/chevronAccent+Icon"/>
    <dgm:cxn modelId="{E5C60577-8755-4E0E-924D-ABEBE99D0338}" type="presParOf" srcId="{213082F5-5BE6-454E-A943-FEB0AAFBF865}" destId="{BE6ED29E-1439-4687-A545-441691C05A03}" srcOrd="0" destOrd="0" presId="urn:microsoft.com/office/officeart/2005/8/layout/chevronAccent+Icon"/>
    <dgm:cxn modelId="{582AD048-41EF-4090-ADBF-2AFB96738D79}" type="presParOf" srcId="{213082F5-5BE6-454E-A943-FEB0AAFBF865}" destId="{48FD7CE7-BAFC-488F-A1F2-734FB1B3CE0D}" srcOrd="1" destOrd="0" presId="urn:microsoft.com/office/officeart/2005/8/layout/chevronAccent+Icon"/>
    <dgm:cxn modelId="{B0217196-D3FA-4BC5-AA21-50BA79C40899}" type="presParOf" srcId="{17EF0EFA-F4BA-47B1-95E4-0B77FA0F0278}" destId="{1D7332BA-E17A-48F4-A168-7D384AE2E224}" srcOrd="3" destOrd="0" presId="urn:microsoft.com/office/officeart/2005/8/layout/chevronAccent+Icon"/>
    <dgm:cxn modelId="{27B7281C-7D02-4228-BFEB-EEE3749AE75C}" type="presParOf" srcId="{17EF0EFA-F4BA-47B1-95E4-0B77FA0F0278}" destId="{8E5CA65C-BC0A-45C7-9817-D6B3055E4117}" srcOrd="4" destOrd="0" presId="urn:microsoft.com/office/officeart/2005/8/layout/chevronAccent+Icon"/>
    <dgm:cxn modelId="{F97A42FA-5B3E-468B-855A-0CEE5127FCF1}" type="presParOf" srcId="{8E5CA65C-BC0A-45C7-9817-D6B3055E4117}" destId="{B4313F10-69E2-4C7D-AD32-68F2ED43F934}" srcOrd="0" destOrd="0" presId="urn:microsoft.com/office/officeart/2005/8/layout/chevronAccent+Icon"/>
    <dgm:cxn modelId="{316888D8-DE35-4935-B81C-8E5C4B936C3D}" type="presParOf" srcId="{8E5CA65C-BC0A-45C7-9817-D6B3055E4117}" destId="{095E0F7D-FEF6-4852-8274-9F6E81B31713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purl.oclc.org/ooxml/drawingml/diagram" xmlns:a="http://purl.oclc.org/ooxml/drawingml/main">
  <dgm:ptLst>
    <dgm:pt modelId="{5E7664A6-4FA3-4100-AFD4-411EB8B72065}" type="doc">
      <dgm:prSet loTypeId="urn:microsoft.com/office/officeart/2005/8/layout/chevronAccent+Icon" loCatId="process" qsTypeId="urn:microsoft.com/office/officeart/2005/8/quickstyle/simple1" qsCatId="simple" csTypeId="urn:microsoft.com/office/officeart/2005/8/colors/accent1_2" csCatId="accent1" phldr="1"/>
      <dgm:spPr/>
    </dgm:pt>
    <dgm:pt modelId="{07F3E39B-E8CB-4392-9ABF-18CE87A6E2FC}">
      <dgm:prSet phldrT="[Text]" custT="1"/>
      <dgm:spPr/>
      <dgm:t>
        <a:bodyPr/>
        <a:lstStyle/>
        <a:p>
          <a:r>
            <a:rPr lang="en-US" sz="2400" dirty="0"/>
            <a:t>Case A on trade policy(s) of hypothetical economy   </a:t>
          </a:r>
        </a:p>
        <a:p>
          <a:r>
            <a:rPr lang="en-US" sz="2400" dirty="0"/>
            <a:t>[45 minutes or less)  </a:t>
          </a:r>
        </a:p>
      </dgm:t>
    </dgm:pt>
    <dgm:pt modelId="{394122F3-F7B1-42D8-B2FC-4F0B4378F3D9}" type="parTrans" cxnId="{4BDF24F3-4592-49A6-9A3E-18062C1BD679}">
      <dgm:prSet/>
      <dgm:spPr/>
      <dgm:t>
        <a:bodyPr/>
        <a:lstStyle/>
        <a:p>
          <a:endParaRPr lang="en-SG"/>
        </a:p>
      </dgm:t>
    </dgm:pt>
    <dgm:pt modelId="{2C64E5C5-7F4E-4DF7-8D5C-051F87E45107}" type="sibTrans" cxnId="{4BDF24F3-4592-49A6-9A3E-18062C1BD679}">
      <dgm:prSet/>
      <dgm:spPr/>
      <dgm:t>
        <a:bodyPr/>
        <a:lstStyle/>
        <a:p>
          <a:endParaRPr lang="en-SG"/>
        </a:p>
      </dgm:t>
    </dgm:pt>
    <dgm:pt modelId="{B372DAE2-E478-432B-A309-1AFE6F1C1D91}">
      <dgm:prSet phldrT="[Text]" custT="1"/>
      <dgm:spPr/>
      <dgm:t>
        <a:bodyPr/>
        <a:lstStyle/>
        <a:p>
          <a:r>
            <a:rPr lang="en-US" sz="2400" dirty="0"/>
            <a:t>Case B – Selected Asia Economies with data charts provided (60 minutes or less] </a:t>
          </a:r>
        </a:p>
      </dgm:t>
    </dgm:pt>
    <dgm:pt modelId="{669808E7-93B0-47EE-A137-9C54DCBECFE6}" type="parTrans" cxnId="{DF1B7514-3E00-4165-A337-71858E2A81D7}">
      <dgm:prSet/>
      <dgm:spPr/>
      <dgm:t>
        <a:bodyPr/>
        <a:lstStyle/>
        <a:p>
          <a:endParaRPr lang="en-SG"/>
        </a:p>
      </dgm:t>
    </dgm:pt>
    <dgm:pt modelId="{F49F9BB4-AC07-49BE-96D5-6945831EF1C9}" type="sibTrans" cxnId="{DF1B7514-3E00-4165-A337-71858E2A81D7}">
      <dgm:prSet/>
      <dgm:spPr/>
      <dgm:t>
        <a:bodyPr/>
        <a:lstStyle/>
        <a:p>
          <a:endParaRPr lang="en-SG"/>
        </a:p>
      </dgm:t>
    </dgm:pt>
    <dgm:pt modelId="{17EF0EFA-F4BA-47B1-95E4-0B77FA0F0278}" type="pres">
      <dgm:prSet presAssocID="{5E7664A6-4FA3-4100-AFD4-411EB8B72065}" presName="Name0" presStyleCnt="0">
        <dgm:presLayoutVars>
          <dgm:dir/>
          <dgm:resizeHandles val="exact"/>
        </dgm:presLayoutVars>
      </dgm:prSet>
      <dgm:spPr/>
    </dgm:pt>
    <dgm:pt modelId="{7C4251F9-E034-4B28-9BD5-E81B304CFACC}" type="pres">
      <dgm:prSet presAssocID="{07F3E39B-E8CB-4392-9ABF-18CE87A6E2FC}" presName="composite" presStyleCnt="0"/>
      <dgm:spPr/>
    </dgm:pt>
    <dgm:pt modelId="{FC4692C5-9C2E-4710-94CA-A2EAC3E0E4FC}" type="pres">
      <dgm:prSet presAssocID="{07F3E39B-E8CB-4392-9ABF-18CE87A6E2FC}" presName="bgChev" presStyleLbl="node1" presStyleIdx="0" presStyleCnt="2"/>
      <dgm:spPr/>
    </dgm:pt>
    <dgm:pt modelId="{69822986-366A-4A7F-9B72-0604E701E74E}" type="pres">
      <dgm:prSet presAssocID="{07F3E39B-E8CB-4392-9ABF-18CE87A6E2FC}" presName="txNode" presStyleLbl="fgAcc1" presStyleIdx="0" presStyleCnt="2" custLinFactNeighborX="-0.707%" custLinFactNeighborY="2.706%">
        <dgm:presLayoutVars>
          <dgm:bulletEnabled val="1"/>
        </dgm:presLayoutVars>
      </dgm:prSet>
      <dgm:spPr/>
    </dgm:pt>
    <dgm:pt modelId="{422DEA9C-024A-433F-A42D-F883979B222C}" type="pres">
      <dgm:prSet presAssocID="{2C64E5C5-7F4E-4DF7-8D5C-051F87E45107}" presName="compositeSpace" presStyleCnt="0"/>
      <dgm:spPr/>
    </dgm:pt>
    <dgm:pt modelId="{213082F5-5BE6-454E-A943-FEB0AAFBF865}" type="pres">
      <dgm:prSet presAssocID="{B372DAE2-E478-432B-A309-1AFE6F1C1D91}" presName="composite" presStyleCnt="0"/>
      <dgm:spPr/>
    </dgm:pt>
    <dgm:pt modelId="{BE6ED29E-1439-4687-A545-441691C05A03}" type="pres">
      <dgm:prSet presAssocID="{B372DAE2-E478-432B-A309-1AFE6F1C1D91}" presName="bgChev" presStyleLbl="node1" presStyleIdx="1" presStyleCnt="2"/>
      <dgm:spPr/>
    </dgm:pt>
    <dgm:pt modelId="{48FD7CE7-BAFC-488F-A1F2-734FB1B3CE0D}" type="pres">
      <dgm:prSet presAssocID="{B372DAE2-E478-432B-A309-1AFE6F1C1D91}" presName="txNode" presStyleLbl="fgAcc1" presStyleIdx="1" presStyleCnt="2" custScaleX="107.063%" custScaleY="132.056%">
        <dgm:presLayoutVars>
          <dgm:bulletEnabled val="1"/>
        </dgm:presLayoutVars>
      </dgm:prSet>
      <dgm:spPr/>
    </dgm:pt>
  </dgm:ptLst>
  <dgm:cxnLst>
    <dgm:cxn modelId="{DF1B7514-3E00-4165-A337-71858E2A81D7}" srcId="{5E7664A6-4FA3-4100-AFD4-411EB8B72065}" destId="{B372DAE2-E478-432B-A309-1AFE6F1C1D91}" srcOrd="1" destOrd="0" parTransId="{669808E7-93B0-47EE-A137-9C54DCBECFE6}" sibTransId="{F49F9BB4-AC07-49BE-96D5-6945831EF1C9}"/>
    <dgm:cxn modelId="{D3F1325E-9D7F-4B95-9844-828C28935B25}" type="presOf" srcId="{07F3E39B-E8CB-4392-9ABF-18CE87A6E2FC}" destId="{69822986-366A-4A7F-9B72-0604E701E74E}" srcOrd="0" destOrd="0" presId="urn:microsoft.com/office/officeart/2005/8/layout/chevronAccent+Icon"/>
    <dgm:cxn modelId="{F6AFA1A2-3466-462C-ADB1-2106DEF01B2D}" type="presOf" srcId="{5E7664A6-4FA3-4100-AFD4-411EB8B72065}" destId="{17EF0EFA-F4BA-47B1-95E4-0B77FA0F0278}" srcOrd="0" destOrd="0" presId="urn:microsoft.com/office/officeart/2005/8/layout/chevronAccent+Icon"/>
    <dgm:cxn modelId="{11D436A9-D21B-411A-A309-F86F563ABEF4}" type="presOf" srcId="{B372DAE2-E478-432B-A309-1AFE6F1C1D91}" destId="{48FD7CE7-BAFC-488F-A1F2-734FB1B3CE0D}" srcOrd="0" destOrd="0" presId="urn:microsoft.com/office/officeart/2005/8/layout/chevronAccent+Icon"/>
    <dgm:cxn modelId="{4BDF24F3-4592-49A6-9A3E-18062C1BD679}" srcId="{5E7664A6-4FA3-4100-AFD4-411EB8B72065}" destId="{07F3E39B-E8CB-4392-9ABF-18CE87A6E2FC}" srcOrd="0" destOrd="0" parTransId="{394122F3-F7B1-42D8-B2FC-4F0B4378F3D9}" sibTransId="{2C64E5C5-7F4E-4DF7-8D5C-051F87E45107}"/>
    <dgm:cxn modelId="{E4A78CEB-CB0F-4A47-878E-C474CA157D8E}" type="presParOf" srcId="{17EF0EFA-F4BA-47B1-95E4-0B77FA0F0278}" destId="{7C4251F9-E034-4B28-9BD5-E81B304CFACC}" srcOrd="0" destOrd="0" presId="urn:microsoft.com/office/officeart/2005/8/layout/chevronAccent+Icon"/>
    <dgm:cxn modelId="{39659C9A-6E39-406B-B703-95B3666DAD2E}" type="presParOf" srcId="{7C4251F9-E034-4B28-9BD5-E81B304CFACC}" destId="{FC4692C5-9C2E-4710-94CA-A2EAC3E0E4FC}" srcOrd="0" destOrd="0" presId="urn:microsoft.com/office/officeart/2005/8/layout/chevronAccent+Icon"/>
    <dgm:cxn modelId="{D4E13CEF-869B-4DB1-849A-D9BC18A9B3A6}" type="presParOf" srcId="{7C4251F9-E034-4B28-9BD5-E81B304CFACC}" destId="{69822986-366A-4A7F-9B72-0604E701E74E}" srcOrd="1" destOrd="0" presId="urn:microsoft.com/office/officeart/2005/8/layout/chevronAccent+Icon"/>
    <dgm:cxn modelId="{CEEA6074-0955-4777-A06D-EEEB194A3934}" type="presParOf" srcId="{17EF0EFA-F4BA-47B1-95E4-0B77FA0F0278}" destId="{422DEA9C-024A-433F-A42D-F883979B222C}" srcOrd="1" destOrd="0" presId="urn:microsoft.com/office/officeart/2005/8/layout/chevronAccent+Icon"/>
    <dgm:cxn modelId="{C61BFD81-DF50-414A-B6C8-192BC0726784}" type="presParOf" srcId="{17EF0EFA-F4BA-47B1-95E4-0B77FA0F0278}" destId="{213082F5-5BE6-454E-A943-FEB0AAFBF865}" srcOrd="2" destOrd="0" presId="urn:microsoft.com/office/officeart/2005/8/layout/chevronAccent+Icon"/>
    <dgm:cxn modelId="{E5C60577-8755-4E0E-924D-ABEBE99D0338}" type="presParOf" srcId="{213082F5-5BE6-454E-A943-FEB0AAFBF865}" destId="{BE6ED29E-1439-4687-A545-441691C05A03}" srcOrd="0" destOrd="0" presId="urn:microsoft.com/office/officeart/2005/8/layout/chevronAccent+Icon"/>
    <dgm:cxn modelId="{582AD048-41EF-4090-ADBF-2AFB96738D79}" type="presParOf" srcId="{213082F5-5BE6-454E-A943-FEB0AAFBF865}" destId="{48FD7CE7-BAFC-488F-A1F2-734FB1B3CE0D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purl.oclc.org/ooxml/drawingml/diagram" xmlns:a="http://purl.oclc.org/ooxml/drawingml/main">
  <dgm:ptLst>
    <dgm:pt modelId="{5E7664A6-4FA3-4100-AFD4-411EB8B72065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1B3FDEB9-3C7C-4C74-A58B-3CF29F75575F}">
      <dgm:prSet/>
      <dgm:spPr/>
      <dgm:t>
        <a:bodyPr/>
        <a:lstStyle/>
        <a:p>
          <a:r>
            <a:rPr lang="en-GB" dirty="0"/>
            <a:t>Format</a:t>
          </a:r>
          <a:endParaRPr lang="en-SG" dirty="0"/>
        </a:p>
      </dgm:t>
    </dgm:pt>
    <dgm:pt modelId="{2367858D-4462-4A7B-84F7-90ACE835FE27}" type="parTrans" cxnId="{ACBBD68A-0B95-46F8-A91F-1D90240880CF}">
      <dgm:prSet/>
      <dgm:spPr/>
      <dgm:t>
        <a:bodyPr/>
        <a:lstStyle/>
        <a:p>
          <a:endParaRPr lang="en-SG"/>
        </a:p>
      </dgm:t>
    </dgm:pt>
    <dgm:pt modelId="{443D5142-77B7-41DE-A32C-497E31D2F860}" type="sibTrans" cxnId="{ACBBD68A-0B95-46F8-A91F-1D90240880CF}">
      <dgm:prSet/>
      <dgm:spPr/>
      <dgm:t>
        <a:bodyPr/>
        <a:lstStyle/>
        <a:p>
          <a:endParaRPr lang="en-SG"/>
        </a:p>
      </dgm:t>
    </dgm:pt>
    <dgm:pt modelId="{6FC76460-6B5E-476F-B980-80A6C5FD75B4}">
      <dgm:prSet phldrT="[Text]" custT="1"/>
      <dgm:spPr/>
      <dgm:t>
        <a:bodyPr/>
        <a:lstStyle/>
        <a:p>
          <a:r>
            <a:rPr lang="en-US" sz="2000" b="1" dirty="0"/>
            <a:t>Case A on trade policy of hypothetical economy   </a:t>
          </a:r>
        </a:p>
        <a:p>
          <a:r>
            <a:rPr lang="en-US" sz="1500" dirty="0"/>
            <a:t>[45 minutes or less)  </a:t>
          </a:r>
          <a:endParaRPr lang="en-SG" sz="1500" dirty="0"/>
        </a:p>
      </dgm:t>
    </dgm:pt>
    <dgm:pt modelId="{4CF6DCD6-CEDF-4AD2-B365-D8C44FD27CA3}" type="parTrans" cxnId="{3C85BA99-479A-4798-AFF1-D60FDCEC85A1}">
      <dgm:prSet/>
      <dgm:spPr/>
      <dgm:t>
        <a:bodyPr/>
        <a:lstStyle/>
        <a:p>
          <a:endParaRPr lang="en-SG"/>
        </a:p>
      </dgm:t>
    </dgm:pt>
    <dgm:pt modelId="{9CEF24F5-E38F-4B6B-881E-6CE8A6C41D92}" type="sibTrans" cxnId="{3C85BA99-479A-4798-AFF1-D60FDCEC85A1}">
      <dgm:prSet/>
      <dgm:spPr/>
      <dgm:t>
        <a:bodyPr/>
        <a:lstStyle/>
        <a:p>
          <a:endParaRPr lang="en-SG"/>
        </a:p>
      </dgm:t>
    </dgm:pt>
    <dgm:pt modelId="{80CFC4F0-4387-4272-BA4C-F00331551A40}">
      <dgm:prSet phldrT="[Text]"/>
      <dgm:spPr/>
      <dgm:t>
        <a:bodyPr/>
        <a:lstStyle/>
        <a:p>
          <a:r>
            <a:rPr lang="en-GB" dirty="0"/>
            <a:t>Focus </a:t>
          </a:r>
          <a:endParaRPr lang="en-SG" dirty="0"/>
        </a:p>
      </dgm:t>
    </dgm:pt>
    <dgm:pt modelId="{5CA164DF-2A2B-47E2-AA72-1959AEA354BE}" type="parTrans" cxnId="{36358BE1-6E5A-49E2-9755-5DF1C11F4579}">
      <dgm:prSet/>
      <dgm:spPr/>
      <dgm:t>
        <a:bodyPr/>
        <a:lstStyle/>
        <a:p>
          <a:endParaRPr lang="en-SG"/>
        </a:p>
      </dgm:t>
    </dgm:pt>
    <dgm:pt modelId="{F284DDE2-EB1D-4320-AAC0-75EF9E0DF379}" type="sibTrans" cxnId="{36358BE1-6E5A-49E2-9755-5DF1C11F4579}">
      <dgm:prSet/>
      <dgm:spPr/>
      <dgm:t>
        <a:bodyPr/>
        <a:lstStyle/>
        <a:p>
          <a:endParaRPr lang="en-SG"/>
        </a:p>
      </dgm:t>
    </dgm:pt>
    <dgm:pt modelId="{AAC10E52-E0DD-404D-89F3-F9908806FE43}">
      <dgm:prSet/>
      <dgm:spPr/>
      <dgm:t>
        <a:bodyPr/>
        <a:lstStyle/>
        <a:p>
          <a:r>
            <a:rPr lang="en-GB" dirty="0"/>
            <a:t>Compute demand = supply to get no trade position </a:t>
          </a:r>
          <a:endParaRPr lang="en-SG" dirty="0"/>
        </a:p>
      </dgm:t>
    </dgm:pt>
    <dgm:pt modelId="{5281DF2D-282E-4F9B-AA3E-5314EAD5492E}" type="parTrans" cxnId="{07F774D5-6AE0-4C20-9D47-0608C1B4134C}">
      <dgm:prSet/>
      <dgm:spPr/>
      <dgm:t>
        <a:bodyPr/>
        <a:lstStyle/>
        <a:p>
          <a:endParaRPr lang="en-SG"/>
        </a:p>
      </dgm:t>
    </dgm:pt>
    <dgm:pt modelId="{AB0D9891-61F8-48F2-A198-14E4ADB4C6FB}" type="sibTrans" cxnId="{07F774D5-6AE0-4C20-9D47-0608C1B4134C}">
      <dgm:prSet/>
      <dgm:spPr/>
      <dgm:t>
        <a:bodyPr/>
        <a:lstStyle/>
        <a:p>
          <a:endParaRPr lang="en-SG"/>
        </a:p>
      </dgm:t>
    </dgm:pt>
    <dgm:pt modelId="{F891C1DE-FA6D-440B-B56C-3BD4E47ABC54}">
      <dgm:prSet/>
      <dgm:spPr/>
      <dgm:t>
        <a:bodyPr/>
        <a:lstStyle/>
        <a:p>
          <a:r>
            <a:rPr lang="en-GB" dirty="0"/>
            <a:t>Compute import where demand &gt; supply or export where supply &gt; demand with the </a:t>
          </a:r>
          <a:r>
            <a:rPr lang="en-GB" b="1" u="sng" dirty="0">
              <a:highlight>
                <a:srgbClr val="FFFF00"/>
              </a:highlight>
            </a:rPr>
            <a:t>given free trade price (use a marker and highlight on the diagram so you stay focussed  </a:t>
          </a:r>
          <a:endParaRPr lang="en-SG" b="1" u="sng" dirty="0">
            <a:highlight>
              <a:srgbClr val="FFFF00"/>
            </a:highlight>
          </a:endParaRPr>
        </a:p>
      </dgm:t>
    </dgm:pt>
    <dgm:pt modelId="{BDCD7EC1-BE17-4738-BB32-A705E221E0A6}" type="parTrans" cxnId="{32F7B372-4399-4D40-B685-1586764EA54C}">
      <dgm:prSet/>
      <dgm:spPr/>
      <dgm:t>
        <a:bodyPr/>
        <a:lstStyle/>
        <a:p>
          <a:endParaRPr lang="en-SG"/>
        </a:p>
      </dgm:t>
    </dgm:pt>
    <dgm:pt modelId="{670121CE-A24B-48AD-AB72-0ED45970D82D}" type="sibTrans" cxnId="{32F7B372-4399-4D40-B685-1586764EA54C}">
      <dgm:prSet/>
      <dgm:spPr/>
      <dgm:t>
        <a:bodyPr/>
        <a:lstStyle/>
        <a:p>
          <a:endParaRPr lang="en-SG"/>
        </a:p>
      </dgm:t>
    </dgm:pt>
    <dgm:pt modelId="{E896259F-992C-44B3-9F57-262E5A11F13C}">
      <dgm:prSet/>
      <dgm:spPr/>
      <dgm:t>
        <a:bodyPr/>
        <a:lstStyle/>
        <a:p>
          <a:r>
            <a:rPr lang="en-GB" dirty="0"/>
            <a:t>Compute the new price when there is a tariff and/or quota or export subsidy </a:t>
          </a:r>
          <a:endParaRPr lang="en-SG" dirty="0"/>
        </a:p>
      </dgm:t>
    </dgm:pt>
    <dgm:pt modelId="{A785F8A6-BCB8-47F2-8704-3A069F2CBE23}" type="parTrans" cxnId="{7C18AB35-F30A-474A-81A7-C974F54951BC}">
      <dgm:prSet/>
      <dgm:spPr/>
      <dgm:t>
        <a:bodyPr/>
        <a:lstStyle/>
        <a:p>
          <a:endParaRPr lang="en-SG"/>
        </a:p>
      </dgm:t>
    </dgm:pt>
    <dgm:pt modelId="{D4CADE0D-0ADF-4333-BBE2-7A3E430D7B66}" type="sibTrans" cxnId="{7C18AB35-F30A-474A-81A7-C974F54951BC}">
      <dgm:prSet/>
      <dgm:spPr/>
      <dgm:t>
        <a:bodyPr/>
        <a:lstStyle/>
        <a:p>
          <a:endParaRPr lang="en-SG"/>
        </a:p>
      </dgm:t>
    </dgm:pt>
    <dgm:pt modelId="{344F10AB-3D5B-4B17-96C6-D7F9CD1B7941}">
      <dgm:prSet/>
      <dgm:spPr/>
      <dgm:t>
        <a:bodyPr/>
        <a:lstStyle/>
        <a:p>
          <a:r>
            <a:rPr lang="en-GB" dirty="0"/>
            <a:t>Analysis </a:t>
          </a:r>
          <a:endParaRPr lang="en-SG" dirty="0"/>
        </a:p>
      </dgm:t>
    </dgm:pt>
    <dgm:pt modelId="{568BA5FD-57F5-4B74-A5D7-C5D9309AFD94}" type="parTrans" cxnId="{B50C5250-4707-4945-A3C9-34E7B31CE5DE}">
      <dgm:prSet/>
      <dgm:spPr/>
      <dgm:t>
        <a:bodyPr/>
        <a:lstStyle/>
        <a:p>
          <a:endParaRPr lang="en-SG"/>
        </a:p>
      </dgm:t>
    </dgm:pt>
    <dgm:pt modelId="{7495ACA1-64BC-4C37-B88A-6D1DACFC6714}" type="sibTrans" cxnId="{B50C5250-4707-4945-A3C9-34E7B31CE5DE}">
      <dgm:prSet/>
      <dgm:spPr/>
      <dgm:t>
        <a:bodyPr/>
        <a:lstStyle/>
        <a:p>
          <a:endParaRPr lang="en-SG"/>
        </a:p>
      </dgm:t>
    </dgm:pt>
    <dgm:pt modelId="{DC3D70EF-49FD-4FB9-B141-F9B227CEF912}">
      <dgm:prSet/>
      <dgm:spPr/>
      <dgm:t>
        <a:bodyPr/>
        <a:lstStyle/>
        <a:p>
          <a:r>
            <a:rPr lang="en-GB" dirty="0"/>
            <a:t>Discuss the effectiveness of the policies by comparing quantity , revenue /earnings : make sure you clearly state increase or decrease ; </a:t>
          </a:r>
          <a:endParaRPr lang="en-SG" dirty="0"/>
        </a:p>
      </dgm:t>
    </dgm:pt>
    <dgm:pt modelId="{4F0BBBAD-E80C-482D-BFD4-9F7C0FAB1D1E}" type="parTrans" cxnId="{D3C926EA-5EAC-4151-86B5-03829AB59766}">
      <dgm:prSet/>
      <dgm:spPr/>
      <dgm:t>
        <a:bodyPr/>
        <a:lstStyle/>
        <a:p>
          <a:endParaRPr lang="en-SG"/>
        </a:p>
      </dgm:t>
    </dgm:pt>
    <dgm:pt modelId="{1475C2D9-1FA6-476A-A6B8-1942BD9471BE}" type="sibTrans" cxnId="{D3C926EA-5EAC-4151-86B5-03829AB59766}">
      <dgm:prSet/>
      <dgm:spPr/>
      <dgm:t>
        <a:bodyPr/>
        <a:lstStyle/>
        <a:p>
          <a:endParaRPr lang="en-SG"/>
        </a:p>
      </dgm:t>
    </dgm:pt>
    <dgm:pt modelId="{016FFC34-7E22-41B1-9D17-E3FAB2DE56D0}">
      <dgm:prSet/>
      <dgm:spPr/>
      <dgm:t>
        <a:bodyPr/>
        <a:lstStyle/>
        <a:p>
          <a:endParaRPr lang="en-SG" dirty="0"/>
        </a:p>
      </dgm:t>
    </dgm:pt>
    <dgm:pt modelId="{E245B485-4379-4CC6-926B-C2065BF1EBD0}" type="parTrans" cxnId="{2E5F2E3A-4350-48F1-B9E1-B5736C7B8024}">
      <dgm:prSet/>
      <dgm:spPr/>
      <dgm:t>
        <a:bodyPr/>
        <a:lstStyle/>
        <a:p>
          <a:endParaRPr lang="en-SG"/>
        </a:p>
      </dgm:t>
    </dgm:pt>
    <dgm:pt modelId="{DE2497E3-36E6-4A39-A02F-8360F4A72321}" type="sibTrans" cxnId="{2E5F2E3A-4350-48F1-B9E1-B5736C7B8024}">
      <dgm:prSet/>
      <dgm:spPr/>
      <dgm:t>
        <a:bodyPr/>
        <a:lstStyle/>
        <a:p>
          <a:endParaRPr lang="en-SG"/>
        </a:p>
      </dgm:t>
    </dgm:pt>
    <dgm:pt modelId="{8851E779-1288-4F0A-B563-978BFC1516B5}">
      <dgm:prSet/>
      <dgm:spPr/>
      <dgm:t>
        <a:bodyPr/>
        <a:lstStyle/>
        <a:p>
          <a:r>
            <a:rPr lang="en-GB" dirty="0"/>
            <a:t>Select preferred policy : explain in words; give consideration to consumers [ choices, quality] , the firms [ earnings, efficiency]  and the economy [ GDP, productivity] </a:t>
          </a:r>
          <a:endParaRPr lang="en-SG" dirty="0"/>
        </a:p>
      </dgm:t>
    </dgm:pt>
    <dgm:pt modelId="{D8F1A349-77AA-4DCE-8BC9-C0CA79C0CA44}" type="parTrans" cxnId="{FF930873-1E20-4B6C-9067-E26B38C51DBF}">
      <dgm:prSet/>
      <dgm:spPr/>
      <dgm:t>
        <a:bodyPr/>
        <a:lstStyle/>
        <a:p>
          <a:endParaRPr lang="en-SG"/>
        </a:p>
      </dgm:t>
    </dgm:pt>
    <dgm:pt modelId="{4569EB49-E88C-4487-A2BF-85C32F8E5B53}" type="sibTrans" cxnId="{FF930873-1E20-4B6C-9067-E26B38C51DBF}">
      <dgm:prSet/>
      <dgm:spPr/>
      <dgm:t>
        <a:bodyPr/>
        <a:lstStyle/>
        <a:p>
          <a:endParaRPr lang="en-SG"/>
        </a:p>
      </dgm:t>
    </dgm:pt>
    <dgm:pt modelId="{8AF91809-8227-4A65-A607-A8F25849AA4D}">
      <dgm:prSet phldrT="[Text]" custT="1"/>
      <dgm:spPr/>
      <dgm:t>
        <a:bodyPr/>
        <a:lstStyle/>
        <a:p>
          <a:r>
            <a:rPr lang="en-GB" sz="1500" dirty="0"/>
            <a:t>Aim to score : 20/30 </a:t>
          </a:r>
          <a:endParaRPr lang="en-SG" sz="1500" dirty="0"/>
        </a:p>
      </dgm:t>
    </dgm:pt>
    <dgm:pt modelId="{32F26471-FB36-4EC1-AD72-6EEDD6BCB1F2}" type="parTrans" cxnId="{844AAC01-3720-4697-A686-248435091CF0}">
      <dgm:prSet/>
      <dgm:spPr/>
      <dgm:t>
        <a:bodyPr/>
        <a:lstStyle/>
        <a:p>
          <a:endParaRPr lang="en-SG"/>
        </a:p>
      </dgm:t>
    </dgm:pt>
    <dgm:pt modelId="{A63010DC-BAFC-4F52-9A5C-902C9FF209AA}" type="sibTrans" cxnId="{844AAC01-3720-4697-A686-248435091CF0}">
      <dgm:prSet/>
      <dgm:spPr/>
      <dgm:t>
        <a:bodyPr/>
        <a:lstStyle/>
        <a:p>
          <a:endParaRPr lang="en-SG"/>
        </a:p>
      </dgm:t>
    </dgm:pt>
    <dgm:pt modelId="{7A235C0E-8316-4624-94ED-A52F3A85E46C}">
      <dgm:prSet phldrT="[Text]" custT="1"/>
      <dgm:spPr/>
      <dgm:t>
        <a:bodyPr/>
        <a:lstStyle/>
        <a:p>
          <a:r>
            <a:rPr lang="en-GB" sz="1500" dirty="0"/>
            <a:t>State the question number clearly</a:t>
          </a:r>
          <a:endParaRPr lang="en-SG" sz="1500" dirty="0"/>
        </a:p>
      </dgm:t>
    </dgm:pt>
    <dgm:pt modelId="{6CB64196-CFEC-44CF-9C51-1B9D4C46FEE0}" type="parTrans" cxnId="{32FEB199-9E54-4C16-BCE6-13A88613E046}">
      <dgm:prSet/>
      <dgm:spPr/>
      <dgm:t>
        <a:bodyPr/>
        <a:lstStyle/>
        <a:p>
          <a:endParaRPr lang="en-SG"/>
        </a:p>
      </dgm:t>
    </dgm:pt>
    <dgm:pt modelId="{AE260790-0B1C-4F1B-8D21-0E65F14E6FA1}" type="sibTrans" cxnId="{32FEB199-9E54-4C16-BCE6-13A88613E046}">
      <dgm:prSet/>
      <dgm:spPr/>
      <dgm:t>
        <a:bodyPr/>
        <a:lstStyle/>
        <a:p>
          <a:endParaRPr lang="en-SG"/>
        </a:p>
      </dgm:t>
    </dgm:pt>
    <dgm:pt modelId="{08825719-255F-4635-8F28-1E9D71EFFE69}">
      <dgm:prSet phldrT="[Text]" custT="1"/>
      <dgm:spPr/>
      <dgm:t>
        <a:bodyPr/>
        <a:lstStyle/>
        <a:p>
          <a:r>
            <a:rPr lang="en-GB" sz="1500" dirty="0"/>
            <a:t>Show all workings clearly and underline your answer</a:t>
          </a:r>
          <a:endParaRPr lang="en-SG" sz="1500" dirty="0"/>
        </a:p>
      </dgm:t>
    </dgm:pt>
    <dgm:pt modelId="{E0BF3FCB-0F9C-4631-8FB3-047011478F81}" type="parTrans" cxnId="{B19C18FB-4FB8-483F-A1C1-A7861AA1352B}">
      <dgm:prSet/>
      <dgm:spPr/>
      <dgm:t>
        <a:bodyPr/>
        <a:lstStyle/>
        <a:p>
          <a:endParaRPr lang="en-SG"/>
        </a:p>
      </dgm:t>
    </dgm:pt>
    <dgm:pt modelId="{2E169EC0-7DBE-4DB1-8A85-3EE130DF22D7}" type="sibTrans" cxnId="{B19C18FB-4FB8-483F-A1C1-A7861AA1352B}">
      <dgm:prSet/>
      <dgm:spPr/>
      <dgm:t>
        <a:bodyPr/>
        <a:lstStyle/>
        <a:p>
          <a:endParaRPr lang="en-SG"/>
        </a:p>
      </dgm:t>
    </dgm:pt>
    <dgm:pt modelId="{256ADAD9-016D-4038-9505-84B3B54502BB}">
      <dgm:prSet phldrT="[Text]" phldr="0"/>
      <dgm:spPr/>
      <dgm:t>
        <a:bodyPr/>
        <a:lstStyle/>
        <a:p>
          <a:r>
            <a:rPr lang="en-GB" dirty="0"/>
            <a:t>Check </a:t>
          </a:r>
          <a:endParaRPr lang="en-SG" dirty="0"/>
        </a:p>
      </dgm:t>
    </dgm:pt>
    <dgm:pt modelId="{4E205E03-2F2E-4079-849C-525C278BFD35}" type="parTrans" cxnId="{0163D45C-84D3-4F83-94E8-01ECE7F99BDC}">
      <dgm:prSet/>
      <dgm:spPr/>
      <dgm:t>
        <a:bodyPr/>
        <a:lstStyle/>
        <a:p>
          <a:endParaRPr lang="en-GB"/>
        </a:p>
      </dgm:t>
    </dgm:pt>
    <dgm:pt modelId="{5E2BD050-2DF3-48C8-98FF-EFE0EFA594C5}" type="sibTrans" cxnId="{0163D45C-84D3-4F83-94E8-01ECE7F99BDC}">
      <dgm:prSet/>
      <dgm:spPr/>
      <dgm:t>
        <a:bodyPr/>
        <a:lstStyle/>
        <a:p>
          <a:endParaRPr lang="en-GB"/>
        </a:p>
      </dgm:t>
    </dgm:pt>
    <dgm:pt modelId="{D6873602-C273-4389-853F-6AD66D2DB5A6}">
      <dgm:prSet/>
      <dgm:spPr/>
      <dgm:t>
        <a:bodyPr/>
        <a:lstStyle/>
        <a:p>
          <a:r>
            <a:rPr lang="en-GB" dirty="0"/>
            <a:t>Allocate at least 2-3 minutes to check all your computations and you have answered every single question </a:t>
          </a:r>
          <a:endParaRPr lang="en-SG" dirty="0"/>
        </a:p>
      </dgm:t>
    </dgm:pt>
    <dgm:pt modelId="{258DEBA5-8904-42E5-82E6-8BD1380D6651}" type="parTrans" cxnId="{A0C94423-A99D-4F66-92ED-26140AAE86F5}">
      <dgm:prSet/>
      <dgm:spPr/>
      <dgm:t>
        <a:bodyPr/>
        <a:lstStyle/>
        <a:p>
          <a:endParaRPr lang="en-GB"/>
        </a:p>
      </dgm:t>
    </dgm:pt>
    <dgm:pt modelId="{C6D6324A-134B-42C3-B55E-51F74A3BE7D1}" type="sibTrans" cxnId="{A0C94423-A99D-4F66-92ED-26140AAE86F5}">
      <dgm:prSet/>
      <dgm:spPr/>
      <dgm:t>
        <a:bodyPr/>
        <a:lstStyle/>
        <a:p>
          <a:endParaRPr lang="en-GB"/>
        </a:p>
      </dgm:t>
    </dgm:pt>
    <dgm:pt modelId="{EC9742D9-FA88-44DE-8005-DE9A51CB7366}" type="pres">
      <dgm:prSet presAssocID="{5E7664A6-4FA3-4100-AFD4-411EB8B72065}" presName="linearFlow" presStyleCnt="0">
        <dgm:presLayoutVars>
          <dgm:dir/>
          <dgm:animLvl val="lvl"/>
          <dgm:resizeHandles val="exact"/>
        </dgm:presLayoutVars>
      </dgm:prSet>
      <dgm:spPr/>
    </dgm:pt>
    <dgm:pt modelId="{975143EA-55CD-4578-82AD-42E99E505885}" type="pres">
      <dgm:prSet presAssocID="{1B3FDEB9-3C7C-4C74-A58B-3CF29F75575F}" presName="composite" presStyleCnt="0"/>
      <dgm:spPr/>
    </dgm:pt>
    <dgm:pt modelId="{B8F55599-D68E-432B-878D-26F08DDA2F1F}" type="pres">
      <dgm:prSet presAssocID="{1B3FDEB9-3C7C-4C74-A58B-3CF29F75575F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2B6DBD40-5724-4B4E-AA0C-16C509C0925A}" type="pres">
      <dgm:prSet presAssocID="{1B3FDEB9-3C7C-4C74-A58B-3CF29F75575F}" presName="descendantText" presStyleLbl="alignAcc1" presStyleIdx="0" presStyleCnt="4">
        <dgm:presLayoutVars>
          <dgm:bulletEnabled val="1"/>
        </dgm:presLayoutVars>
      </dgm:prSet>
      <dgm:spPr/>
    </dgm:pt>
    <dgm:pt modelId="{8BC03D92-5953-45D4-B924-4FA0D81EA91B}" type="pres">
      <dgm:prSet presAssocID="{443D5142-77B7-41DE-A32C-497E31D2F860}" presName="sp" presStyleCnt="0"/>
      <dgm:spPr/>
    </dgm:pt>
    <dgm:pt modelId="{705582B1-60C6-4690-B22E-DC86BB4E7899}" type="pres">
      <dgm:prSet presAssocID="{80CFC4F0-4387-4272-BA4C-F00331551A40}" presName="composite" presStyleCnt="0"/>
      <dgm:spPr/>
    </dgm:pt>
    <dgm:pt modelId="{D6D331AE-C90F-45F4-A531-F1946D198C0B}" type="pres">
      <dgm:prSet presAssocID="{80CFC4F0-4387-4272-BA4C-F00331551A40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FD899C51-3351-4022-85F7-83F827010ED6}" type="pres">
      <dgm:prSet presAssocID="{80CFC4F0-4387-4272-BA4C-F00331551A40}" presName="descendantText" presStyleLbl="alignAcc1" presStyleIdx="1" presStyleCnt="4">
        <dgm:presLayoutVars>
          <dgm:bulletEnabled val="1"/>
        </dgm:presLayoutVars>
      </dgm:prSet>
      <dgm:spPr/>
    </dgm:pt>
    <dgm:pt modelId="{53B13A1D-5EEF-4630-A8BB-4BDEDC683D6B}" type="pres">
      <dgm:prSet presAssocID="{F284DDE2-EB1D-4320-AAC0-75EF9E0DF379}" presName="sp" presStyleCnt="0"/>
      <dgm:spPr/>
    </dgm:pt>
    <dgm:pt modelId="{F1D38D8F-97FA-4D26-A090-8333A3B6F3C4}" type="pres">
      <dgm:prSet presAssocID="{344F10AB-3D5B-4B17-96C6-D7F9CD1B7941}" presName="composite" presStyleCnt="0"/>
      <dgm:spPr/>
    </dgm:pt>
    <dgm:pt modelId="{6C8AAC51-2D2A-4FCF-A89C-AEADA618A181}" type="pres">
      <dgm:prSet presAssocID="{344F10AB-3D5B-4B17-96C6-D7F9CD1B7941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2A9CB596-3934-4871-A31E-84151A07105D}" type="pres">
      <dgm:prSet presAssocID="{344F10AB-3D5B-4B17-96C6-D7F9CD1B7941}" presName="descendantText" presStyleLbl="alignAcc1" presStyleIdx="2" presStyleCnt="4" custLinFactNeighborX="-0.162%" custLinFactNeighborY="4.348%">
        <dgm:presLayoutVars>
          <dgm:bulletEnabled val="1"/>
        </dgm:presLayoutVars>
      </dgm:prSet>
      <dgm:spPr/>
    </dgm:pt>
    <dgm:pt modelId="{39F63D8E-B251-44AD-9BCE-A09FFAE3B807}" type="pres">
      <dgm:prSet presAssocID="{7495ACA1-64BC-4C37-B88A-6D1DACFC6714}" presName="sp" presStyleCnt="0"/>
      <dgm:spPr/>
    </dgm:pt>
    <dgm:pt modelId="{FBA3ABCA-B304-4989-BCD4-3B6C24C48B8F}" type="pres">
      <dgm:prSet presAssocID="{256ADAD9-016D-4038-9505-84B3B54502BB}" presName="composite" presStyleCnt="0"/>
      <dgm:spPr/>
    </dgm:pt>
    <dgm:pt modelId="{86525880-4227-46F9-8C83-806FB63A20B5}" type="pres">
      <dgm:prSet presAssocID="{256ADAD9-016D-4038-9505-84B3B54502BB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0CE99FF0-CDC7-4D26-9F33-B3F6075FC0BE}" type="pres">
      <dgm:prSet presAssocID="{256ADAD9-016D-4038-9505-84B3B54502BB}" presName="descendantText" presStyleLbl="alignAcc1" presStyleIdx="3" presStyleCnt="4" custLinFactNeighborY="1.112%">
        <dgm:presLayoutVars>
          <dgm:bulletEnabled val="1"/>
        </dgm:presLayoutVars>
      </dgm:prSet>
      <dgm:spPr/>
    </dgm:pt>
  </dgm:ptLst>
  <dgm:cxnLst>
    <dgm:cxn modelId="{844AAC01-3720-4697-A686-248435091CF0}" srcId="{1B3FDEB9-3C7C-4C74-A58B-3CF29F75575F}" destId="{8AF91809-8227-4A65-A607-A8F25849AA4D}" srcOrd="3" destOrd="0" parTransId="{32F26471-FB36-4EC1-AD72-6EEDD6BCB1F2}" sibTransId="{A63010DC-BAFC-4F52-9A5C-902C9FF209AA}"/>
    <dgm:cxn modelId="{EA289C09-6870-4634-9691-4759615733DE}" type="presOf" srcId="{256ADAD9-016D-4038-9505-84B3B54502BB}" destId="{86525880-4227-46F9-8C83-806FB63A20B5}" srcOrd="0" destOrd="0" presId="urn:microsoft.com/office/officeart/2005/8/layout/chevron2"/>
    <dgm:cxn modelId="{10437E14-83CE-4F24-B301-18DF8187A7B3}" type="presOf" srcId="{D6873602-C273-4389-853F-6AD66D2DB5A6}" destId="{0CE99FF0-CDC7-4D26-9F33-B3F6075FC0BE}" srcOrd="0" destOrd="0" presId="urn:microsoft.com/office/officeart/2005/8/layout/chevron2"/>
    <dgm:cxn modelId="{4A2E1523-98C0-4AC0-BFEF-FB09B028ACC6}" type="presOf" srcId="{AAC10E52-E0DD-404D-89F3-F9908806FE43}" destId="{FD899C51-3351-4022-85F7-83F827010ED6}" srcOrd="0" destOrd="0" presId="urn:microsoft.com/office/officeart/2005/8/layout/chevron2"/>
    <dgm:cxn modelId="{A0C94423-A99D-4F66-92ED-26140AAE86F5}" srcId="{256ADAD9-016D-4038-9505-84B3B54502BB}" destId="{D6873602-C273-4389-853F-6AD66D2DB5A6}" srcOrd="0" destOrd="0" parTransId="{258DEBA5-8904-42E5-82E6-8BD1380D6651}" sibTransId="{C6D6324A-134B-42C3-B55E-51F74A3BE7D1}"/>
    <dgm:cxn modelId="{B8D14C24-C030-4D07-9845-391C2D06CDE0}" type="presOf" srcId="{8851E779-1288-4F0A-B563-978BFC1516B5}" destId="{2A9CB596-3934-4871-A31E-84151A07105D}" srcOrd="0" destOrd="1" presId="urn:microsoft.com/office/officeart/2005/8/layout/chevron2"/>
    <dgm:cxn modelId="{633A7F29-850F-43CE-9894-9516B2DFA9F6}" type="presOf" srcId="{344F10AB-3D5B-4B17-96C6-D7F9CD1B7941}" destId="{6C8AAC51-2D2A-4FCF-A89C-AEADA618A181}" srcOrd="0" destOrd="0" presId="urn:microsoft.com/office/officeart/2005/8/layout/chevron2"/>
    <dgm:cxn modelId="{5492312D-BB50-4901-AA99-0AE324A8D7D4}" type="presOf" srcId="{1B3FDEB9-3C7C-4C74-A58B-3CF29F75575F}" destId="{B8F55599-D68E-432B-878D-26F08DDA2F1F}" srcOrd="0" destOrd="0" presId="urn:microsoft.com/office/officeart/2005/8/layout/chevron2"/>
    <dgm:cxn modelId="{5E9EB631-0EFE-484B-9D19-51E206137AEF}" type="presOf" srcId="{F891C1DE-FA6D-440B-B56C-3BD4E47ABC54}" destId="{FD899C51-3351-4022-85F7-83F827010ED6}" srcOrd="0" destOrd="1" presId="urn:microsoft.com/office/officeart/2005/8/layout/chevron2"/>
    <dgm:cxn modelId="{7C18AB35-F30A-474A-81A7-C974F54951BC}" srcId="{80CFC4F0-4387-4272-BA4C-F00331551A40}" destId="{E896259F-992C-44B3-9F57-262E5A11F13C}" srcOrd="2" destOrd="0" parTransId="{A785F8A6-BCB8-47F2-8704-3A069F2CBE23}" sibTransId="{D4CADE0D-0ADF-4333-BBE2-7A3E430D7B66}"/>
    <dgm:cxn modelId="{2E5F2E3A-4350-48F1-B9E1-B5736C7B8024}" srcId="{344F10AB-3D5B-4B17-96C6-D7F9CD1B7941}" destId="{016FFC34-7E22-41B1-9D17-E3FAB2DE56D0}" srcOrd="2" destOrd="0" parTransId="{E245B485-4379-4CC6-926B-C2065BF1EBD0}" sibTransId="{DE2497E3-36E6-4A39-A02F-8360F4A72321}"/>
    <dgm:cxn modelId="{B50C5250-4707-4945-A3C9-34E7B31CE5DE}" srcId="{5E7664A6-4FA3-4100-AFD4-411EB8B72065}" destId="{344F10AB-3D5B-4B17-96C6-D7F9CD1B7941}" srcOrd="2" destOrd="0" parTransId="{568BA5FD-57F5-4B74-A5D7-C5D9309AFD94}" sibTransId="{7495ACA1-64BC-4C37-B88A-6D1DACFC6714}"/>
    <dgm:cxn modelId="{0163D45C-84D3-4F83-94E8-01ECE7F99BDC}" srcId="{5E7664A6-4FA3-4100-AFD4-411EB8B72065}" destId="{256ADAD9-016D-4038-9505-84B3B54502BB}" srcOrd="3" destOrd="0" parTransId="{4E205E03-2F2E-4079-849C-525C278BFD35}" sibTransId="{5E2BD050-2DF3-48C8-98FF-EFE0EFA594C5}"/>
    <dgm:cxn modelId="{6933BC68-0744-4050-89A7-91729B970696}" type="presOf" srcId="{6FC76460-6B5E-476F-B980-80A6C5FD75B4}" destId="{2B6DBD40-5724-4B4E-AA0C-16C509C0925A}" srcOrd="0" destOrd="0" presId="urn:microsoft.com/office/officeart/2005/8/layout/chevron2"/>
    <dgm:cxn modelId="{9BBB5970-4E1A-4589-A3ED-40E62E31C980}" type="presOf" srcId="{80CFC4F0-4387-4272-BA4C-F00331551A40}" destId="{D6D331AE-C90F-45F4-A531-F1946D198C0B}" srcOrd="0" destOrd="0" presId="urn:microsoft.com/office/officeart/2005/8/layout/chevron2"/>
    <dgm:cxn modelId="{0711EC71-158A-4458-A386-25F583653EE4}" type="presOf" srcId="{8AF91809-8227-4A65-A607-A8F25849AA4D}" destId="{2B6DBD40-5724-4B4E-AA0C-16C509C0925A}" srcOrd="0" destOrd="3" presId="urn:microsoft.com/office/officeart/2005/8/layout/chevron2"/>
    <dgm:cxn modelId="{32F7B372-4399-4D40-B685-1586764EA54C}" srcId="{80CFC4F0-4387-4272-BA4C-F00331551A40}" destId="{F891C1DE-FA6D-440B-B56C-3BD4E47ABC54}" srcOrd="1" destOrd="0" parTransId="{BDCD7EC1-BE17-4738-BB32-A705E221E0A6}" sibTransId="{670121CE-A24B-48AD-AB72-0ED45970D82D}"/>
    <dgm:cxn modelId="{FF930873-1E20-4B6C-9067-E26B38C51DBF}" srcId="{344F10AB-3D5B-4B17-96C6-D7F9CD1B7941}" destId="{8851E779-1288-4F0A-B563-978BFC1516B5}" srcOrd="1" destOrd="0" parTransId="{D8F1A349-77AA-4DCE-8BC9-C0CA79C0CA44}" sibTransId="{4569EB49-E88C-4487-A2BF-85C32F8E5B53}"/>
    <dgm:cxn modelId="{ACBBD68A-0B95-46F8-A91F-1D90240880CF}" srcId="{5E7664A6-4FA3-4100-AFD4-411EB8B72065}" destId="{1B3FDEB9-3C7C-4C74-A58B-3CF29F75575F}" srcOrd="0" destOrd="0" parTransId="{2367858D-4462-4A7B-84F7-90ACE835FE27}" sibTransId="{443D5142-77B7-41DE-A32C-497E31D2F860}"/>
    <dgm:cxn modelId="{44860395-1EEC-4EF2-BCB2-D9846AB8D917}" type="presOf" srcId="{DC3D70EF-49FD-4FB9-B141-F9B227CEF912}" destId="{2A9CB596-3934-4871-A31E-84151A07105D}" srcOrd="0" destOrd="0" presId="urn:microsoft.com/office/officeart/2005/8/layout/chevron2"/>
    <dgm:cxn modelId="{32FEB199-9E54-4C16-BCE6-13A88613E046}" srcId="{1B3FDEB9-3C7C-4C74-A58B-3CF29F75575F}" destId="{7A235C0E-8316-4624-94ED-A52F3A85E46C}" srcOrd="1" destOrd="0" parTransId="{6CB64196-CFEC-44CF-9C51-1B9D4C46FEE0}" sibTransId="{AE260790-0B1C-4F1B-8D21-0E65F14E6FA1}"/>
    <dgm:cxn modelId="{3C85BA99-479A-4798-AFF1-D60FDCEC85A1}" srcId="{1B3FDEB9-3C7C-4C74-A58B-3CF29F75575F}" destId="{6FC76460-6B5E-476F-B980-80A6C5FD75B4}" srcOrd="0" destOrd="0" parTransId="{4CF6DCD6-CEDF-4AD2-B365-D8C44FD27CA3}" sibTransId="{9CEF24F5-E38F-4B6B-881E-6CE8A6C41D92}"/>
    <dgm:cxn modelId="{9CCCA2CC-75C4-48B7-AEB7-8F63C43313AC}" type="presOf" srcId="{7A235C0E-8316-4624-94ED-A52F3A85E46C}" destId="{2B6DBD40-5724-4B4E-AA0C-16C509C0925A}" srcOrd="0" destOrd="1" presId="urn:microsoft.com/office/officeart/2005/8/layout/chevron2"/>
    <dgm:cxn modelId="{07F774D5-6AE0-4C20-9D47-0608C1B4134C}" srcId="{80CFC4F0-4387-4272-BA4C-F00331551A40}" destId="{AAC10E52-E0DD-404D-89F3-F9908806FE43}" srcOrd="0" destOrd="0" parTransId="{5281DF2D-282E-4F9B-AA3E-5314EAD5492E}" sibTransId="{AB0D9891-61F8-48F2-A198-14E4ADB4C6FB}"/>
    <dgm:cxn modelId="{DBA1A3DF-0DD1-48FB-B69F-0BB31F58F444}" type="presOf" srcId="{E896259F-992C-44B3-9F57-262E5A11F13C}" destId="{FD899C51-3351-4022-85F7-83F827010ED6}" srcOrd="0" destOrd="2" presId="urn:microsoft.com/office/officeart/2005/8/layout/chevron2"/>
    <dgm:cxn modelId="{36358BE1-6E5A-49E2-9755-5DF1C11F4579}" srcId="{5E7664A6-4FA3-4100-AFD4-411EB8B72065}" destId="{80CFC4F0-4387-4272-BA4C-F00331551A40}" srcOrd="1" destOrd="0" parTransId="{5CA164DF-2A2B-47E2-AA72-1959AEA354BE}" sibTransId="{F284DDE2-EB1D-4320-AAC0-75EF9E0DF379}"/>
    <dgm:cxn modelId="{D3C926EA-5EAC-4151-86B5-03829AB59766}" srcId="{344F10AB-3D5B-4B17-96C6-D7F9CD1B7941}" destId="{DC3D70EF-49FD-4FB9-B141-F9B227CEF912}" srcOrd="0" destOrd="0" parTransId="{4F0BBBAD-E80C-482D-BFD4-9F7C0FAB1D1E}" sibTransId="{1475C2D9-1FA6-476A-A6B8-1942BD9471BE}"/>
    <dgm:cxn modelId="{3514C8EF-D221-4C28-9792-3CAF2A4F7F3C}" type="presOf" srcId="{5E7664A6-4FA3-4100-AFD4-411EB8B72065}" destId="{EC9742D9-FA88-44DE-8005-DE9A51CB7366}" srcOrd="0" destOrd="0" presId="urn:microsoft.com/office/officeart/2005/8/layout/chevron2"/>
    <dgm:cxn modelId="{8E93D2F4-1593-412C-AE89-42118A1091E3}" type="presOf" srcId="{08825719-255F-4635-8F28-1E9D71EFFE69}" destId="{2B6DBD40-5724-4B4E-AA0C-16C509C0925A}" srcOrd="0" destOrd="2" presId="urn:microsoft.com/office/officeart/2005/8/layout/chevron2"/>
    <dgm:cxn modelId="{B19C18FB-4FB8-483F-A1C1-A7861AA1352B}" srcId="{1B3FDEB9-3C7C-4C74-A58B-3CF29F75575F}" destId="{08825719-255F-4635-8F28-1E9D71EFFE69}" srcOrd="2" destOrd="0" parTransId="{E0BF3FCB-0F9C-4631-8FB3-047011478F81}" sibTransId="{2E169EC0-7DBE-4DB1-8A85-3EE130DF22D7}"/>
    <dgm:cxn modelId="{6E4837FF-FF2D-4DCB-B988-96BAE5F3E79D}" type="presOf" srcId="{016FFC34-7E22-41B1-9D17-E3FAB2DE56D0}" destId="{2A9CB596-3934-4871-A31E-84151A07105D}" srcOrd="0" destOrd="2" presId="urn:microsoft.com/office/officeart/2005/8/layout/chevron2"/>
    <dgm:cxn modelId="{18FBD164-15A2-4E39-9169-102DAD4BC241}" type="presParOf" srcId="{EC9742D9-FA88-44DE-8005-DE9A51CB7366}" destId="{975143EA-55CD-4578-82AD-42E99E505885}" srcOrd="0" destOrd="0" presId="urn:microsoft.com/office/officeart/2005/8/layout/chevron2"/>
    <dgm:cxn modelId="{E776FB77-E790-492A-BBB4-427658FBDA46}" type="presParOf" srcId="{975143EA-55CD-4578-82AD-42E99E505885}" destId="{B8F55599-D68E-432B-878D-26F08DDA2F1F}" srcOrd="0" destOrd="0" presId="urn:microsoft.com/office/officeart/2005/8/layout/chevron2"/>
    <dgm:cxn modelId="{79C25EC1-723C-4D3B-A4E5-74544628CF2C}" type="presParOf" srcId="{975143EA-55CD-4578-82AD-42E99E505885}" destId="{2B6DBD40-5724-4B4E-AA0C-16C509C0925A}" srcOrd="1" destOrd="0" presId="urn:microsoft.com/office/officeart/2005/8/layout/chevron2"/>
    <dgm:cxn modelId="{2A4CA0F4-2A18-4BF3-B686-F64BB317FBAE}" type="presParOf" srcId="{EC9742D9-FA88-44DE-8005-DE9A51CB7366}" destId="{8BC03D92-5953-45D4-B924-4FA0D81EA91B}" srcOrd="1" destOrd="0" presId="urn:microsoft.com/office/officeart/2005/8/layout/chevron2"/>
    <dgm:cxn modelId="{23FE1BC5-A643-44AA-ACE3-5340838751AF}" type="presParOf" srcId="{EC9742D9-FA88-44DE-8005-DE9A51CB7366}" destId="{705582B1-60C6-4690-B22E-DC86BB4E7899}" srcOrd="2" destOrd="0" presId="urn:microsoft.com/office/officeart/2005/8/layout/chevron2"/>
    <dgm:cxn modelId="{0FB6F9DD-EF27-401E-BBE8-05563BEF9089}" type="presParOf" srcId="{705582B1-60C6-4690-B22E-DC86BB4E7899}" destId="{D6D331AE-C90F-45F4-A531-F1946D198C0B}" srcOrd="0" destOrd="0" presId="urn:microsoft.com/office/officeart/2005/8/layout/chevron2"/>
    <dgm:cxn modelId="{51592E0B-2ED9-43E8-B69B-4C1C84D8F4C9}" type="presParOf" srcId="{705582B1-60C6-4690-B22E-DC86BB4E7899}" destId="{FD899C51-3351-4022-85F7-83F827010ED6}" srcOrd="1" destOrd="0" presId="urn:microsoft.com/office/officeart/2005/8/layout/chevron2"/>
    <dgm:cxn modelId="{4B9863CD-8A6A-4814-9D22-653913FC2FB1}" type="presParOf" srcId="{EC9742D9-FA88-44DE-8005-DE9A51CB7366}" destId="{53B13A1D-5EEF-4630-A8BB-4BDEDC683D6B}" srcOrd="3" destOrd="0" presId="urn:microsoft.com/office/officeart/2005/8/layout/chevron2"/>
    <dgm:cxn modelId="{348083D0-E1CE-4AC5-BD38-A681FAA3EDD0}" type="presParOf" srcId="{EC9742D9-FA88-44DE-8005-DE9A51CB7366}" destId="{F1D38D8F-97FA-4D26-A090-8333A3B6F3C4}" srcOrd="4" destOrd="0" presId="urn:microsoft.com/office/officeart/2005/8/layout/chevron2"/>
    <dgm:cxn modelId="{19BB18FC-F23B-49E7-9C36-4D39E2FC261F}" type="presParOf" srcId="{F1D38D8F-97FA-4D26-A090-8333A3B6F3C4}" destId="{6C8AAC51-2D2A-4FCF-A89C-AEADA618A181}" srcOrd="0" destOrd="0" presId="urn:microsoft.com/office/officeart/2005/8/layout/chevron2"/>
    <dgm:cxn modelId="{97CA8DBA-E1BD-40A3-B2D5-77F16F6E6F4D}" type="presParOf" srcId="{F1D38D8F-97FA-4D26-A090-8333A3B6F3C4}" destId="{2A9CB596-3934-4871-A31E-84151A07105D}" srcOrd="1" destOrd="0" presId="urn:microsoft.com/office/officeart/2005/8/layout/chevron2"/>
    <dgm:cxn modelId="{068F5F18-BF25-4298-B668-3F8DEE24A27A}" type="presParOf" srcId="{EC9742D9-FA88-44DE-8005-DE9A51CB7366}" destId="{39F63D8E-B251-44AD-9BCE-A09FFAE3B807}" srcOrd="5" destOrd="0" presId="urn:microsoft.com/office/officeart/2005/8/layout/chevron2"/>
    <dgm:cxn modelId="{53C8EC04-CD29-4B9D-91F8-4C3AA67BCECD}" type="presParOf" srcId="{EC9742D9-FA88-44DE-8005-DE9A51CB7366}" destId="{FBA3ABCA-B304-4989-BCD4-3B6C24C48B8F}" srcOrd="6" destOrd="0" presId="urn:microsoft.com/office/officeart/2005/8/layout/chevron2"/>
    <dgm:cxn modelId="{3296654B-F411-4C12-B9FE-18E36FF8F698}" type="presParOf" srcId="{FBA3ABCA-B304-4989-BCD4-3B6C24C48B8F}" destId="{86525880-4227-46F9-8C83-806FB63A20B5}" srcOrd="0" destOrd="0" presId="urn:microsoft.com/office/officeart/2005/8/layout/chevron2"/>
    <dgm:cxn modelId="{4E76E24A-D4D8-48F1-8523-96363A4EB684}" type="presParOf" srcId="{FBA3ABCA-B304-4989-BCD4-3B6C24C48B8F}" destId="{0CE99FF0-CDC7-4D26-9F33-B3F6075FC0BE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purl.oclc.org/ooxml/drawingml/diagram" xmlns:a="http://purl.oclc.org/ooxml/drawingml/main">
  <dgm:ptLst>
    <dgm:pt modelId="{5E7664A6-4FA3-4100-AFD4-411EB8B72065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SG"/>
        </a:p>
      </dgm:t>
    </dgm:pt>
    <dgm:pt modelId="{F54A41DE-EC8E-4FB0-9031-227576C803AD}">
      <dgm:prSet/>
      <dgm:spPr/>
      <dgm:t>
        <a:bodyPr/>
        <a:lstStyle/>
        <a:p>
          <a:r>
            <a:rPr lang="en-GB" dirty="0"/>
            <a:t>Focus </a:t>
          </a:r>
          <a:endParaRPr lang="en-SG" dirty="0"/>
        </a:p>
      </dgm:t>
    </dgm:pt>
    <dgm:pt modelId="{EA7DB64A-B5F0-4296-96FF-AFB865D82BF7}" type="parTrans" cxnId="{23DC89E0-1E8F-48AE-A97F-C19A56E92279}">
      <dgm:prSet/>
      <dgm:spPr/>
      <dgm:t>
        <a:bodyPr/>
        <a:lstStyle/>
        <a:p>
          <a:endParaRPr lang="en-SG"/>
        </a:p>
      </dgm:t>
    </dgm:pt>
    <dgm:pt modelId="{45214793-569E-4A27-B69A-20641F53C902}" type="sibTrans" cxnId="{23DC89E0-1E8F-48AE-A97F-C19A56E92279}">
      <dgm:prSet/>
      <dgm:spPr/>
      <dgm:t>
        <a:bodyPr/>
        <a:lstStyle/>
        <a:p>
          <a:endParaRPr lang="en-SG"/>
        </a:p>
      </dgm:t>
    </dgm:pt>
    <dgm:pt modelId="{C2A19424-A069-4FF4-8E8D-445423FE267B}">
      <dgm:prSet/>
      <dgm:spPr/>
      <dgm:t>
        <a:bodyPr/>
        <a:lstStyle/>
        <a:p>
          <a:r>
            <a:rPr lang="en-GB" dirty="0"/>
            <a:t>Format </a:t>
          </a:r>
          <a:endParaRPr lang="en-SG" dirty="0"/>
        </a:p>
      </dgm:t>
    </dgm:pt>
    <dgm:pt modelId="{525476F6-3B43-4A43-A6B5-B31EC17939BC}" type="parTrans" cxnId="{5F3B1B2C-2D24-4474-870C-9B1ED6345DA9}">
      <dgm:prSet/>
      <dgm:spPr/>
      <dgm:t>
        <a:bodyPr/>
        <a:lstStyle/>
        <a:p>
          <a:endParaRPr lang="en-SG"/>
        </a:p>
      </dgm:t>
    </dgm:pt>
    <dgm:pt modelId="{6CE09291-1442-495B-97DC-E131925B0E61}" type="sibTrans" cxnId="{5F3B1B2C-2D24-4474-870C-9B1ED6345DA9}">
      <dgm:prSet/>
      <dgm:spPr/>
      <dgm:t>
        <a:bodyPr/>
        <a:lstStyle/>
        <a:p>
          <a:endParaRPr lang="en-SG"/>
        </a:p>
      </dgm:t>
    </dgm:pt>
    <dgm:pt modelId="{AAE15FB6-E7E3-4D4A-823D-D48B8D92D3FE}">
      <dgm:prSet phldrT="[Text]" custT="1"/>
      <dgm:spPr/>
      <dgm:t>
        <a:bodyPr/>
        <a:lstStyle/>
        <a:p>
          <a:pPr>
            <a:buNone/>
          </a:pPr>
          <a:r>
            <a:rPr lang="en-US" sz="1600" dirty="0"/>
            <a:t>Case B – Selected Asia Economies with data charts provided [maximum 75 minutes]</a:t>
          </a:r>
          <a:endParaRPr lang="en-SG" sz="1600" dirty="0"/>
        </a:p>
      </dgm:t>
    </dgm:pt>
    <dgm:pt modelId="{FEA8DC04-5389-4AE2-82F7-B2821F558852}" type="parTrans" cxnId="{C8802B19-79D7-4217-94B4-C470765C0B48}">
      <dgm:prSet/>
      <dgm:spPr/>
      <dgm:t>
        <a:bodyPr/>
        <a:lstStyle/>
        <a:p>
          <a:endParaRPr lang="en-SG"/>
        </a:p>
      </dgm:t>
    </dgm:pt>
    <dgm:pt modelId="{30FE959C-3D21-48FD-89E3-7209B50004FF}" type="sibTrans" cxnId="{C8802B19-79D7-4217-94B4-C470765C0B48}">
      <dgm:prSet/>
      <dgm:spPr/>
      <dgm:t>
        <a:bodyPr/>
        <a:lstStyle/>
        <a:p>
          <a:endParaRPr lang="en-SG"/>
        </a:p>
      </dgm:t>
    </dgm:pt>
    <dgm:pt modelId="{35368CFC-7E45-465E-99D5-20130570AC94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b="1" i="1" u="sng" dirty="0"/>
            <a:t>Must spend 5 minutes </a:t>
          </a:r>
          <a:r>
            <a:rPr lang="en-US" sz="1600" dirty="0"/>
            <a:t>to study </a:t>
          </a:r>
          <a:r>
            <a:rPr lang="en-US" sz="1600" b="1" i="1" dirty="0"/>
            <a:t>all the charts </a:t>
          </a:r>
          <a:r>
            <a:rPr lang="en-US" sz="1600" dirty="0"/>
            <a:t>, pay attention to the axis, trend line (if given)</a:t>
          </a:r>
          <a:endParaRPr lang="en-SG" sz="1600" dirty="0"/>
        </a:p>
      </dgm:t>
    </dgm:pt>
    <dgm:pt modelId="{AF4BBAD3-474F-4E73-809F-0ABA16E70CAC}" type="parTrans" cxnId="{BF7B37E2-DFC5-4966-9CD9-5FBF60C0D60F}">
      <dgm:prSet/>
      <dgm:spPr/>
      <dgm:t>
        <a:bodyPr/>
        <a:lstStyle/>
        <a:p>
          <a:endParaRPr lang="en-SG"/>
        </a:p>
      </dgm:t>
    </dgm:pt>
    <dgm:pt modelId="{08426769-29AD-4B3E-975A-7B23B7DE4AE6}" type="sibTrans" cxnId="{BF7B37E2-DFC5-4966-9CD9-5FBF60C0D60F}">
      <dgm:prSet/>
      <dgm:spPr/>
      <dgm:t>
        <a:bodyPr/>
        <a:lstStyle/>
        <a:p>
          <a:endParaRPr lang="en-SG"/>
        </a:p>
      </dgm:t>
    </dgm:pt>
    <dgm:pt modelId="{C7659D62-5929-45FC-8663-0ECC192CC1F2}">
      <dgm:prSet custT="1"/>
      <dgm:spPr/>
      <dgm:t>
        <a:bodyPr/>
        <a:lstStyle/>
        <a:p>
          <a:r>
            <a:rPr lang="en-GB" sz="1600" dirty="0"/>
            <a:t>Gathering evidence(s) where applicable , to discuss evidence and effects of  industrialisation, trade liberalisation , challenges of growth </a:t>
          </a:r>
          <a:endParaRPr lang="en-SG" sz="1600" dirty="0"/>
        </a:p>
      </dgm:t>
    </dgm:pt>
    <dgm:pt modelId="{4E2EFC11-CDA2-486E-9C40-B49211C20281}" type="parTrans" cxnId="{BD33CC3A-B138-4A28-9985-F49419C1D225}">
      <dgm:prSet/>
      <dgm:spPr/>
      <dgm:t>
        <a:bodyPr/>
        <a:lstStyle/>
        <a:p>
          <a:endParaRPr lang="en-SG"/>
        </a:p>
      </dgm:t>
    </dgm:pt>
    <dgm:pt modelId="{7C272C73-D6C4-43F4-B71E-47274F5E30FF}" type="sibTrans" cxnId="{BD33CC3A-B138-4A28-9985-F49419C1D225}">
      <dgm:prSet/>
      <dgm:spPr/>
      <dgm:t>
        <a:bodyPr/>
        <a:lstStyle/>
        <a:p>
          <a:endParaRPr lang="en-SG"/>
        </a:p>
      </dgm:t>
    </dgm:pt>
    <dgm:pt modelId="{8E5E9823-954C-4B72-AE29-52CFAF1B4E47}">
      <dgm:prSet custT="1"/>
      <dgm:spPr/>
      <dgm:t>
        <a:bodyPr/>
        <a:lstStyle/>
        <a:p>
          <a:r>
            <a:rPr lang="en-GB" sz="1600" dirty="0"/>
            <a:t>Note that you WILL DEFINITELY utilize </a:t>
          </a:r>
          <a:r>
            <a:rPr lang="en-GB" sz="1600" dirty="0">
              <a:highlight>
                <a:srgbClr val="FFFF00"/>
              </a:highlight>
            </a:rPr>
            <a:t>all the charts </a:t>
          </a:r>
          <a:r>
            <a:rPr lang="en-GB" sz="1600" dirty="0"/>
            <a:t>but you do not keep repeating the same chart in all the questions . Some questions require the evidence from more than 1 chart </a:t>
          </a:r>
          <a:endParaRPr lang="en-SG" sz="1600" dirty="0"/>
        </a:p>
      </dgm:t>
    </dgm:pt>
    <dgm:pt modelId="{86440034-9818-4054-8DB4-F07DD2733835}" type="parTrans" cxnId="{1E00F2C6-733B-4947-9C19-DEA03C186B78}">
      <dgm:prSet/>
      <dgm:spPr/>
      <dgm:t>
        <a:bodyPr/>
        <a:lstStyle/>
        <a:p>
          <a:endParaRPr lang="en-SG"/>
        </a:p>
      </dgm:t>
    </dgm:pt>
    <dgm:pt modelId="{C09544ED-53EF-42AF-A2E4-EFE073370FD9}" type="sibTrans" cxnId="{1E00F2C6-733B-4947-9C19-DEA03C186B78}">
      <dgm:prSet/>
      <dgm:spPr/>
      <dgm:t>
        <a:bodyPr/>
        <a:lstStyle/>
        <a:p>
          <a:endParaRPr lang="en-SG"/>
        </a:p>
      </dgm:t>
    </dgm:pt>
    <dgm:pt modelId="{E0B6DEC5-5CA3-4086-B12E-361831D5242A}">
      <dgm:prSet custT="1"/>
      <dgm:spPr/>
      <dgm:t>
        <a:bodyPr/>
        <a:lstStyle/>
        <a:p>
          <a:r>
            <a:rPr lang="en-GB" sz="1600" dirty="0"/>
            <a:t>There is no calculation involved and you need note quote any specific value from the charts </a:t>
          </a:r>
          <a:endParaRPr lang="en-SG" sz="1600" dirty="0"/>
        </a:p>
      </dgm:t>
    </dgm:pt>
    <dgm:pt modelId="{477BDBA6-57ED-485C-9ED5-E98BA6F522BA}" type="parTrans" cxnId="{F8422B42-E7A5-4C59-94BD-BC9A998D364E}">
      <dgm:prSet/>
      <dgm:spPr/>
      <dgm:t>
        <a:bodyPr/>
        <a:lstStyle/>
        <a:p>
          <a:endParaRPr lang="en-SG"/>
        </a:p>
      </dgm:t>
    </dgm:pt>
    <dgm:pt modelId="{DC603358-EBAC-4E58-946C-28EC00ADFAC4}" type="sibTrans" cxnId="{F8422B42-E7A5-4C59-94BD-BC9A998D364E}">
      <dgm:prSet/>
      <dgm:spPr/>
      <dgm:t>
        <a:bodyPr/>
        <a:lstStyle/>
        <a:p>
          <a:endParaRPr lang="en-SG"/>
        </a:p>
      </dgm:t>
    </dgm:pt>
    <dgm:pt modelId="{1A64E90A-EAD1-4342-BADC-2674EEA8A7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600" dirty="0"/>
            <a:t>Key notable periods : 2008-09 global financial crisis; 2020- 2022 : Covid 19 Pandemic </a:t>
          </a:r>
          <a:endParaRPr lang="en-SG" sz="1600" dirty="0"/>
        </a:p>
      </dgm:t>
    </dgm:pt>
    <dgm:pt modelId="{693690AF-9399-4EF0-B495-72D52EF327FB}" type="parTrans" cxnId="{DC6F13D5-AA5F-4F64-AAA2-8D6DD727D8A3}">
      <dgm:prSet/>
      <dgm:spPr/>
      <dgm:t>
        <a:bodyPr/>
        <a:lstStyle/>
        <a:p>
          <a:endParaRPr lang="en-SG"/>
        </a:p>
      </dgm:t>
    </dgm:pt>
    <dgm:pt modelId="{F94427C5-9B18-4C94-9B5D-250AB8299C80}" type="sibTrans" cxnId="{DC6F13D5-AA5F-4F64-AAA2-8D6DD727D8A3}">
      <dgm:prSet/>
      <dgm:spPr/>
      <dgm:t>
        <a:bodyPr/>
        <a:lstStyle/>
        <a:p>
          <a:endParaRPr lang="en-SG"/>
        </a:p>
      </dgm:t>
    </dgm:pt>
    <dgm:pt modelId="{B089A8D7-E723-4DD7-AC1C-4CC95310444E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600" dirty="0"/>
            <a:t>Aim to score 20/30 </a:t>
          </a:r>
          <a:endParaRPr lang="en-SG" sz="1600" dirty="0"/>
        </a:p>
      </dgm:t>
    </dgm:pt>
    <dgm:pt modelId="{4630CD12-6607-49C5-9369-F2EDEF8B3A77}" type="parTrans" cxnId="{95B596D7-8B33-4EF9-8BC6-F833E5C652F2}">
      <dgm:prSet/>
      <dgm:spPr/>
      <dgm:t>
        <a:bodyPr/>
        <a:lstStyle/>
        <a:p>
          <a:endParaRPr lang="en-SG"/>
        </a:p>
      </dgm:t>
    </dgm:pt>
    <dgm:pt modelId="{6CB22195-7BD8-477A-930F-EDF724632FD5}" type="sibTrans" cxnId="{95B596D7-8B33-4EF9-8BC6-F833E5C652F2}">
      <dgm:prSet/>
      <dgm:spPr/>
      <dgm:t>
        <a:bodyPr/>
        <a:lstStyle/>
        <a:p>
          <a:endParaRPr lang="en-SG"/>
        </a:p>
      </dgm:t>
    </dgm:pt>
    <dgm:pt modelId="{49575A6D-6594-4932-8CA3-9551715AAFEF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600" dirty="0"/>
            <a:t>Note the marks are usually in ascending order with the question order </a:t>
          </a:r>
          <a:endParaRPr lang="en-SG" sz="1600" dirty="0"/>
        </a:p>
      </dgm:t>
    </dgm:pt>
    <dgm:pt modelId="{D5861404-1702-4B61-B2EC-67B83812D645}" type="parTrans" cxnId="{F08609D1-D8A9-484E-A853-775EDD748A54}">
      <dgm:prSet/>
      <dgm:spPr/>
      <dgm:t>
        <a:bodyPr/>
        <a:lstStyle/>
        <a:p>
          <a:endParaRPr lang="en-SG"/>
        </a:p>
      </dgm:t>
    </dgm:pt>
    <dgm:pt modelId="{E343512B-E711-4443-94FB-369DB9346FE3}" type="sibTrans" cxnId="{F08609D1-D8A9-484E-A853-775EDD748A54}">
      <dgm:prSet/>
      <dgm:spPr/>
      <dgm:t>
        <a:bodyPr/>
        <a:lstStyle/>
        <a:p>
          <a:endParaRPr lang="en-SG"/>
        </a:p>
      </dgm:t>
    </dgm:pt>
    <dgm:pt modelId="{505684DE-970D-4B0B-B65D-67B3E6E0F44B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GB" sz="1600" dirty="0"/>
            <a:t>Once allocated time is up, complete MCQS then come back to complete </a:t>
          </a:r>
          <a:endParaRPr lang="en-SG" sz="1600" dirty="0"/>
        </a:p>
      </dgm:t>
    </dgm:pt>
    <dgm:pt modelId="{71E2BACE-3DE3-4E73-9387-FA8D0163FFB1}" type="parTrans" cxnId="{CE86D289-5F79-4486-B26B-4CAA4877FE37}">
      <dgm:prSet/>
      <dgm:spPr/>
      <dgm:t>
        <a:bodyPr/>
        <a:lstStyle/>
        <a:p>
          <a:endParaRPr lang="en-SG"/>
        </a:p>
      </dgm:t>
    </dgm:pt>
    <dgm:pt modelId="{AF1B7500-73B4-42DA-9DC2-6136BB9C5B08}" type="sibTrans" cxnId="{CE86D289-5F79-4486-B26B-4CAA4877FE37}">
      <dgm:prSet/>
      <dgm:spPr/>
      <dgm:t>
        <a:bodyPr/>
        <a:lstStyle/>
        <a:p>
          <a:endParaRPr lang="en-SG"/>
        </a:p>
      </dgm:t>
    </dgm:pt>
    <dgm:pt modelId="{1AE8DD5E-F15C-49F1-A88F-C5AC0A381F21}">
      <dgm:prSet phldrT="[Text]" phldr="0"/>
      <dgm:spPr/>
      <dgm:t>
        <a:bodyPr/>
        <a:lstStyle/>
        <a:p>
          <a:r>
            <a:rPr lang="en-GB" dirty="0"/>
            <a:t>Check </a:t>
          </a:r>
          <a:endParaRPr lang="en-SG" dirty="0"/>
        </a:p>
      </dgm:t>
    </dgm:pt>
    <dgm:pt modelId="{6694CD82-C1EC-420E-8C98-5E660B84EF70}" type="parTrans" cxnId="{EAB685CC-B3A7-45E0-88B3-7F80749FDFC4}">
      <dgm:prSet/>
      <dgm:spPr/>
      <dgm:t>
        <a:bodyPr/>
        <a:lstStyle/>
        <a:p>
          <a:endParaRPr lang="en-SG"/>
        </a:p>
      </dgm:t>
    </dgm:pt>
    <dgm:pt modelId="{C9178A2B-FDB3-4977-8150-A9E13818C7E3}" type="sibTrans" cxnId="{EAB685CC-B3A7-45E0-88B3-7F80749FDFC4}">
      <dgm:prSet/>
      <dgm:spPr/>
      <dgm:t>
        <a:bodyPr/>
        <a:lstStyle/>
        <a:p>
          <a:endParaRPr lang="en-SG"/>
        </a:p>
      </dgm:t>
    </dgm:pt>
    <dgm:pt modelId="{15329F1F-86CD-463C-B113-9235E0D2849D}">
      <dgm:prSet custT="1"/>
      <dgm:spPr/>
      <dgm:t>
        <a:bodyPr/>
        <a:lstStyle/>
        <a:p>
          <a:r>
            <a:rPr lang="en-GB" sz="1800" dirty="0"/>
            <a:t>Allocate at least 2-3 minutes to check all your computations and you have answered every single question ; you may easily lose 6-8 marks if you did not answer any of the questions </a:t>
          </a:r>
          <a:endParaRPr lang="en-SG" sz="1800" dirty="0"/>
        </a:p>
      </dgm:t>
    </dgm:pt>
    <dgm:pt modelId="{91723941-1A18-417C-AD53-46AA1726FF88}" type="parTrans" cxnId="{F5D0DE09-0E83-4267-BC10-6D8BFE17918E}">
      <dgm:prSet/>
      <dgm:spPr/>
      <dgm:t>
        <a:bodyPr/>
        <a:lstStyle/>
        <a:p>
          <a:endParaRPr lang="en-SG"/>
        </a:p>
      </dgm:t>
    </dgm:pt>
    <dgm:pt modelId="{3ACDD676-B9B1-4DC3-A571-C51D18A29EC4}" type="sibTrans" cxnId="{F5D0DE09-0E83-4267-BC10-6D8BFE17918E}">
      <dgm:prSet/>
      <dgm:spPr/>
      <dgm:t>
        <a:bodyPr/>
        <a:lstStyle/>
        <a:p>
          <a:endParaRPr lang="en-SG"/>
        </a:p>
      </dgm:t>
    </dgm:pt>
    <dgm:pt modelId="{7EE11679-323C-4846-AE98-97742556236F}" type="pres">
      <dgm:prSet presAssocID="{5E7664A6-4FA3-4100-AFD4-411EB8B72065}" presName="linearFlow" presStyleCnt="0">
        <dgm:presLayoutVars>
          <dgm:dir/>
          <dgm:animLvl val="lvl"/>
          <dgm:resizeHandles val="exact"/>
        </dgm:presLayoutVars>
      </dgm:prSet>
      <dgm:spPr/>
    </dgm:pt>
    <dgm:pt modelId="{D2BBC79F-9128-4738-AEF4-2A2B9C56D1A1}" type="pres">
      <dgm:prSet presAssocID="{C2A19424-A069-4FF4-8E8D-445423FE267B}" presName="composite" presStyleCnt="0"/>
      <dgm:spPr/>
    </dgm:pt>
    <dgm:pt modelId="{89D5762F-1659-4690-9EB5-DE3781FF7961}" type="pres">
      <dgm:prSet presAssocID="{C2A19424-A069-4FF4-8E8D-445423FE267B}" presName="parentText" presStyleLbl="alignNode1" presStyleIdx="0" presStyleCnt="3" custLinFactNeighborX="1.033%" custLinFactNeighborY="0.576%">
        <dgm:presLayoutVars>
          <dgm:chMax val="1"/>
          <dgm:bulletEnabled val="1"/>
        </dgm:presLayoutVars>
      </dgm:prSet>
      <dgm:spPr/>
    </dgm:pt>
    <dgm:pt modelId="{C2F611B7-F0E5-4641-B070-CAD26F5047A5}" type="pres">
      <dgm:prSet presAssocID="{C2A19424-A069-4FF4-8E8D-445423FE267B}" presName="descendantText" presStyleLbl="alignAcc1" presStyleIdx="0" presStyleCnt="3">
        <dgm:presLayoutVars>
          <dgm:bulletEnabled val="1"/>
        </dgm:presLayoutVars>
      </dgm:prSet>
      <dgm:spPr/>
    </dgm:pt>
    <dgm:pt modelId="{D546DC7A-1291-4239-BE5A-C3635D9EA402}" type="pres">
      <dgm:prSet presAssocID="{6CE09291-1442-495B-97DC-E131925B0E61}" presName="sp" presStyleCnt="0"/>
      <dgm:spPr/>
    </dgm:pt>
    <dgm:pt modelId="{A5F85674-467C-4B9C-863A-E5F08FC23462}" type="pres">
      <dgm:prSet presAssocID="{F54A41DE-EC8E-4FB0-9031-227576C803AD}" presName="composite" presStyleCnt="0"/>
      <dgm:spPr/>
    </dgm:pt>
    <dgm:pt modelId="{A2AD5C33-4784-4DA8-BB55-4A220BBA38D8}" type="pres">
      <dgm:prSet presAssocID="{F54A41DE-EC8E-4FB0-9031-227576C803AD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EAAA6F02-A2E9-486A-9A50-7171513CE23A}" type="pres">
      <dgm:prSet presAssocID="{F54A41DE-EC8E-4FB0-9031-227576C803AD}" presName="descendantText" presStyleLbl="alignAcc1" presStyleIdx="1" presStyleCnt="3" custScaleY="177.507%" custLinFactNeighborX="8.324%" custLinFactNeighborY="0%">
        <dgm:presLayoutVars>
          <dgm:bulletEnabled val="1"/>
        </dgm:presLayoutVars>
      </dgm:prSet>
      <dgm:spPr/>
    </dgm:pt>
    <dgm:pt modelId="{620F928C-32FC-4CAD-A862-5E163DA8B2A9}" type="pres">
      <dgm:prSet presAssocID="{45214793-569E-4A27-B69A-20641F53C902}" presName="sp" presStyleCnt="0"/>
      <dgm:spPr/>
    </dgm:pt>
    <dgm:pt modelId="{8CA4BC27-EBC9-42C2-A59A-A2C86B7D049D}" type="pres">
      <dgm:prSet presAssocID="{1AE8DD5E-F15C-49F1-A88F-C5AC0A381F21}" presName="composite" presStyleCnt="0"/>
      <dgm:spPr/>
    </dgm:pt>
    <dgm:pt modelId="{D736C68A-04F4-4E85-AAF3-EDEDBC565584}" type="pres">
      <dgm:prSet presAssocID="{1AE8DD5E-F15C-49F1-A88F-C5AC0A381F21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7939E620-8772-4F12-B25E-D060EB6FAA03}" type="pres">
      <dgm:prSet presAssocID="{1AE8DD5E-F15C-49F1-A88F-C5AC0A381F21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3A804D06-2EA1-4795-886B-E5132FD1EB56}" type="presOf" srcId="{5E7664A6-4FA3-4100-AFD4-411EB8B72065}" destId="{7EE11679-323C-4846-AE98-97742556236F}" srcOrd="0" destOrd="0" presId="urn:microsoft.com/office/officeart/2005/8/layout/chevron2"/>
    <dgm:cxn modelId="{F5D0DE09-0E83-4267-BC10-6D8BFE17918E}" srcId="{1AE8DD5E-F15C-49F1-A88F-C5AC0A381F21}" destId="{15329F1F-86CD-463C-B113-9235E0D2849D}" srcOrd="0" destOrd="0" parTransId="{91723941-1A18-417C-AD53-46AA1726FF88}" sibTransId="{3ACDD676-B9B1-4DC3-A571-C51D18A29EC4}"/>
    <dgm:cxn modelId="{C8802B19-79D7-4217-94B4-C470765C0B48}" srcId="{C2A19424-A069-4FF4-8E8D-445423FE267B}" destId="{AAE15FB6-E7E3-4D4A-823D-D48B8D92D3FE}" srcOrd="0" destOrd="0" parTransId="{FEA8DC04-5389-4AE2-82F7-B2821F558852}" sibTransId="{30FE959C-3D21-48FD-89E3-7209B50004FF}"/>
    <dgm:cxn modelId="{7B14871F-E121-4641-AD3E-D0F864E0E130}" type="presOf" srcId="{C7659D62-5929-45FC-8663-0ECC192CC1F2}" destId="{EAAA6F02-A2E9-486A-9A50-7171513CE23A}" srcOrd="0" destOrd="0" presId="urn:microsoft.com/office/officeart/2005/8/layout/chevron2"/>
    <dgm:cxn modelId="{5F3B1B2C-2D24-4474-870C-9B1ED6345DA9}" srcId="{5E7664A6-4FA3-4100-AFD4-411EB8B72065}" destId="{C2A19424-A069-4FF4-8E8D-445423FE267B}" srcOrd="0" destOrd="0" parTransId="{525476F6-3B43-4A43-A6B5-B31EC17939BC}" sibTransId="{6CE09291-1442-495B-97DC-E131925B0E61}"/>
    <dgm:cxn modelId="{97D80734-C3E4-488E-B35F-328CD950C769}" type="presOf" srcId="{1A64E90A-EAD1-4342-BADC-2674EEA8A748}" destId="{EAAA6F02-A2E9-486A-9A50-7171513CE23A}" srcOrd="0" destOrd="3" presId="urn:microsoft.com/office/officeart/2005/8/layout/chevron2"/>
    <dgm:cxn modelId="{BD33CC3A-B138-4A28-9985-F49419C1D225}" srcId="{F54A41DE-EC8E-4FB0-9031-227576C803AD}" destId="{C7659D62-5929-45FC-8663-0ECC192CC1F2}" srcOrd="0" destOrd="0" parTransId="{4E2EFC11-CDA2-486E-9C40-B49211C20281}" sibTransId="{7C272C73-D6C4-43F4-B71E-47274F5E30FF}"/>
    <dgm:cxn modelId="{F8422B42-E7A5-4C59-94BD-BC9A998D364E}" srcId="{F54A41DE-EC8E-4FB0-9031-227576C803AD}" destId="{E0B6DEC5-5CA3-4086-B12E-361831D5242A}" srcOrd="2" destOrd="0" parTransId="{477BDBA6-57ED-485C-9ED5-E98BA6F522BA}" sibTransId="{DC603358-EBAC-4E58-946C-28EC00ADFAC4}"/>
    <dgm:cxn modelId="{D9BD254A-0844-4E85-BD3D-2322B2085C69}" type="presOf" srcId="{E0B6DEC5-5CA3-4086-B12E-361831D5242A}" destId="{EAAA6F02-A2E9-486A-9A50-7171513CE23A}" srcOrd="0" destOrd="2" presId="urn:microsoft.com/office/officeart/2005/8/layout/chevron2"/>
    <dgm:cxn modelId="{9E1BDE6E-4CAC-4B87-9082-E34A57822EA9}" type="presOf" srcId="{35368CFC-7E45-465E-99D5-20130570AC94}" destId="{C2F611B7-F0E5-4641-B070-CAD26F5047A5}" srcOrd="0" destOrd="1" presId="urn:microsoft.com/office/officeart/2005/8/layout/chevron2"/>
    <dgm:cxn modelId="{9E6DA573-1136-426C-9BB5-A262D9646A74}" type="presOf" srcId="{49575A6D-6594-4932-8CA3-9551715AAFEF}" destId="{C2F611B7-F0E5-4641-B070-CAD26F5047A5}" srcOrd="0" destOrd="3" presId="urn:microsoft.com/office/officeart/2005/8/layout/chevron2"/>
    <dgm:cxn modelId="{2A20B486-234A-49AB-AED3-91628BE4B6C7}" type="presOf" srcId="{AAE15FB6-E7E3-4D4A-823D-D48B8D92D3FE}" destId="{C2F611B7-F0E5-4641-B070-CAD26F5047A5}" srcOrd="0" destOrd="0" presId="urn:microsoft.com/office/officeart/2005/8/layout/chevron2"/>
    <dgm:cxn modelId="{CE86D289-5F79-4486-B26B-4CAA4877FE37}" srcId="{C2A19424-A069-4FF4-8E8D-445423FE267B}" destId="{505684DE-970D-4B0B-B65D-67B3E6E0F44B}" srcOrd="2" destOrd="0" parTransId="{71E2BACE-3DE3-4E73-9387-FA8D0163FFB1}" sibTransId="{AF1B7500-73B4-42DA-9DC2-6136BB9C5B08}"/>
    <dgm:cxn modelId="{15DF5C91-FD3D-4AD2-B0AF-2F5355B96681}" type="presOf" srcId="{15329F1F-86CD-463C-B113-9235E0D2849D}" destId="{7939E620-8772-4F12-B25E-D060EB6FAA03}" srcOrd="0" destOrd="0" presId="urn:microsoft.com/office/officeart/2005/8/layout/chevron2"/>
    <dgm:cxn modelId="{F1D91A96-0547-4766-93CE-6DD24E9E9230}" type="presOf" srcId="{1AE8DD5E-F15C-49F1-A88F-C5AC0A381F21}" destId="{D736C68A-04F4-4E85-AAF3-EDEDBC565584}" srcOrd="0" destOrd="0" presId="urn:microsoft.com/office/officeart/2005/8/layout/chevron2"/>
    <dgm:cxn modelId="{DCCB79A3-F93F-438B-B120-CD960F35C347}" type="presOf" srcId="{8E5E9823-954C-4B72-AE29-52CFAF1B4E47}" destId="{EAAA6F02-A2E9-486A-9A50-7171513CE23A}" srcOrd="0" destOrd="1" presId="urn:microsoft.com/office/officeart/2005/8/layout/chevron2"/>
    <dgm:cxn modelId="{0B2E15B2-6BA5-4E44-8107-B79AABDE3523}" type="presOf" srcId="{F54A41DE-EC8E-4FB0-9031-227576C803AD}" destId="{A2AD5C33-4784-4DA8-BB55-4A220BBA38D8}" srcOrd="0" destOrd="0" presId="urn:microsoft.com/office/officeart/2005/8/layout/chevron2"/>
    <dgm:cxn modelId="{1E00F2C6-733B-4947-9C19-DEA03C186B78}" srcId="{F54A41DE-EC8E-4FB0-9031-227576C803AD}" destId="{8E5E9823-954C-4B72-AE29-52CFAF1B4E47}" srcOrd="1" destOrd="0" parTransId="{86440034-9818-4054-8DB4-F07DD2733835}" sibTransId="{C09544ED-53EF-42AF-A2E4-EFE073370FD9}"/>
    <dgm:cxn modelId="{A02698C7-229E-4FBC-BCF8-EB3A783A10E4}" type="presOf" srcId="{C2A19424-A069-4FF4-8E8D-445423FE267B}" destId="{89D5762F-1659-4690-9EB5-DE3781FF7961}" srcOrd="0" destOrd="0" presId="urn:microsoft.com/office/officeart/2005/8/layout/chevron2"/>
    <dgm:cxn modelId="{EAB685CC-B3A7-45E0-88B3-7F80749FDFC4}" srcId="{5E7664A6-4FA3-4100-AFD4-411EB8B72065}" destId="{1AE8DD5E-F15C-49F1-A88F-C5AC0A381F21}" srcOrd="2" destOrd="0" parTransId="{6694CD82-C1EC-420E-8C98-5E660B84EF70}" sibTransId="{C9178A2B-FDB3-4977-8150-A9E13818C7E3}"/>
    <dgm:cxn modelId="{F08609D1-D8A9-484E-A853-775EDD748A54}" srcId="{C2A19424-A069-4FF4-8E8D-445423FE267B}" destId="{49575A6D-6594-4932-8CA3-9551715AAFEF}" srcOrd="3" destOrd="0" parTransId="{D5861404-1702-4B61-B2EC-67B83812D645}" sibTransId="{E343512B-E711-4443-94FB-369DB9346FE3}"/>
    <dgm:cxn modelId="{DC6F13D5-AA5F-4F64-AAA2-8D6DD727D8A3}" srcId="{F54A41DE-EC8E-4FB0-9031-227576C803AD}" destId="{1A64E90A-EAD1-4342-BADC-2674EEA8A748}" srcOrd="3" destOrd="0" parTransId="{693690AF-9399-4EF0-B495-72D52EF327FB}" sibTransId="{F94427C5-9B18-4C94-9B5D-250AB8299C80}"/>
    <dgm:cxn modelId="{95B596D7-8B33-4EF9-8BC6-F833E5C652F2}" srcId="{C2A19424-A069-4FF4-8E8D-445423FE267B}" destId="{B089A8D7-E723-4DD7-AC1C-4CC95310444E}" srcOrd="4" destOrd="0" parTransId="{4630CD12-6607-49C5-9369-F2EDEF8B3A77}" sibTransId="{6CB22195-7BD8-477A-930F-EDF724632FD5}"/>
    <dgm:cxn modelId="{23DC89E0-1E8F-48AE-A97F-C19A56E92279}" srcId="{5E7664A6-4FA3-4100-AFD4-411EB8B72065}" destId="{F54A41DE-EC8E-4FB0-9031-227576C803AD}" srcOrd="1" destOrd="0" parTransId="{EA7DB64A-B5F0-4296-96FF-AFB865D82BF7}" sibTransId="{45214793-569E-4A27-B69A-20641F53C902}"/>
    <dgm:cxn modelId="{BF7B37E2-DFC5-4966-9CD9-5FBF60C0D60F}" srcId="{C2A19424-A069-4FF4-8E8D-445423FE267B}" destId="{35368CFC-7E45-465E-99D5-20130570AC94}" srcOrd="1" destOrd="0" parTransId="{AF4BBAD3-474F-4E73-809F-0ABA16E70CAC}" sibTransId="{08426769-29AD-4B3E-975A-7B23B7DE4AE6}"/>
    <dgm:cxn modelId="{C43E97E5-16EA-4ED0-84FB-CB49C7BD8519}" type="presOf" srcId="{505684DE-970D-4B0B-B65D-67B3E6E0F44B}" destId="{C2F611B7-F0E5-4641-B070-CAD26F5047A5}" srcOrd="0" destOrd="2" presId="urn:microsoft.com/office/officeart/2005/8/layout/chevron2"/>
    <dgm:cxn modelId="{4DFBF2EC-5E10-4164-9877-BD56E2927E7A}" type="presOf" srcId="{B089A8D7-E723-4DD7-AC1C-4CC95310444E}" destId="{C2F611B7-F0E5-4641-B070-CAD26F5047A5}" srcOrd="0" destOrd="4" presId="urn:microsoft.com/office/officeart/2005/8/layout/chevron2"/>
    <dgm:cxn modelId="{81D58359-A495-49BA-AD7A-39E4D6AE2B68}" type="presParOf" srcId="{7EE11679-323C-4846-AE98-97742556236F}" destId="{D2BBC79F-9128-4738-AEF4-2A2B9C56D1A1}" srcOrd="0" destOrd="0" presId="urn:microsoft.com/office/officeart/2005/8/layout/chevron2"/>
    <dgm:cxn modelId="{B42B442C-2347-4148-ADCA-79F1E3E6D744}" type="presParOf" srcId="{D2BBC79F-9128-4738-AEF4-2A2B9C56D1A1}" destId="{89D5762F-1659-4690-9EB5-DE3781FF7961}" srcOrd="0" destOrd="0" presId="urn:microsoft.com/office/officeart/2005/8/layout/chevron2"/>
    <dgm:cxn modelId="{B5530B91-2ABA-4703-A8EE-693C576EADF2}" type="presParOf" srcId="{D2BBC79F-9128-4738-AEF4-2A2B9C56D1A1}" destId="{C2F611B7-F0E5-4641-B070-CAD26F5047A5}" srcOrd="1" destOrd="0" presId="urn:microsoft.com/office/officeart/2005/8/layout/chevron2"/>
    <dgm:cxn modelId="{4901AF8B-E33C-46E8-87B8-8A390A708CD7}" type="presParOf" srcId="{7EE11679-323C-4846-AE98-97742556236F}" destId="{D546DC7A-1291-4239-BE5A-C3635D9EA402}" srcOrd="1" destOrd="0" presId="urn:microsoft.com/office/officeart/2005/8/layout/chevron2"/>
    <dgm:cxn modelId="{3DD134E1-A6AA-41F3-A834-A13CAA16EE33}" type="presParOf" srcId="{7EE11679-323C-4846-AE98-97742556236F}" destId="{A5F85674-467C-4B9C-863A-E5F08FC23462}" srcOrd="2" destOrd="0" presId="urn:microsoft.com/office/officeart/2005/8/layout/chevron2"/>
    <dgm:cxn modelId="{C4B3F74E-1DB4-413D-BFE5-6A26B3553E50}" type="presParOf" srcId="{A5F85674-467C-4B9C-863A-E5F08FC23462}" destId="{A2AD5C33-4784-4DA8-BB55-4A220BBA38D8}" srcOrd="0" destOrd="0" presId="urn:microsoft.com/office/officeart/2005/8/layout/chevron2"/>
    <dgm:cxn modelId="{87A553CB-8AFD-4596-95DD-2EA15171A67A}" type="presParOf" srcId="{A5F85674-467C-4B9C-863A-E5F08FC23462}" destId="{EAAA6F02-A2E9-486A-9A50-7171513CE23A}" srcOrd="1" destOrd="0" presId="urn:microsoft.com/office/officeart/2005/8/layout/chevron2"/>
    <dgm:cxn modelId="{9A6E59B8-3F26-4555-917A-301717013A39}" type="presParOf" srcId="{7EE11679-323C-4846-AE98-97742556236F}" destId="{620F928C-32FC-4CAD-A862-5E163DA8B2A9}" srcOrd="3" destOrd="0" presId="urn:microsoft.com/office/officeart/2005/8/layout/chevron2"/>
    <dgm:cxn modelId="{D6A5E6E6-C002-42C6-89BC-1E5A6414271E}" type="presParOf" srcId="{7EE11679-323C-4846-AE98-97742556236F}" destId="{8CA4BC27-EBC9-42C2-A59A-A2C86B7D049D}" srcOrd="4" destOrd="0" presId="urn:microsoft.com/office/officeart/2005/8/layout/chevron2"/>
    <dgm:cxn modelId="{E9721A15-07F6-4ECC-BFE4-31BA8D04DD73}" type="presParOf" srcId="{8CA4BC27-EBC9-42C2-A59A-A2C86B7D049D}" destId="{D736C68A-04F4-4E85-AAF3-EDEDBC565584}" srcOrd="0" destOrd="0" presId="urn:microsoft.com/office/officeart/2005/8/layout/chevron2"/>
    <dgm:cxn modelId="{14798761-CB2E-4427-83E5-8A0059BE2F37}" type="presParOf" srcId="{8CA4BC27-EBC9-42C2-A59A-A2C86B7D049D}" destId="{7939E620-8772-4F12-B25E-D060EB6FAA0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6A1565E8-4D53-4BBD-AA7B-85B3E36BDF14}">
      <dsp:nvSpPr>
        <dsp:cNvPr id="0" name=""/>
        <dsp:cNvSpPr/>
      </dsp:nvSpPr>
      <dsp:spPr>
        <a:xfrm>
          <a:off x="2496" y="0"/>
          <a:ext cx="2449392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900" kern="1200" dirty="0"/>
            <a:t>Theories and basis of growth</a:t>
          </a:r>
          <a:endParaRPr lang="en-SG" sz="2900" kern="1200" dirty="0"/>
        </a:p>
      </dsp:txBody>
      <dsp:txXfrm>
        <a:off x="2496" y="0"/>
        <a:ext cx="2449392" cy="1114425"/>
      </dsp:txXfrm>
    </dsp:sp>
    <dsp:sp modelId="{A984A118-C46D-44D1-879A-08D5EA7A2741}">
      <dsp:nvSpPr>
        <dsp:cNvPr id="0" name=""/>
        <dsp:cNvSpPr/>
      </dsp:nvSpPr>
      <dsp:spPr>
        <a:xfrm>
          <a:off x="247435" y="1114425"/>
          <a:ext cx="1959513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3900" kern="1200" dirty="0"/>
            <a:t>Chapter 1 – 2 </a:t>
          </a:r>
          <a:endParaRPr lang="en-SG" sz="3900" kern="1200" dirty="0"/>
        </a:p>
      </dsp:txBody>
      <dsp:txXfrm>
        <a:off x="304827" y="1171817"/>
        <a:ext cx="1844729" cy="2299803"/>
      </dsp:txXfrm>
    </dsp:sp>
    <dsp:sp modelId="{B89E8B97-A429-4174-9442-0A13F90FECF5}">
      <dsp:nvSpPr>
        <dsp:cNvPr id="0" name=""/>
        <dsp:cNvSpPr/>
      </dsp:nvSpPr>
      <dsp:spPr>
        <a:xfrm>
          <a:off x="2635592" y="0"/>
          <a:ext cx="2449392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900" kern="1200" dirty="0"/>
            <a:t>Sources of growth </a:t>
          </a:r>
          <a:endParaRPr lang="en-SG" sz="2900" kern="1200" dirty="0"/>
        </a:p>
      </dsp:txBody>
      <dsp:txXfrm>
        <a:off x="2635592" y="0"/>
        <a:ext cx="2449392" cy="1114425"/>
      </dsp:txXfrm>
    </dsp:sp>
    <dsp:sp modelId="{7ACF879B-1BBF-447D-A3BB-CED946BACAFB}">
      <dsp:nvSpPr>
        <dsp:cNvPr id="0" name=""/>
        <dsp:cNvSpPr/>
      </dsp:nvSpPr>
      <dsp:spPr>
        <a:xfrm>
          <a:off x="2880532" y="1114425"/>
          <a:ext cx="1959513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3900" kern="1200" dirty="0"/>
            <a:t>Chapter 3 – 5 </a:t>
          </a:r>
          <a:endParaRPr lang="en-SG" sz="3900" kern="1200" dirty="0"/>
        </a:p>
      </dsp:txBody>
      <dsp:txXfrm>
        <a:off x="2937924" y="1171817"/>
        <a:ext cx="1844729" cy="2299803"/>
      </dsp:txXfrm>
    </dsp:sp>
    <dsp:sp modelId="{95BCC84B-5FD4-49CC-9242-75177F46E15A}">
      <dsp:nvSpPr>
        <dsp:cNvPr id="0" name=""/>
        <dsp:cNvSpPr/>
      </dsp:nvSpPr>
      <dsp:spPr>
        <a:xfrm>
          <a:off x="5268689" y="0"/>
          <a:ext cx="2449392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900" kern="1200" dirty="0"/>
            <a:t>Evidence of Growth </a:t>
          </a:r>
          <a:endParaRPr lang="en-SG" sz="2900" kern="1200" dirty="0"/>
        </a:p>
      </dsp:txBody>
      <dsp:txXfrm>
        <a:off x="5268689" y="0"/>
        <a:ext cx="2449392" cy="1114425"/>
      </dsp:txXfrm>
    </dsp:sp>
    <dsp:sp modelId="{ECE623D2-02B8-4100-AAD5-BB50148CDBAB}">
      <dsp:nvSpPr>
        <dsp:cNvPr id="0" name=""/>
        <dsp:cNvSpPr/>
      </dsp:nvSpPr>
      <dsp:spPr>
        <a:xfrm>
          <a:off x="5513628" y="1114425"/>
          <a:ext cx="1959513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3900" kern="1200" dirty="0"/>
            <a:t>Chapter 6 - 9</a:t>
          </a:r>
          <a:endParaRPr lang="en-SG" sz="3900" kern="1200" dirty="0"/>
        </a:p>
      </dsp:txBody>
      <dsp:txXfrm>
        <a:off x="5571020" y="1171817"/>
        <a:ext cx="1844729" cy="2299803"/>
      </dsp:txXfrm>
    </dsp:sp>
    <dsp:sp modelId="{255531A6-5C28-405C-9285-DA1B3DA4BBF1}">
      <dsp:nvSpPr>
        <dsp:cNvPr id="0" name=""/>
        <dsp:cNvSpPr/>
      </dsp:nvSpPr>
      <dsp:spPr>
        <a:xfrm>
          <a:off x="7901786" y="0"/>
          <a:ext cx="2449392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900" kern="1200" dirty="0"/>
            <a:t>Challenges to growth</a:t>
          </a:r>
          <a:endParaRPr lang="en-SG" sz="2900" kern="1200" dirty="0"/>
        </a:p>
      </dsp:txBody>
      <dsp:txXfrm>
        <a:off x="7901786" y="0"/>
        <a:ext cx="2449392" cy="1114425"/>
      </dsp:txXfrm>
    </dsp:sp>
    <dsp:sp modelId="{CC9102D8-4DDA-4B8F-9AA2-7FA98DF847F1}">
      <dsp:nvSpPr>
        <dsp:cNvPr id="0" name=""/>
        <dsp:cNvSpPr/>
      </dsp:nvSpPr>
      <dsp:spPr>
        <a:xfrm>
          <a:off x="8146725" y="1114425"/>
          <a:ext cx="1959513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99060" tIns="74295" rIns="99060" bIns="74295" numCol="1" spcCol="1270" anchor="ctr" anchorCtr="0">
          <a:noAutofit/>
        </a:bodyPr>
        <a:lstStyle/>
        <a:p>
          <a:pPr marL="0" lvl="0" indent="0" algn="ctr" defTabSz="17335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3900" kern="1200" dirty="0"/>
            <a:t>Chapter 10 </a:t>
          </a:r>
          <a:endParaRPr lang="en-SG" sz="3900" kern="1200" dirty="0"/>
        </a:p>
      </dsp:txBody>
      <dsp:txXfrm>
        <a:off x="8204117" y="1171817"/>
        <a:ext cx="1844729" cy="2299803"/>
      </dsp:txXfrm>
    </dsp:sp>
  </dsp:spTree>
</dsp:drawing>
</file>

<file path=ppt/diagrams/drawing2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6A1565E8-4D53-4BBD-AA7B-85B3E36BDF14}">
      <dsp:nvSpPr>
        <dsp:cNvPr id="0" name=""/>
        <dsp:cNvSpPr/>
      </dsp:nvSpPr>
      <dsp:spPr>
        <a:xfrm>
          <a:off x="0" y="0"/>
          <a:ext cx="4088423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4200" kern="1200" dirty="0"/>
            <a:t>Sources of growth </a:t>
          </a:r>
          <a:endParaRPr lang="en-SG" sz="4200" kern="1200" dirty="0"/>
        </a:p>
      </dsp:txBody>
      <dsp:txXfrm>
        <a:off x="0" y="0"/>
        <a:ext cx="4088423" cy="1114425"/>
      </dsp:txXfrm>
    </dsp:sp>
    <dsp:sp modelId="{A984A118-C46D-44D1-879A-08D5EA7A2741}">
      <dsp:nvSpPr>
        <dsp:cNvPr id="0" name=""/>
        <dsp:cNvSpPr/>
      </dsp:nvSpPr>
      <dsp:spPr>
        <a:xfrm>
          <a:off x="408842" y="1114425"/>
          <a:ext cx="3270738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65100" tIns="123825" rIns="16510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6500" kern="1200" dirty="0"/>
            <a:t>Chapter 1 – 2 </a:t>
          </a:r>
          <a:endParaRPr lang="en-SG" sz="6500" kern="1200" dirty="0"/>
        </a:p>
      </dsp:txBody>
      <dsp:txXfrm>
        <a:off x="479563" y="1185146"/>
        <a:ext cx="3129296" cy="2273145"/>
      </dsp:txXfrm>
    </dsp:sp>
  </dsp:spTree>
</dsp:drawing>
</file>

<file path=ppt/diagrams/drawing3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B89E8B97-A429-4174-9442-0A13F90FECF5}">
      <dsp:nvSpPr>
        <dsp:cNvPr id="0" name=""/>
        <dsp:cNvSpPr/>
      </dsp:nvSpPr>
      <dsp:spPr>
        <a:xfrm>
          <a:off x="0" y="0"/>
          <a:ext cx="4612942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3400" kern="1200" dirty="0"/>
            <a:t>Sources of inward growth </a:t>
          </a:r>
          <a:endParaRPr lang="en-SG" sz="3400" kern="1200" dirty="0"/>
        </a:p>
      </dsp:txBody>
      <dsp:txXfrm>
        <a:off x="0" y="0"/>
        <a:ext cx="4612942" cy="1114425"/>
      </dsp:txXfrm>
    </dsp:sp>
    <dsp:sp modelId="{7ACF879B-1BBF-447D-A3BB-CED946BACAFB}">
      <dsp:nvSpPr>
        <dsp:cNvPr id="0" name=""/>
        <dsp:cNvSpPr/>
      </dsp:nvSpPr>
      <dsp:spPr>
        <a:xfrm>
          <a:off x="461294" y="1114425"/>
          <a:ext cx="3690354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65100" tIns="123825" rIns="16510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6500" kern="1200" dirty="0"/>
            <a:t>Chapter 3</a:t>
          </a:r>
          <a:endParaRPr lang="en-SG" sz="6500" kern="1200" dirty="0"/>
        </a:p>
      </dsp:txBody>
      <dsp:txXfrm>
        <a:off x="532015" y="1185146"/>
        <a:ext cx="3548912" cy="2273145"/>
      </dsp:txXfrm>
    </dsp:sp>
  </dsp:spTree>
</dsp:drawing>
</file>

<file path=ppt/diagrams/drawing4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B89E8B97-A429-4174-9442-0A13F90FECF5}">
      <dsp:nvSpPr>
        <dsp:cNvPr id="0" name=""/>
        <dsp:cNvSpPr/>
      </dsp:nvSpPr>
      <dsp:spPr>
        <a:xfrm>
          <a:off x="0" y="0"/>
          <a:ext cx="4612942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3200" kern="1200" dirty="0"/>
            <a:t>Sources of outward growth </a:t>
          </a:r>
          <a:endParaRPr lang="en-SG" sz="3200" kern="1200" dirty="0"/>
        </a:p>
      </dsp:txBody>
      <dsp:txXfrm>
        <a:off x="0" y="0"/>
        <a:ext cx="4612942" cy="1114425"/>
      </dsp:txXfrm>
    </dsp:sp>
    <dsp:sp modelId="{7ACF879B-1BBF-447D-A3BB-CED946BACAFB}">
      <dsp:nvSpPr>
        <dsp:cNvPr id="0" name=""/>
        <dsp:cNvSpPr/>
      </dsp:nvSpPr>
      <dsp:spPr>
        <a:xfrm>
          <a:off x="461294" y="1114425"/>
          <a:ext cx="3690354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65100" tIns="123825" rIns="16510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6500" kern="1200" dirty="0"/>
            <a:t>Chapter 4 – 5 </a:t>
          </a:r>
          <a:endParaRPr lang="en-SG" sz="6500" kern="1200" dirty="0"/>
        </a:p>
      </dsp:txBody>
      <dsp:txXfrm>
        <a:off x="532015" y="1185146"/>
        <a:ext cx="3548912" cy="2273145"/>
      </dsp:txXfrm>
    </dsp:sp>
  </dsp:spTree>
</dsp:drawing>
</file>

<file path=ppt/diagrams/drawing5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95BCC84B-5FD4-49CC-9242-75177F46E15A}">
      <dsp:nvSpPr>
        <dsp:cNvPr id="0" name=""/>
        <dsp:cNvSpPr/>
      </dsp:nvSpPr>
      <dsp:spPr>
        <a:xfrm>
          <a:off x="0" y="0"/>
          <a:ext cx="4271749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ctr" defTabSz="17335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3900" kern="1200" dirty="0"/>
            <a:t>Evidence of Growth </a:t>
          </a:r>
          <a:endParaRPr lang="en-SG" sz="3900" kern="1200" dirty="0"/>
        </a:p>
      </dsp:txBody>
      <dsp:txXfrm>
        <a:off x="0" y="0"/>
        <a:ext cx="4271749" cy="1114425"/>
      </dsp:txXfrm>
    </dsp:sp>
    <dsp:sp modelId="{ECE623D2-02B8-4100-AAD5-BB50148CDBAB}">
      <dsp:nvSpPr>
        <dsp:cNvPr id="0" name=""/>
        <dsp:cNvSpPr/>
      </dsp:nvSpPr>
      <dsp:spPr>
        <a:xfrm>
          <a:off x="427174" y="1114425"/>
          <a:ext cx="3417399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65100" tIns="123825" rIns="16510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6500" kern="1200" dirty="0"/>
            <a:t>Chapter 6 - 9</a:t>
          </a:r>
          <a:endParaRPr lang="en-SG" sz="6500" kern="1200" dirty="0"/>
        </a:p>
      </dsp:txBody>
      <dsp:txXfrm>
        <a:off x="497895" y="1185146"/>
        <a:ext cx="3275957" cy="2273145"/>
      </dsp:txXfrm>
    </dsp:sp>
  </dsp:spTree>
</dsp:drawing>
</file>

<file path=ppt/diagrams/drawing6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255531A6-5C28-405C-9285-DA1B3DA4BBF1}">
      <dsp:nvSpPr>
        <dsp:cNvPr id="0" name=""/>
        <dsp:cNvSpPr/>
      </dsp:nvSpPr>
      <dsp:spPr>
        <a:xfrm>
          <a:off x="0" y="0"/>
          <a:ext cx="4622042" cy="3714750"/>
        </a:xfrm>
        <a:prstGeom prst="roundRect">
          <a:avLst>
            <a:gd name="adj" fmla="val 10000"/>
          </a:avLst>
        </a:prstGeom>
        <a:solidFill>
          <a:schemeClr val="accent1">
            <a:tint val="40%"/>
            <a:hueOff val="0"/>
            <a:satOff val="0%"/>
            <a:lumOff val="0%"/>
            <a:alphaOff val="0%"/>
          </a:schemeClr>
        </a:solidFill>
        <a:ln>
          <a:noFill/>
        </a:ln>
        <a:effectLst/>
      </dsp:spPr>
      <dsp:style>
        <a:lnRef idx="0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4000" kern="1200" dirty="0"/>
            <a:t>Challenges to growth </a:t>
          </a:r>
          <a:endParaRPr lang="en-SG" sz="4000" kern="1200" dirty="0"/>
        </a:p>
      </dsp:txBody>
      <dsp:txXfrm>
        <a:off x="0" y="0"/>
        <a:ext cx="4622042" cy="1114425"/>
      </dsp:txXfrm>
    </dsp:sp>
    <dsp:sp modelId="{CC9102D8-4DDA-4B8F-9AA2-7FA98DF847F1}">
      <dsp:nvSpPr>
        <dsp:cNvPr id="0" name=""/>
        <dsp:cNvSpPr/>
      </dsp:nvSpPr>
      <dsp:spPr>
        <a:xfrm>
          <a:off x="462204" y="1114425"/>
          <a:ext cx="3697633" cy="24145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65100" tIns="123825" rIns="165100" bIns="123825" numCol="1" spcCol="1270" anchor="ctr" anchorCtr="0">
          <a:noAutofit/>
        </a:bodyPr>
        <a:lstStyle/>
        <a:p>
          <a:pPr marL="0" lvl="0" indent="0" algn="ctr" defTabSz="28892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6500" kern="1200" dirty="0"/>
            <a:t>Chapter 10 </a:t>
          </a:r>
          <a:endParaRPr lang="en-SG" sz="6500" kern="1200" dirty="0"/>
        </a:p>
      </dsp:txBody>
      <dsp:txXfrm>
        <a:off x="532925" y="1185146"/>
        <a:ext cx="3556191" cy="2273145"/>
      </dsp:txXfrm>
    </dsp:sp>
  </dsp:spTree>
</dsp:drawing>
</file>

<file path=ppt/diagrams/drawing7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FC4692C5-9C2E-4710-94CA-A2EAC3E0E4FC}">
      <dsp:nvSpPr>
        <dsp:cNvPr id="0" name=""/>
        <dsp:cNvSpPr/>
      </dsp:nvSpPr>
      <dsp:spPr>
        <a:xfrm>
          <a:off x="1252" y="2343861"/>
          <a:ext cx="3145912" cy="12143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69822986-366A-4A7F-9B72-0604E701E74E}">
      <dsp:nvSpPr>
        <dsp:cNvPr id="0" name=""/>
        <dsp:cNvSpPr/>
      </dsp:nvSpPr>
      <dsp:spPr>
        <a:xfrm>
          <a:off x="821380" y="2680301"/>
          <a:ext cx="2656548" cy="1214322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000" kern="1200" dirty="0"/>
            <a:t>Lecture slides + optional videos  </a:t>
          </a:r>
          <a:endParaRPr lang="en-SG" sz="2000" kern="1200" dirty="0"/>
        </a:p>
      </dsp:txBody>
      <dsp:txXfrm>
        <a:off x="856946" y="2715867"/>
        <a:ext cx="2585416" cy="1143190"/>
      </dsp:txXfrm>
    </dsp:sp>
    <dsp:sp modelId="{BE6ED29E-1439-4687-A545-441691C05A03}">
      <dsp:nvSpPr>
        <dsp:cNvPr id="0" name=""/>
        <dsp:cNvSpPr/>
      </dsp:nvSpPr>
      <dsp:spPr>
        <a:xfrm>
          <a:off x="3594583" y="2343861"/>
          <a:ext cx="3145912" cy="12143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48FD7CE7-BAFC-488F-A1F2-734FB1B3CE0D}">
      <dsp:nvSpPr>
        <dsp:cNvPr id="0" name=""/>
        <dsp:cNvSpPr/>
      </dsp:nvSpPr>
      <dsp:spPr>
        <a:xfrm>
          <a:off x="4433493" y="2647441"/>
          <a:ext cx="2656548" cy="1214322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000" kern="1200" dirty="0"/>
            <a:t>Online Practice MCQs / Online quiz 2 to 6 </a:t>
          </a:r>
          <a:endParaRPr lang="en-SG" sz="2000" kern="1200" dirty="0"/>
        </a:p>
      </dsp:txBody>
      <dsp:txXfrm>
        <a:off x="4469059" y="2683007"/>
        <a:ext cx="2585416" cy="1143190"/>
      </dsp:txXfrm>
    </dsp:sp>
    <dsp:sp modelId="{B4313F10-69E2-4C7D-AD32-68F2ED43F934}">
      <dsp:nvSpPr>
        <dsp:cNvPr id="0" name=""/>
        <dsp:cNvSpPr/>
      </dsp:nvSpPr>
      <dsp:spPr>
        <a:xfrm>
          <a:off x="7187914" y="2343861"/>
          <a:ext cx="3145912" cy="1214322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095E0F7D-FEF6-4852-8274-9F6E81B31713}">
      <dsp:nvSpPr>
        <dsp:cNvPr id="0" name=""/>
        <dsp:cNvSpPr/>
      </dsp:nvSpPr>
      <dsp:spPr>
        <a:xfrm>
          <a:off x="8026824" y="2647441"/>
          <a:ext cx="2656548" cy="1214322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000" kern="1200" dirty="0"/>
            <a:t>Exam Practice MCQs Set A and B </a:t>
          </a:r>
          <a:endParaRPr lang="en-SG" sz="2000" kern="1200" dirty="0"/>
        </a:p>
      </dsp:txBody>
      <dsp:txXfrm>
        <a:off x="8062390" y="2683007"/>
        <a:ext cx="2585416" cy="1143190"/>
      </dsp:txXfrm>
    </dsp:sp>
  </dsp:spTree>
</dsp:drawing>
</file>

<file path=ppt/diagrams/drawing8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FC4692C5-9C2E-4710-94CA-A2EAC3E0E4FC}">
      <dsp:nvSpPr>
        <dsp:cNvPr id="0" name=""/>
        <dsp:cNvSpPr/>
      </dsp:nvSpPr>
      <dsp:spPr>
        <a:xfrm>
          <a:off x="3833" y="957840"/>
          <a:ext cx="4979813" cy="1922208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69822986-366A-4A7F-9B72-0604E701E74E}">
      <dsp:nvSpPr>
        <dsp:cNvPr id="0" name=""/>
        <dsp:cNvSpPr/>
      </dsp:nvSpPr>
      <dsp:spPr>
        <a:xfrm>
          <a:off x="1302052" y="1490407"/>
          <a:ext cx="4205175" cy="1922208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400" kern="1200" dirty="0"/>
            <a:t>Case A on trade policy(s) of hypothetical economy   </a:t>
          </a:r>
        </a:p>
        <a:p>
          <a:pPr marL="0" lvl="0" indent="0" algn="ctr" defTabSz="10668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400" kern="1200" dirty="0"/>
            <a:t>[45 minutes or less)  </a:t>
          </a:r>
        </a:p>
      </dsp:txBody>
      <dsp:txXfrm>
        <a:off x="1358352" y="1546707"/>
        <a:ext cx="4092575" cy="1809608"/>
      </dsp:txXfrm>
    </dsp:sp>
    <dsp:sp modelId="{BE6ED29E-1439-4687-A545-441691C05A03}">
      <dsp:nvSpPr>
        <dsp:cNvPr id="0" name=""/>
        <dsp:cNvSpPr/>
      </dsp:nvSpPr>
      <dsp:spPr>
        <a:xfrm>
          <a:off x="5691886" y="803795"/>
          <a:ext cx="4979813" cy="1922208"/>
        </a:xfrm>
        <a:prstGeom prst="chevron">
          <a:avLst>
            <a:gd name="adj" fmla="val 40000"/>
          </a:avLst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l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</dsp:sp>
    <dsp:sp modelId="{48FD7CE7-BAFC-488F-A1F2-734FB1B3CE0D}">
      <dsp:nvSpPr>
        <dsp:cNvPr id="0" name=""/>
        <dsp:cNvSpPr/>
      </dsp:nvSpPr>
      <dsp:spPr>
        <a:xfrm>
          <a:off x="6871331" y="976255"/>
          <a:ext cx="4502187" cy="2538391"/>
        </a:xfrm>
        <a:prstGeom prst="roundRect">
          <a:avLst>
            <a:gd name="adj" fmla="val 10000"/>
          </a:avLst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US" sz="2400" kern="1200" dirty="0"/>
            <a:t>Case B – Selected Asia Economies with data charts provided (60 minutes or less] </a:t>
          </a:r>
        </a:p>
      </dsp:txBody>
      <dsp:txXfrm>
        <a:off x="6945678" y="1050602"/>
        <a:ext cx="4353493" cy="2389697"/>
      </dsp:txXfrm>
    </dsp:sp>
  </dsp:spTree>
</dsp:drawing>
</file>

<file path=ppt/diagrams/drawing9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B8F55599-D68E-432B-878D-26F08DDA2F1F}">
      <dsp:nvSpPr>
        <dsp:cNvPr id="0" name=""/>
        <dsp:cNvSpPr/>
      </dsp:nvSpPr>
      <dsp:spPr>
        <a:xfrm rot="5400000">
          <a:off x="-208510" y="213157"/>
          <a:ext cx="1390069" cy="973048"/>
        </a:xfrm>
        <a:prstGeom prst="chevron">
          <a:avLst/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GB" sz="2300" kern="1200" dirty="0"/>
            <a:t>Format</a:t>
          </a:r>
          <a:endParaRPr lang="en-SG" sz="2300" kern="1200" dirty="0"/>
        </a:p>
      </dsp:txBody>
      <dsp:txXfrm rot="-5400000">
        <a:off x="1" y="491170"/>
        <a:ext cx="973048" cy="417021"/>
      </dsp:txXfrm>
    </dsp:sp>
    <dsp:sp modelId="{2B6DBD40-5724-4B4E-AA0C-16C509C0925A}">
      <dsp:nvSpPr>
        <dsp:cNvPr id="0" name=""/>
        <dsp:cNvSpPr/>
      </dsp:nvSpPr>
      <dsp:spPr>
        <a:xfrm rot="5400000">
          <a:off x="5856431" y="-4878736"/>
          <a:ext cx="903545" cy="10670311"/>
        </a:xfrm>
        <a:prstGeom prst="round2Same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42240" tIns="12700" rIns="12700" bIns="12700" numCol="1" spcCol="1270" anchor="ctr" anchorCtr="0">
          <a:noAutofit/>
        </a:bodyPr>
        <a:lstStyle/>
        <a:p>
          <a:pPr marL="228600" lvl="1" indent="-228600" algn="l" defTabSz="8890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US" sz="2000" b="1" kern="1200" dirty="0"/>
            <a:t>Case A on trade policy of hypothetical economy   </a:t>
          </a:r>
        </a:p>
        <a:p>
          <a:pPr marL="228600" lvl="1" indent="-228600" algn="l" defTabSz="8890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US" sz="1500" kern="1200" dirty="0"/>
            <a:t>[45 minutes or less)  </a:t>
          </a:r>
          <a:endParaRPr lang="en-SG" sz="1500" kern="1200" dirty="0"/>
        </a:p>
        <a:p>
          <a:pPr marL="114300" lvl="1" indent="-114300" algn="l" defTabSz="6667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500" kern="1200" dirty="0"/>
            <a:t>State the question number clearly</a:t>
          </a:r>
          <a:endParaRPr lang="en-SG" sz="1500" kern="1200" dirty="0"/>
        </a:p>
        <a:p>
          <a:pPr marL="114300" lvl="1" indent="-114300" algn="l" defTabSz="6667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500" kern="1200" dirty="0"/>
            <a:t>Show all workings clearly and underline your answer</a:t>
          </a:r>
          <a:endParaRPr lang="en-SG" sz="1500" kern="1200" dirty="0"/>
        </a:p>
        <a:p>
          <a:pPr marL="114300" lvl="1" indent="-114300" algn="l" defTabSz="6667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500" kern="1200" dirty="0"/>
            <a:t>Aim to score : 20/30 </a:t>
          </a:r>
          <a:endParaRPr lang="en-SG" sz="1500" kern="1200" dirty="0"/>
        </a:p>
      </dsp:txBody>
      <dsp:txXfrm rot="-5400000">
        <a:off x="973049" y="48753"/>
        <a:ext cx="10626204" cy="815331"/>
      </dsp:txXfrm>
    </dsp:sp>
    <dsp:sp modelId="{D6D331AE-C90F-45F4-A531-F1946D198C0B}">
      <dsp:nvSpPr>
        <dsp:cNvPr id="0" name=""/>
        <dsp:cNvSpPr/>
      </dsp:nvSpPr>
      <dsp:spPr>
        <a:xfrm rot="5400000">
          <a:off x="-208510" y="1458201"/>
          <a:ext cx="1390069" cy="973048"/>
        </a:xfrm>
        <a:prstGeom prst="chevron">
          <a:avLst/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GB" sz="2300" kern="1200" dirty="0"/>
            <a:t>Focus </a:t>
          </a:r>
          <a:endParaRPr lang="en-SG" sz="2300" kern="1200" dirty="0"/>
        </a:p>
      </dsp:txBody>
      <dsp:txXfrm rot="-5400000">
        <a:off x="1" y="1736214"/>
        <a:ext cx="973048" cy="417021"/>
      </dsp:txXfrm>
    </dsp:sp>
    <dsp:sp modelId="{FD899C51-3351-4022-85F7-83F827010ED6}">
      <dsp:nvSpPr>
        <dsp:cNvPr id="0" name=""/>
        <dsp:cNvSpPr/>
      </dsp:nvSpPr>
      <dsp:spPr>
        <a:xfrm rot="5400000">
          <a:off x="5856431" y="-3633692"/>
          <a:ext cx="903545" cy="10670311"/>
        </a:xfrm>
        <a:prstGeom prst="round2Same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300" kern="1200" dirty="0"/>
            <a:t>Compute demand = supply to get no trade position </a:t>
          </a:r>
          <a:endParaRPr lang="en-SG" sz="1300" kern="1200" dirty="0"/>
        </a:p>
        <a:p>
          <a:pPr marL="114300" lvl="1" indent="-114300" algn="l" defTabSz="5778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300" kern="1200" dirty="0"/>
            <a:t>Compute import where demand &gt; supply or export where supply &gt; demand with the </a:t>
          </a:r>
          <a:r>
            <a:rPr lang="en-GB" sz="1300" b="1" u="sng" kern="1200" dirty="0">
              <a:highlight>
                <a:srgbClr val="FFFF00"/>
              </a:highlight>
            </a:rPr>
            <a:t>given free trade price (use a marker and highlight on the diagram so you stay focussed  </a:t>
          </a:r>
          <a:endParaRPr lang="en-SG" sz="1300" b="1" u="sng" kern="1200" dirty="0">
            <a:highlight>
              <a:srgbClr val="FFFF00"/>
            </a:highlight>
          </a:endParaRPr>
        </a:p>
        <a:p>
          <a:pPr marL="114300" lvl="1" indent="-114300" algn="l" defTabSz="5778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300" kern="1200" dirty="0"/>
            <a:t>Compute the new price when there is a tariff and/or quota or export subsidy </a:t>
          </a:r>
          <a:endParaRPr lang="en-SG" sz="1300" kern="1200" dirty="0"/>
        </a:p>
      </dsp:txBody>
      <dsp:txXfrm rot="-5400000">
        <a:off x="973049" y="1293797"/>
        <a:ext cx="10626204" cy="815331"/>
      </dsp:txXfrm>
    </dsp:sp>
    <dsp:sp modelId="{6C8AAC51-2D2A-4FCF-A89C-AEADA618A181}">
      <dsp:nvSpPr>
        <dsp:cNvPr id="0" name=""/>
        <dsp:cNvSpPr/>
      </dsp:nvSpPr>
      <dsp:spPr>
        <a:xfrm rot="5400000">
          <a:off x="-208510" y="2703245"/>
          <a:ext cx="1390069" cy="973048"/>
        </a:xfrm>
        <a:prstGeom prst="chevron">
          <a:avLst/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GB" sz="2300" kern="1200" dirty="0"/>
            <a:t>Analysis </a:t>
          </a:r>
          <a:endParaRPr lang="en-SG" sz="2300" kern="1200" dirty="0"/>
        </a:p>
      </dsp:txBody>
      <dsp:txXfrm rot="-5400000">
        <a:off x="1" y="2981258"/>
        <a:ext cx="973048" cy="417021"/>
      </dsp:txXfrm>
    </dsp:sp>
    <dsp:sp modelId="{2A9CB596-3934-4871-A31E-84151A07105D}">
      <dsp:nvSpPr>
        <dsp:cNvPr id="0" name=""/>
        <dsp:cNvSpPr/>
      </dsp:nvSpPr>
      <dsp:spPr>
        <a:xfrm rot="5400000">
          <a:off x="5839145" y="-2349362"/>
          <a:ext cx="903545" cy="10670311"/>
        </a:xfrm>
        <a:prstGeom prst="round2Same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300" kern="1200" dirty="0"/>
            <a:t>Discuss the effectiveness of the policies by comparing quantity , revenue /earnings : make sure you clearly state increase or decrease ; </a:t>
          </a:r>
          <a:endParaRPr lang="en-SG" sz="1300" kern="1200" dirty="0"/>
        </a:p>
        <a:p>
          <a:pPr marL="114300" lvl="1" indent="-114300" algn="l" defTabSz="5778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300" kern="1200" dirty="0"/>
            <a:t>Select preferred policy : explain in words; give consideration to consumers [ choices, quality] , the firms [ earnings, efficiency]  and the economy [ GDP, productivity] </a:t>
          </a:r>
          <a:endParaRPr lang="en-SG" sz="1300" kern="1200" dirty="0"/>
        </a:p>
        <a:p>
          <a:pPr marL="114300" lvl="1" indent="-114300" algn="l" defTabSz="5778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endParaRPr lang="en-SG" sz="1300" kern="1200" dirty="0"/>
        </a:p>
      </dsp:txBody>
      <dsp:txXfrm rot="-5400000">
        <a:off x="955763" y="2578127"/>
        <a:ext cx="10626204" cy="815331"/>
      </dsp:txXfrm>
    </dsp:sp>
    <dsp:sp modelId="{86525880-4227-46F9-8C83-806FB63A20B5}">
      <dsp:nvSpPr>
        <dsp:cNvPr id="0" name=""/>
        <dsp:cNvSpPr/>
      </dsp:nvSpPr>
      <dsp:spPr>
        <a:xfrm rot="5400000">
          <a:off x="-208510" y="3948289"/>
          <a:ext cx="1390069" cy="973048"/>
        </a:xfrm>
        <a:prstGeom prst="chevron">
          <a:avLst/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GB" sz="2300" kern="1200" dirty="0"/>
            <a:t>Check </a:t>
          </a:r>
          <a:endParaRPr lang="en-SG" sz="2300" kern="1200" dirty="0"/>
        </a:p>
      </dsp:txBody>
      <dsp:txXfrm rot="-5400000">
        <a:off x="1" y="4226302"/>
        <a:ext cx="973048" cy="417021"/>
      </dsp:txXfrm>
    </dsp:sp>
    <dsp:sp modelId="{0CE99FF0-CDC7-4D26-9F33-B3F6075FC0BE}">
      <dsp:nvSpPr>
        <dsp:cNvPr id="0" name=""/>
        <dsp:cNvSpPr/>
      </dsp:nvSpPr>
      <dsp:spPr>
        <a:xfrm rot="5400000">
          <a:off x="5856431" y="-1133557"/>
          <a:ext cx="903545" cy="10670311"/>
        </a:xfrm>
        <a:prstGeom prst="round2Same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92456" tIns="8255" rIns="8255" bIns="8255" numCol="1" spcCol="1270" anchor="ctr" anchorCtr="0">
          <a:noAutofit/>
        </a:bodyPr>
        <a:lstStyle/>
        <a:p>
          <a:pPr marL="114300" lvl="1" indent="-114300" algn="l" defTabSz="57785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300" kern="1200" dirty="0"/>
            <a:t>Allocate at least 2-3 minutes to check all your computations and you have answered every single question </a:t>
          </a:r>
          <a:endParaRPr lang="en-SG" sz="1300" kern="1200" dirty="0"/>
        </a:p>
      </dsp:txBody>
      <dsp:txXfrm rot="-5400000">
        <a:off x="973049" y="3793932"/>
        <a:ext cx="10626204" cy="815331"/>
      </dsp:txXfrm>
    </dsp:sp>
  </dsp:spTree>
</dsp:drawing>
</file>

<file path=ppt/diagrams/drawing10.xml><?xml version="1.0" encoding="utf-8"?>
<dsp:drawing xmlns:dgm="http://purl.oclc.org/ooxml/drawingml/diagram" xmlns:dsp="http://schemas.microsoft.com/office/drawing/2008/diagram" xmlns:a="http://purl.oclc.org/ooxml/drawingml/main">
  <dsp:spTree>
    <dsp:nvGrpSpPr>
      <dsp:cNvPr id="0" name=""/>
      <dsp:cNvGrpSpPr/>
    </dsp:nvGrpSpPr>
    <dsp:grpSpPr/>
    <dsp:sp modelId="{89D5762F-1659-4690-9EB5-DE3781FF7961}">
      <dsp:nvSpPr>
        <dsp:cNvPr id="0" name=""/>
        <dsp:cNvSpPr/>
      </dsp:nvSpPr>
      <dsp:spPr>
        <a:xfrm rot="5400000">
          <a:off x="-275807" y="307041"/>
          <a:ext cx="1931843" cy="1352290"/>
        </a:xfrm>
        <a:prstGeom prst="chevron">
          <a:avLst/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GB" sz="3500" kern="1200" dirty="0"/>
            <a:t>Format </a:t>
          </a:r>
          <a:endParaRPr lang="en-SG" sz="3500" kern="1200" dirty="0"/>
        </a:p>
      </dsp:txBody>
      <dsp:txXfrm rot="-5400000">
        <a:off x="13970" y="693409"/>
        <a:ext cx="1352290" cy="579553"/>
      </dsp:txXfrm>
    </dsp:sp>
    <dsp:sp modelId="{C2F611B7-F0E5-4641-B070-CAD26F5047A5}">
      <dsp:nvSpPr>
        <dsp:cNvPr id="0" name=""/>
        <dsp:cNvSpPr/>
      </dsp:nvSpPr>
      <dsp:spPr>
        <a:xfrm rot="5400000">
          <a:off x="5551321" y="-4192893"/>
          <a:ext cx="1255698" cy="9653759"/>
        </a:xfrm>
        <a:prstGeom prst="round2Same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None/>
          </a:pPr>
          <a:r>
            <a:rPr lang="en-US" sz="1600" kern="1200" dirty="0"/>
            <a:t>Case B – Selected Asia Economies with data charts provided [maximum 75 minutes]</a:t>
          </a:r>
          <a:endParaRPr lang="en-SG" sz="1600" kern="1200" dirty="0"/>
        </a:p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Font typeface="Arial" panose="020B0604020202020204" pitchFamily="34" charset="0"/>
            <a:buChar char="•"/>
          </a:pPr>
          <a:r>
            <a:rPr lang="en-US" sz="1600" b="1" i="1" u="sng" kern="1200" dirty="0"/>
            <a:t>Must spend 5 minutes </a:t>
          </a:r>
          <a:r>
            <a:rPr lang="en-US" sz="1600" kern="1200" dirty="0"/>
            <a:t>to study </a:t>
          </a:r>
          <a:r>
            <a:rPr lang="en-US" sz="1600" b="1" i="1" kern="1200" dirty="0"/>
            <a:t>all the charts </a:t>
          </a:r>
          <a:r>
            <a:rPr lang="en-US" sz="1600" kern="1200" dirty="0"/>
            <a:t>, pay attention to the axis, trend line (if given)</a:t>
          </a:r>
          <a:endParaRPr lang="en-SG" sz="1600" kern="1200" dirty="0"/>
        </a:p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Font typeface="Arial" panose="020B0604020202020204" pitchFamily="34" charset="0"/>
            <a:buChar char="•"/>
          </a:pPr>
          <a:r>
            <a:rPr lang="en-GB" sz="1600" kern="1200" dirty="0"/>
            <a:t>Once allocated time is up, complete MCQS then come back to complete </a:t>
          </a:r>
          <a:endParaRPr lang="en-SG" sz="1600" kern="1200" dirty="0"/>
        </a:p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Font typeface="Arial" panose="020B0604020202020204" pitchFamily="34" charset="0"/>
            <a:buChar char="•"/>
          </a:pPr>
          <a:r>
            <a:rPr lang="en-GB" sz="1600" kern="1200" dirty="0"/>
            <a:t>Note the marks are usually in ascending order with the question order </a:t>
          </a:r>
          <a:endParaRPr lang="en-SG" sz="1600" kern="1200" dirty="0"/>
        </a:p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Font typeface="Arial" panose="020B0604020202020204" pitchFamily="34" charset="0"/>
            <a:buChar char="•"/>
          </a:pPr>
          <a:r>
            <a:rPr lang="en-GB" sz="1600" kern="1200" dirty="0"/>
            <a:t>Aim to score 20/30 </a:t>
          </a:r>
          <a:endParaRPr lang="en-SG" sz="1600" kern="1200" dirty="0"/>
        </a:p>
      </dsp:txBody>
      <dsp:txXfrm rot="-5400000">
        <a:off x="1352291" y="67435"/>
        <a:ext cx="9592461" cy="1133102"/>
      </dsp:txXfrm>
    </dsp:sp>
    <dsp:sp modelId="{A2AD5C33-4784-4DA8-BB55-4A220BBA38D8}">
      <dsp:nvSpPr>
        <dsp:cNvPr id="0" name=""/>
        <dsp:cNvSpPr/>
      </dsp:nvSpPr>
      <dsp:spPr>
        <a:xfrm rot="5400000">
          <a:off x="-289776" y="2540353"/>
          <a:ext cx="1931843" cy="1352290"/>
        </a:xfrm>
        <a:prstGeom prst="chevron">
          <a:avLst/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GB" sz="3500" kern="1200" dirty="0"/>
            <a:t>Focus </a:t>
          </a:r>
          <a:endParaRPr lang="en-SG" sz="3500" kern="1200" dirty="0"/>
        </a:p>
      </dsp:txBody>
      <dsp:txXfrm rot="-5400000">
        <a:off x="1" y="2926721"/>
        <a:ext cx="1352290" cy="579553"/>
      </dsp:txXfrm>
    </dsp:sp>
    <dsp:sp modelId="{EAAA6F02-A2E9-486A-9A50-7171513CE23A}">
      <dsp:nvSpPr>
        <dsp:cNvPr id="0" name=""/>
        <dsp:cNvSpPr/>
      </dsp:nvSpPr>
      <dsp:spPr>
        <a:xfrm rot="5400000">
          <a:off x="5064694" y="-1948453"/>
          <a:ext cx="2228952" cy="9653759"/>
        </a:xfrm>
        <a:prstGeom prst="round2Same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600" kern="1200" dirty="0"/>
            <a:t>Gathering evidence(s) where applicable , to discuss evidence and effects of  industrialisation, trade liberalisation , challenges of growth </a:t>
          </a:r>
          <a:endParaRPr lang="en-SG" sz="1600" kern="1200" dirty="0"/>
        </a:p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600" kern="1200" dirty="0"/>
            <a:t>Note that you WILL DEFINITELY utilize </a:t>
          </a:r>
          <a:r>
            <a:rPr lang="en-GB" sz="1600" kern="1200" dirty="0">
              <a:highlight>
                <a:srgbClr val="FFFF00"/>
              </a:highlight>
            </a:rPr>
            <a:t>all the charts </a:t>
          </a:r>
          <a:r>
            <a:rPr lang="en-GB" sz="1600" kern="1200" dirty="0"/>
            <a:t>but you do not keep repeating the same chart in all the questions . Some questions require the evidence from more than 1 chart </a:t>
          </a:r>
          <a:endParaRPr lang="en-SG" sz="1600" kern="1200" dirty="0"/>
        </a:p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600" kern="1200" dirty="0"/>
            <a:t>There is no calculation involved and you need note quote any specific value from the charts </a:t>
          </a:r>
          <a:endParaRPr lang="en-SG" sz="1600" kern="1200" dirty="0"/>
        </a:p>
        <a:p>
          <a:pPr marL="171450" lvl="1" indent="-171450" algn="l" defTabSz="711200">
            <a:lnSpc>
              <a:spcPct val="90%"/>
            </a:lnSpc>
            <a:spcBef>
              <a:spcPct val="0%"/>
            </a:spcBef>
            <a:spcAft>
              <a:spcPct val="15%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Key notable periods : 2008-09 global financial crisis; 2020- 2022 : Covid 19 Pandemic </a:t>
          </a:r>
          <a:endParaRPr lang="en-SG" sz="1600" kern="1200" dirty="0"/>
        </a:p>
      </dsp:txBody>
      <dsp:txXfrm rot="-5400000">
        <a:off x="1352291" y="1872758"/>
        <a:ext cx="9544951" cy="2011336"/>
      </dsp:txXfrm>
    </dsp:sp>
    <dsp:sp modelId="{D736C68A-04F4-4E85-AAF3-EDEDBC565584}">
      <dsp:nvSpPr>
        <dsp:cNvPr id="0" name=""/>
        <dsp:cNvSpPr/>
      </dsp:nvSpPr>
      <dsp:spPr>
        <a:xfrm rot="5400000">
          <a:off x="-289776" y="4298166"/>
          <a:ext cx="1931843" cy="1352290"/>
        </a:xfrm>
        <a:prstGeom prst="chevron">
          <a:avLst/>
        </a:prstGeom>
        <a:solidFill>
          <a:schemeClr val="accent1"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>
          <a:schemeClr val="lt1"/>
        </a:fontRef>
      </dsp:style>
      <dsp:txBody>
        <a:bodyPr spcFirstLastPara="0" vert="horz" wrap="square" lIns="22225" tIns="22225" rIns="22225" bIns="22225" numCol="1" spcCol="1270" anchor="ctr" anchorCtr="0">
          <a:noAutofit/>
        </a:bodyPr>
        <a:lstStyle/>
        <a:p>
          <a:pPr marL="0" lvl="0" indent="0" algn="ctr" defTabSz="1555750">
            <a:lnSpc>
              <a:spcPct val="90%"/>
            </a:lnSpc>
            <a:spcBef>
              <a:spcPct val="0%"/>
            </a:spcBef>
            <a:spcAft>
              <a:spcPct val="35%"/>
            </a:spcAft>
            <a:buNone/>
          </a:pPr>
          <a:r>
            <a:rPr lang="en-GB" sz="3500" kern="1200" dirty="0"/>
            <a:t>Check </a:t>
          </a:r>
          <a:endParaRPr lang="en-SG" sz="3500" kern="1200" dirty="0"/>
        </a:p>
      </dsp:txBody>
      <dsp:txXfrm rot="-5400000">
        <a:off x="1" y="4684534"/>
        <a:ext cx="1352290" cy="579553"/>
      </dsp:txXfrm>
    </dsp:sp>
    <dsp:sp modelId="{7939E620-8772-4F12-B25E-D060EB6FAA03}">
      <dsp:nvSpPr>
        <dsp:cNvPr id="0" name=""/>
        <dsp:cNvSpPr/>
      </dsp:nvSpPr>
      <dsp:spPr>
        <a:xfrm rot="5400000">
          <a:off x="5551321" y="-190640"/>
          <a:ext cx="1255698" cy="9653759"/>
        </a:xfrm>
        <a:prstGeom prst="round2SameRect">
          <a:avLst/>
        </a:prstGeom>
        <a:solidFill>
          <a:schemeClr val="lt1">
            <a:alpha val="90%"/>
            <a:hueOff val="0"/>
            <a:satOff val="0%"/>
            <a:lumOff val="0%"/>
            <a:alphaOff val="0%"/>
          </a:schemeClr>
        </a:solidFill>
        <a:ln w="15875" cap="rnd" cmpd="sng" algn="ctr">
          <a:solidFill>
            <a:schemeClr val="accent1">
              <a:hueOff val="0"/>
              <a:satOff val="0%"/>
              <a:lumOff val="0%"/>
              <a:alphaOff val="0%"/>
            </a:schemeClr>
          </a:solidFill>
          <a:prstDash val="solid"/>
        </a:ln>
        <a:effectLst/>
      </dsp:spPr>
      <dsp:style>
        <a:lnRef idx="2">
          <a:scrgbClr r="0%" g="0%" b="0%"/>
        </a:lnRef>
        <a:fillRef idx="1">
          <a:scrgbClr r="0%" g="0%" b="0%"/>
        </a:fillRef>
        <a:effectRef idx="0">
          <a:scrgbClr r="0%" g="0%" b="0%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%"/>
            </a:lnSpc>
            <a:spcBef>
              <a:spcPct val="0%"/>
            </a:spcBef>
            <a:spcAft>
              <a:spcPct val="15%"/>
            </a:spcAft>
            <a:buChar char="•"/>
          </a:pPr>
          <a:r>
            <a:rPr lang="en-GB" sz="1800" kern="1200" dirty="0"/>
            <a:t>Allocate at least 2-3 minutes to check all your computations and you have answered every single question ; you may easily lose 6-8 marks if you did not answer any of the questions </a:t>
          </a:r>
          <a:endParaRPr lang="en-SG" sz="1800" kern="1200" dirty="0"/>
        </a:p>
      </dsp:txBody>
      <dsp:txXfrm rot="-5400000">
        <a:off x="1352291" y="4069688"/>
        <a:ext cx="9592461" cy="1133102"/>
      </dsp:txXfrm>
    </dsp:sp>
  </dsp:spTree>
</dsp:drawing>
</file>

<file path=ppt/diagrams/layout1.xml><?xml version="1.0" encoding="utf-8"?>
<dgm:layoutDef xmlns:dgm="http://purl.oclc.org/ooxml/drawingml/diagram" xmlns:a="http://purl.oclc.org/ooxml/drawingml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purl.oclc.org/ooxml/officeDocument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purl.oclc.org/ooxml/officeDocument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purl.oclc.org/ooxml/officeDocument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purl.oclc.org/ooxml/officeDocument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purl.oclc.org/ooxml/officeDocument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purl.oclc.org/ooxml/officeDocument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purl.oclc.org/ooxml/officeDocument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purl.oclc.org/ooxml/officeDocument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purl.oclc.org/ooxml/drawingml/diagram" xmlns:a="http://purl.oclc.org/ooxml/drawingml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purl.oclc.org/ooxml/officeDocument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purl.oclc.org/ooxml/officeDocument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purl.oclc.org/ooxml/officeDocument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purl.oclc.org/ooxml/officeDocument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purl.oclc.org/ooxml/officeDocument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purl.oclc.org/ooxml/officeDocument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purl.oclc.org/ooxml/officeDocument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purl.oclc.org/ooxml/officeDocument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3.xml><?xml version="1.0" encoding="utf-8"?>
<dgm:layoutDef xmlns:dgm="http://purl.oclc.org/ooxml/drawingml/diagram" xmlns:a="http://purl.oclc.org/ooxml/drawingml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purl.oclc.org/ooxml/officeDocument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purl.oclc.org/ooxml/officeDocument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purl.oclc.org/ooxml/officeDocument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purl.oclc.org/ooxml/officeDocument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purl.oclc.org/ooxml/officeDocument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purl.oclc.org/ooxml/officeDocument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purl.oclc.org/ooxml/officeDocument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purl.oclc.org/ooxml/officeDocument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purl.oclc.org/ooxml/drawingml/diagram" xmlns:a="http://purl.oclc.org/ooxml/drawingml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purl.oclc.org/ooxml/officeDocument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purl.oclc.org/ooxml/officeDocument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purl.oclc.org/ooxml/officeDocument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purl.oclc.org/ooxml/officeDocument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purl.oclc.org/ooxml/officeDocument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purl.oclc.org/ooxml/officeDocument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purl.oclc.org/ooxml/officeDocument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purl.oclc.org/ooxml/officeDocument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purl.oclc.org/ooxml/drawingml/diagram" xmlns:a="http://purl.oclc.org/ooxml/drawingml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purl.oclc.org/ooxml/officeDocument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purl.oclc.org/ooxml/officeDocument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purl.oclc.org/ooxml/officeDocument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purl.oclc.org/ooxml/officeDocument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purl.oclc.org/ooxml/officeDocument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purl.oclc.org/ooxml/officeDocument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purl.oclc.org/ooxml/officeDocument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purl.oclc.org/ooxml/officeDocument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6.xml><?xml version="1.0" encoding="utf-8"?>
<dgm:layoutDef xmlns:dgm="http://purl.oclc.org/ooxml/drawingml/diagram" xmlns:a="http://purl.oclc.org/ooxml/drawingml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purl.oclc.org/ooxml/officeDocument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purl.oclc.org/ooxml/officeDocument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purl.oclc.org/ooxml/officeDocument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purl.oclc.org/ooxml/officeDocument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purl.oclc.org/ooxml/officeDocument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purl.oclc.org/ooxml/officeDocument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purl.oclc.org/ooxml/officeDocument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purl.oclc.org/ooxml/officeDocument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7.xml><?xml version="1.0" encoding="utf-8"?>
<dgm:layoutDef xmlns:dgm="http://purl.oclc.org/ooxml/drawingml/diagram" xmlns:a="http://purl.oclc.org/ooxml/drawingml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purl.oclc.org/ooxml/officeDocument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purl.oclc.org/ooxml/officeDocument/relationships" type="chevron" r:blip="">
                <dgm:adjLst>
                  <dgm:adj idx="1" val="0.4"/>
                </dgm:adjLst>
              </dgm:shape>
            </dgm:if>
            <dgm:else name="Name10">
              <dgm:shape xmlns:r="http://purl.oclc.org/ooxml/officeDocument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purl.oclc.org/ooxml/officeDocument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purl.oclc.org/ooxml/officeDocument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purl.oclc.org/ooxml/drawingml/diagram" xmlns:a="http://purl.oclc.org/ooxml/drawingml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purl.oclc.org/ooxml/officeDocument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purl.oclc.org/ooxml/officeDocument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purl.oclc.org/ooxml/officeDocument/relationships" type="chevron" r:blip="">
                <dgm:adjLst>
                  <dgm:adj idx="1" val="0.4"/>
                </dgm:adjLst>
              </dgm:shape>
            </dgm:if>
            <dgm:else name="Name10">
              <dgm:shape xmlns:r="http://purl.oclc.org/ooxml/officeDocument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purl.oclc.org/ooxml/officeDocument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purl.oclc.org/ooxml/officeDocument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purl.oclc.org/ooxml/drawingml/diagram" xmlns:a="http://purl.oclc.org/ooxml/drawingml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purl.oclc.org/ooxml/officeDocument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purl.oclc.org/ooxml/officeDocument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purl.oclc.org/ooxml/officeDocument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purl.oclc.org/ooxml/officeDocument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purl.oclc.org/ooxml/officeDocument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purl.oclc.org/ooxml/officeDocument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0.xml><?xml version="1.0" encoding="utf-8"?>
<dgm:layoutDef xmlns:dgm="http://purl.oclc.org/ooxml/drawingml/diagram" xmlns:a="http://purl.oclc.org/ooxml/drawingml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purl.oclc.org/ooxml/officeDocument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purl.oclc.org/ooxml/officeDocument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purl.oclc.org/ooxml/officeDocument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purl.oclc.org/ooxml/officeDocument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purl.oclc.org/ooxml/officeDocument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purl.oclc.org/ooxml/officeDocument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2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3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4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5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6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7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8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9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diagrams/quickStyle10.xml><?xml version="1.0" encoding="utf-8"?>
<dgm:styleDef xmlns:dgm="http://purl.oclc.org/ooxml/drawingml/diagram" xmlns:a="http://purl.oclc.org/ooxml/drawingml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%" g="0%" b="0%"/>
      </a:lnRef>
      <a:fillRef idx="1">
        <a:scrgbClr r="0%" g="0%" b="0%"/>
      </a:fillRef>
      <a:effectRef idx="0">
        <a:scrgbClr r="0%" g="0%" b="0%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%" g="0%" b="0%"/>
      </a:lnRef>
      <a:fillRef idx="0">
        <a:scrgbClr r="0%" g="0%" b="0%"/>
      </a:fillRef>
      <a:effectRef idx="0">
        <a:scrgbClr r="0%" g="0%" b="0%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8/15/26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purl.oclc.org/ooxml/officeDocument/relationships/image" Target="../media/image2.png"/><Relationship Id="rId1" Type="http://purl.oclc.org/ooxml/officeDocument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purl.oclc.org/ooxml/officeDocument/relationships/image" Target="../media/image3.png"/><Relationship Id="rId1" Type="http://purl.oclc.org/ooxml/officeDocument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purl.oclc.org/ooxml/officeDocument/relationships/image" Target="../media/image4.png"/><Relationship Id="rId1" Type="http://purl.oclc.org/ooxml/officeDocument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purl.oclc.org/ooxml/officeDocument/relationships/image" Target="../media/image5.png"/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%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%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%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%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%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purl.oclc.org/ooxml/drawingml/main" xmlns:r="http://purl.oclc.org/ooxml/officeDocument/relationships" xmlns:p="http://purl.oclc.org/ooxml/presentationml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%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%"/>
                      <a:lumOff val="35%"/>
                      <a:alpha val="40%"/>
                    </a:schemeClr>
                  </a:glow>
                  <a:outerShdw blurRad="28575" dist="38100" dir="14040000" algn="tl" rotWithShape="0">
                    <a:srgbClr val="000000">
                      <a:alpha val="25%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%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%"/>
                      <a:lumOff val="35%"/>
                      <a:alpha val="40%"/>
                    </a:schemeClr>
                  </a:glow>
                  <a:outerShdw blurRad="28575" dist="38100" dir="14040000" algn="tl" rotWithShape="0">
                    <a:srgbClr val="000000">
                      <a:alpha val="25%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purl.oclc.org/ooxml/drawingml/main" xmlns:r="http://purl.oclc.org/ooxml/officeDocument/relationships" xmlns:p="http://purl.oclc.org/ooxml/presentationml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purl.oclc.org/ooxml/drawingml/main" xmlns:r="http://purl.oclc.org/ooxml/officeDocument/relationships" xmlns:p="http://purl.oclc.org/ooxml/presentationml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purl.oclc.org/ooxml/drawingml/main" xmlns:r="http://purl.oclc.org/ooxml/officeDocument/relationships" xmlns:p="http://purl.oclc.org/ooxml/presentationml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%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%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%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purl.oclc.org/ooxml/officeDocument/relationships/slideLayout" Target="../slideLayouts/slideLayout8.xml"/><Relationship Id="rId13" Type="http://purl.oclc.org/ooxml/officeDocument/relationships/slideLayout" Target="../slideLayouts/slideLayout13.xml"/><Relationship Id="rId3" Type="http://purl.oclc.org/ooxml/officeDocument/relationships/slideLayout" Target="../slideLayouts/slideLayout3.xml"/><Relationship Id="rId7" Type="http://purl.oclc.org/ooxml/officeDocument/relationships/slideLayout" Target="../slideLayouts/slideLayout7.xml"/><Relationship Id="rId12" Type="http://purl.oclc.org/ooxml/officeDocument/relationships/slideLayout" Target="../slideLayouts/slideLayout12.xml"/><Relationship Id="rId2" Type="http://purl.oclc.org/ooxml/officeDocument/relationships/slideLayout" Target="../slideLayouts/slideLayout2.xml"/><Relationship Id="rId16" Type="http://purl.oclc.org/ooxml/officeDocument/relationships/theme" Target="../theme/theme1.xml"/><Relationship Id="rId1" Type="http://purl.oclc.org/ooxml/officeDocument/relationships/slideLayout" Target="../slideLayouts/slideLayout1.xml"/><Relationship Id="rId6" Type="http://purl.oclc.org/ooxml/officeDocument/relationships/slideLayout" Target="../slideLayouts/slideLayout6.xml"/><Relationship Id="rId11" Type="http://purl.oclc.org/ooxml/officeDocument/relationships/slideLayout" Target="../slideLayouts/slideLayout11.xml"/><Relationship Id="rId5" Type="http://purl.oclc.org/ooxml/officeDocument/relationships/slideLayout" Target="../slideLayouts/slideLayout5.xml"/><Relationship Id="rId15" Type="http://purl.oclc.org/ooxml/officeDocument/relationships/slideLayout" Target="../slideLayouts/slideLayout15.xml"/><Relationship Id="rId10" Type="http://purl.oclc.org/ooxml/officeDocument/relationships/slideLayout" Target="../slideLayouts/slideLayout10.xml"/><Relationship Id="rId4" Type="http://purl.oclc.org/ooxml/officeDocument/relationships/slideLayout" Target="../slideLayouts/slideLayout4.xml"/><Relationship Id="rId9" Type="http://purl.oclc.org/ooxml/officeDocument/relationships/slideLayout" Target="../slideLayouts/slideLayout9.xml"/><Relationship Id="rId14" Type="http://purl.oclc.org/ooxml/officeDocument/relationships/slideLayout" Target="../slideLayouts/slideLayout14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%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%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%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%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8/15/26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%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%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%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%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%"/>
        </a:lnSpc>
        <a:spcBef>
          <a:spcPct val="0%"/>
        </a:spcBef>
        <a:buNone/>
        <a:defRPr sz="46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%"/>
        </a:lnSpc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"/>
        <a:defRPr sz="23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"/>
        <a:defRPr sz="21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"/>
        <a:defRPr sz="18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"/>
        <a:defRPr sz="16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"/>
        <a:defRPr sz="16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"/>
        <a:defRPr sz="14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"/>
        <a:defRPr sz="14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"/>
        <a:defRPr sz="14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%"/>
        </a:spcBef>
        <a:spcAft>
          <a:spcPts val="600"/>
        </a:spcAft>
        <a:buClr>
          <a:schemeClr val="tx2"/>
        </a:buClr>
        <a:buSzPct val="70%"/>
        <a:buFont typeface="Wingdings 2" charset="2"/>
        <a:buChar char=""/>
        <a:defRPr sz="1400" kern="1200">
          <a:ln>
            <a:solidFill>
              <a:schemeClr val="bg1">
                <a:lumMod val="75%"/>
                <a:lumOff val="25%"/>
                <a:alpha val="10%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%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purl.oclc.org/ooxml/officeDocument/relationships/image" Target="../media/image1.jpeg"/><Relationship Id="rId2" Type="http://purl.oclc.org/ooxml/officeDocument/relationships/slideLayout" Target="../slideLayouts/slideLayout1.xml"/><Relationship Id="rId1" Type="http://purl.oclc.org/ooxml/officeDocument/relationships/themeOverride" Target="../theme/themeOverride1.xml"/><Relationship Id="rId4" Type="http://purl.oclc.org/ooxml/officeDocument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purl.oclc.org/ooxml/officeDocument/relationships/image" Target="../media/image7.svg"/><Relationship Id="rId1" Type="http://purl.oclc.org/ooxml/officeDocument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purl.oclc.org/ooxml/officeDocument/relationships/diagramLayout" Target="../diagrams/layout1.xml"/><Relationship Id="rId2" Type="http://purl.oclc.org/ooxml/officeDocument/relationships/diagramData" Target="../diagrams/data1.xml"/><Relationship Id="rId1" Type="http://purl.oclc.org/ooxml/officeDocument/relationships/slideLayout" Target="../slideLayouts/slideLayout2.xml"/><Relationship Id="rId6" Type="http://schemas.microsoft.com/office/2007/relationships/diagramDrawing" Target="../diagrams/drawing1.xml"/><Relationship Id="rId5" Type="http://purl.oclc.org/ooxml/officeDocument/relationships/diagramColors" Target="../diagrams/colors1.xml"/><Relationship Id="rId4" Type="http://purl.oclc.org/ooxml/officeDocument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purl.oclc.org/ooxml/officeDocument/relationships/diagramLayout" Target="../diagrams/layout2.xml"/><Relationship Id="rId2" Type="http://purl.oclc.org/ooxml/officeDocument/relationships/diagramData" Target="../diagrams/data2.xml"/><Relationship Id="rId1" Type="http://purl.oclc.org/ooxml/officeDocument/relationships/slideLayout" Target="../slideLayouts/slideLayout2.xml"/><Relationship Id="rId6" Type="http://schemas.microsoft.com/office/2007/relationships/diagramDrawing" Target="../diagrams/drawing2.xml"/><Relationship Id="rId5" Type="http://purl.oclc.org/ooxml/officeDocument/relationships/diagramColors" Target="../diagrams/colors2.xml"/><Relationship Id="rId4" Type="http://purl.oclc.org/ooxml/officeDocument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purl.oclc.org/ooxml/officeDocument/relationships/diagramLayout" Target="../diagrams/layout3.xml"/><Relationship Id="rId2" Type="http://purl.oclc.org/ooxml/officeDocument/relationships/diagramData" Target="../diagrams/data3.xml"/><Relationship Id="rId1" Type="http://purl.oclc.org/ooxml/officeDocument/relationships/slideLayout" Target="../slideLayouts/slideLayout2.xml"/><Relationship Id="rId6" Type="http://schemas.microsoft.com/office/2007/relationships/diagramDrawing" Target="../diagrams/drawing3.xml"/><Relationship Id="rId5" Type="http://purl.oclc.org/ooxml/officeDocument/relationships/diagramColors" Target="../diagrams/colors3.xml"/><Relationship Id="rId4" Type="http://purl.oclc.org/ooxml/officeDocument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purl.oclc.org/ooxml/officeDocument/relationships/diagramLayout" Target="../diagrams/layout4.xml"/><Relationship Id="rId2" Type="http://purl.oclc.org/ooxml/officeDocument/relationships/diagramData" Target="../diagrams/data4.xml"/><Relationship Id="rId1" Type="http://purl.oclc.org/ooxml/officeDocument/relationships/slideLayout" Target="../slideLayouts/slideLayout2.xml"/><Relationship Id="rId6" Type="http://schemas.microsoft.com/office/2007/relationships/diagramDrawing" Target="../diagrams/drawing4.xml"/><Relationship Id="rId5" Type="http://purl.oclc.org/ooxml/officeDocument/relationships/diagramColors" Target="../diagrams/colors4.xml"/><Relationship Id="rId4" Type="http://purl.oclc.org/ooxml/officeDocument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purl.oclc.org/ooxml/officeDocument/relationships/diagramLayout" Target="../diagrams/layout5.xml"/><Relationship Id="rId2" Type="http://purl.oclc.org/ooxml/officeDocument/relationships/diagramData" Target="../diagrams/data5.xml"/><Relationship Id="rId1" Type="http://purl.oclc.org/ooxml/officeDocument/relationships/slideLayout" Target="../slideLayouts/slideLayout2.xml"/><Relationship Id="rId6" Type="http://schemas.microsoft.com/office/2007/relationships/diagramDrawing" Target="../diagrams/drawing5.xml"/><Relationship Id="rId5" Type="http://purl.oclc.org/ooxml/officeDocument/relationships/diagramColors" Target="../diagrams/colors5.xml"/><Relationship Id="rId4" Type="http://purl.oclc.org/ooxml/officeDocument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purl.oclc.org/ooxml/officeDocument/relationships/diagramLayout" Target="../diagrams/layout6.xml"/><Relationship Id="rId2" Type="http://purl.oclc.org/ooxml/officeDocument/relationships/diagramData" Target="../diagrams/data6.xml"/><Relationship Id="rId1" Type="http://purl.oclc.org/ooxml/officeDocument/relationships/slideLayout" Target="../slideLayouts/slideLayout2.xml"/><Relationship Id="rId6" Type="http://schemas.microsoft.com/office/2007/relationships/diagramDrawing" Target="../diagrams/drawing6.xml"/><Relationship Id="rId5" Type="http://purl.oclc.org/ooxml/officeDocument/relationships/diagramColors" Target="../diagrams/colors6.xml"/><Relationship Id="rId4" Type="http://purl.oclc.org/ooxml/officeDocument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2" Type="http://purl.oclc.org/ooxml/officeDocument/relationships/image" Target="../media/image8.jpeg"/><Relationship Id="rId1" Type="http://purl.oclc.org/ooxml/officeDocument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purl.oclc.org/ooxml/officeDocument/relationships/diagramLayout" Target="../diagrams/layout7.xml"/><Relationship Id="rId2" Type="http://purl.oclc.org/ooxml/officeDocument/relationships/diagramData" Target="../diagrams/data7.xml"/><Relationship Id="rId1" Type="http://purl.oclc.org/ooxml/officeDocument/relationships/slideLayout" Target="../slideLayouts/slideLayout2.xml"/><Relationship Id="rId6" Type="http://schemas.microsoft.com/office/2007/relationships/diagramDrawing" Target="../diagrams/drawing7.xml"/><Relationship Id="rId5" Type="http://purl.oclc.org/ooxml/officeDocument/relationships/diagramColors" Target="../diagrams/colors7.xml"/><Relationship Id="rId4" Type="http://purl.oclc.org/ooxml/officeDocument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purl.oclc.org/ooxml/officeDocument/relationships/image" Target="../media/image10.svg"/><Relationship Id="rId2" Type="http://purl.oclc.org/ooxml/officeDocument/relationships/image" Target="../media/image9.svg"/><Relationship Id="rId1" Type="http://purl.oclc.org/ooxml/officeDocument/relationships/slideLayout" Target="../slideLayouts/slideLayout2.xml"/><Relationship Id="rId5" Type="http://purl.oclc.org/ooxml/officeDocument/relationships/image" Target="../media/image12.svg"/><Relationship Id="rId4" Type="http://purl.oclc.org/ooxml/officeDocument/relationships/image" Target="../media/image11.svg"/></Relationships>
</file>

<file path=ppt/slides/_rels/slide12.xml.rels><?xml version="1.0" encoding="UTF-8" standalone="yes"?>
<Relationships xmlns="http://schemas.openxmlformats.org/package/2006/relationships"><Relationship Id="rId3" Type="http://purl.oclc.org/ooxml/officeDocument/relationships/diagramLayout" Target="../diagrams/layout8.xml"/><Relationship Id="rId2" Type="http://purl.oclc.org/ooxml/officeDocument/relationships/diagramData" Target="../diagrams/data8.xml"/><Relationship Id="rId1" Type="http://purl.oclc.org/ooxml/officeDocument/relationships/slideLayout" Target="../slideLayouts/slideLayout2.xml"/><Relationship Id="rId6" Type="http://schemas.microsoft.com/office/2007/relationships/diagramDrawing" Target="../diagrams/drawing8.xml"/><Relationship Id="rId5" Type="http://purl.oclc.org/ooxml/officeDocument/relationships/diagramColors" Target="../diagrams/colors8.xml"/><Relationship Id="rId4" Type="http://purl.oclc.org/ooxml/officeDocument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purl.oclc.org/ooxml/officeDocument/relationships/diagramLayout" Target="../diagrams/layout9.xml"/><Relationship Id="rId2" Type="http://purl.oclc.org/ooxml/officeDocument/relationships/diagramData" Target="../diagrams/data9.xml"/><Relationship Id="rId1" Type="http://purl.oclc.org/ooxml/officeDocument/relationships/slideLayout" Target="../slideLayouts/slideLayout2.xml"/><Relationship Id="rId6" Type="http://schemas.microsoft.com/office/2007/relationships/diagramDrawing" Target="../diagrams/drawing9.xml"/><Relationship Id="rId5" Type="http://purl.oclc.org/ooxml/officeDocument/relationships/diagramColors" Target="../diagrams/colors9.xml"/><Relationship Id="rId4" Type="http://purl.oclc.org/ooxml/officeDocument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purl.oclc.org/ooxml/officeDocument/relationships/diagramLayout" Target="../diagrams/layout10.xml"/><Relationship Id="rId2" Type="http://purl.oclc.org/ooxml/officeDocument/relationships/diagramData" Target="../diagrams/data10.xml"/><Relationship Id="rId1" Type="http://purl.oclc.org/ooxml/officeDocument/relationships/slideLayout" Target="../slideLayouts/slideLayout2.xml"/><Relationship Id="rId6" Type="http://schemas.microsoft.com/office/2007/relationships/diagramDrawing" Target="../diagrams/drawing10.xml"/><Relationship Id="rId5" Type="http://purl.oclc.org/ooxml/officeDocument/relationships/diagramColors" Target="../diagrams/colors10.xml"/><Relationship Id="rId4" Type="http://purl.oclc.org/ooxml/officeDocument/relationships/diagramQuickStyle" Target="../diagrams/quickStyle10.xml"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bg>
      <p:bgPr>
        <a:blipFill rotWithShape="1">
          <a:blip r:embed="rId3">
            <a:duotone>
              <a:schemeClr val="bg1">
                <a:shade val="80%"/>
                <a:lumMod val="80%"/>
              </a:schemeClr>
              <a:schemeClr val="bg1">
                <a:tint val="98%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%"/>
              </a:srgbClr>
            </a:outerShdw>
          </a:effectLst>
          <a:extLst>
            <a:ext uri="{91240B29-F687-4f45-9708-019B960494DF}">
              <a14:hiddenLine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p14="http://schemas.microsoft.com/office/powerpoint/2010/main"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%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%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2420504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ECON251 Industry and Trade in Asia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89965" y="4157933"/>
            <a:ext cx="3485072" cy="1026544"/>
          </a:xfrm>
        </p:spPr>
        <p:txBody>
          <a:bodyPr>
            <a:normAutofit/>
          </a:bodyPr>
          <a:lstStyle/>
          <a:p>
            <a:pPr algn="l"/>
            <a:r>
              <a:rPr lang="en-US" sz="2300" dirty="0"/>
              <a:t>Exam Revision Guidelines 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20FD4-93F8-9593-8F4B-BFECB8289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Exam Format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3A40C-E886-EF95-6772-8719790779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799" y="1727315"/>
            <a:ext cx="6678496" cy="4257848"/>
          </a:xfrm>
        </p:spPr>
        <p:txBody>
          <a:bodyPr>
            <a:normAutofit fontScale="92.5%" lnSpcReduction="20%"/>
          </a:bodyPr>
          <a:lstStyle/>
          <a:p>
            <a:r>
              <a:rPr lang="en-SG" dirty="0"/>
              <a:t>Section A : 40 MCQS from Topics 1 to 10 [Total 40 marks] </a:t>
            </a:r>
          </a:p>
          <a:p>
            <a:r>
              <a:rPr lang="en-SG" dirty="0"/>
              <a:t>Section B : 2 case study  with short questions [Total  60 marks] </a:t>
            </a:r>
          </a:p>
          <a:p>
            <a:r>
              <a:rPr lang="en-SG" dirty="0"/>
              <a:t>Total 100 marks and 50% weightage of course work </a:t>
            </a:r>
          </a:p>
          <a:p>
            <a:r>
              <a:rPr lang="en-SG" dirty="0"/>
              <a:t>Duration 3 hrs : You need not start with Section A but do make sure you complete all sections and every single MCQs</a:t>
            </a:r>
          </a:p>
          <a:p>
            <a:r>
              <a:rPr lang="en-SG" dirty="0"/>
              <a:t>Do not assume you will get to site for supplementary exam when you fail the main paper </a:t>
            </a:r>
          </a:p>
          <a:p>
            <a:r>
              <a:rPr lang="en-SG" dirty="0"/>
              <a:t>For application of academic consideration, please check UOW policy </a:t>
            </a:r>
          </a:p>
        </p:txBody>
      </p:sp>
      <p:pic>
        <p:nvPicPr>
          <p:cNvPr id="5" name="Graphic 4" descr="Desk outline">
            <a:extLst>
              <a:ext uri="{FF2B5EF4-FFF2-40B4-BE49-F238E27FC236}">
                <a16:creationId xmlns:a16="http://schemas.microsoft.com/office/drawing/2014/main" id="{DDE825E7-450F-9B0A-28A5-982D5F65F6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3855" y="3578629"/>
            <a:ext cx="3455324" cy="3455324"/>
          </a:xfrm>
          <a:prstGeom prst="rect">
            <a:avLst/>
          </a:prstGeom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20249419-6D32-5A25-9CA9-15DD47E2EA89}"/>
              </a:ext>
            </a:extLst>
          </p:cNvPr>
          <p:cNvSpPr/>
          <p:nvPr/>
        </p:nvSpPr>
        <p:spPr>
          <a:xfrm>
            <a:off x="8660822" y="254577"/>
            <a:ext cx="3436967" cy="1729048"/>
          </a:xfrm>
          <a:prstGeom prst="wedgeRectCallout">
            <a:avLst>
              <a:gd name="adj1" fmla="val -44795"/>
              <a:gd name="adj2" fmla="val 6762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Classic case of marginal failure </a:t>
            </a:r>
          </a:p>
          <a:p>
            <a:pPr algn="ctr"/>
            <a:r>
              <a:rPr lang="en-GB" dirty="0"/>
              <a:t>MCQ: 29/40</a:t>
            </a:r>
          </a:p>
          <a:p>
            <a:pPr algn="ctr"/>
            <a:r>
              <a:rPr lang="en-SG" dirty="0"/>
              <a:t>Section B: 14/60</a:t>
            </a:r>
          </a:p>
          <a:p>
            <a:pPr algn="ctr"/>
            <a:r>
              <a:rPr lang="en-SG" dirty="0"/>
              <a:t>Total : 43/100 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1D34267B-4F0F-5B08-E610-E9EA25A818F7}"/>
              </a:ext>
            </a:extLst>
          </p:cNvPr>
          <p:cNvSpPr/>
          <p:nvPr/>
        </p:nvSpPr>
        <p:spPr>
          <a:xfrm>
            <a:off x="8927869" y="2335875"/>
            <a:ext cx="2682240" cy="870066"/>
          </a:xfrm>
          <a:prstGeom prst="wedgeRoundRectCallout">
            <a:avLst>
              <a:gd name="adj1" fmla="val -27051"/>
              <a:gd name="adj2" fmla="val -163615"/>
              <a:gd name="adj3" fmla="val 16667"/>
            </a:avLst>
          </a:prstGeom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There is no way I find 8-10 marks from a very brief answered script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44128498"/>
      </p:ext>
    </p:extLst>
  </p:cSld>
  <p:clrMapOvr>
    <a:masterClrMapping/>
  </p:clrMapOvr>
</p:sld>
</file>

<file path=ppt/slides/slide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BF67-E241-405D-912A-DA00E725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13" y="644769"/>
            <a:ext cx="10353762" cy="1257300"/>
          </a:xfrm>
        </p:spPr>
        <p:txBody>
          <a:bodyPr/>
          <a:lstStyle/>
          <a:p>
            <a:pPr algn="l"/>
            <a:r>
              <a:rPr lang="en-US" dirty="0"/>
              <a:t>A quick  overview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25C53-5D91-46D4-958A-296B5CD9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398158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3" name="Arrow: Left-Right 2">
            <a:extLst>
              <a:ext uri="{FF2B5EF4-FFF2-40B4-BE49-F238E27FC236}">
                <a16:creationId xmlns:a16="http://schemas.microsoft.com/office/drawing/2014/main" id="{A469B4FC-8147-EFAF-75F7-31E34C0579C0}"/>
              </a:ext>
            </a:extLst>
          </p:cNvPr>
          <p:cNvSpPr/>
          <p:nvPr/>
        </p:nvSpPr>
        <p:spPr>
          <a:xfrm>
            <a:off x="958735" y="6057207"/>
            <a:ext cx="4843549" cy="587433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Theory based </a:t>
            </a:r>
            <a:endParaRPr lang="en-SG" dirty="0"/>
          </a:p>
        </p:txBody>
      </p:sp>
      <p:sp>
        <p:nvSpPr>
          <p:cNvPr id="5" name="Arrow: Left-Right 4">
            <a:extLst>
              <a:ext uri="{FF2B5EF4-FFF2-40B4-BE49-F238E27FC236}">
                <a16:creationId xmlns:a16="http://schemas.microsoft.com/office/drawing/2014/main" id="{875086B2-36CC-CC04-46B5-89922F41B437}"/>
              </a:ext>
            </a:extLst>
          </p:cNvPr>
          <p:cNvSpPr/>
          <p:nvPr/>
        </p:nvSpPr>
        <p:spPr>
          <a:xfrm>
            <a:off x="6287193" y="5965581"/>
            <a:ext cx="4843549" cy="587433"/>
          </a:xfrm>
          <a:prstGeom prst="left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Evidence based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1825679"/>
      </p:ext>
    </p:extLst>
  </p:cSld>
  <p:clrMapOvr>
    <a:masterClrMapping/>
  </p:clrMapOvr>
</p:sld>
</file>

<file path=ppt/slides/slide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BF67-E241-405D-912A-DA00E725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13" y="644769"/>
            <a:ext cx="10353762" cy="1257300"/>
          </a:xfrm>
        </p:spPr>
        <p:txBody>
          <a:bodyPr/>
          <a:lstStyle/>
          <a:p>
            <a:pPr algn="l"/>
            <a:r>
              <a:rPr lang="en-US" dirty="0"/>
              <a:t>A quick  overview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25C53-5D91-46D4-958A-296B5CD9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8286939"/>
              </p:ext>
            </p:extLst>
          </p:nvPr>
        </p:nvGraphicFramePr>
        <p:xfrm>
          <a:off x="914400" y="2076450"/>
          <a:ext cx="4088423" cy="371475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6" name="Callout: Line 5">
            <a:extLst>
              <a:ext uri="{FF2B5EF4-FFF2-40B4-BE49-F238E27FC236}">
                <a16:creationId xmlns:a16="http://schemas.microsoft.com/office/drawing/2014/main" id="{919E2634-4744-4695-B852-637D170E6093}"/>
              </a:ext>
            </a:extLst>
          </p:cNvPr>
          <p:cNvSpPr/>
          <p:nvPr/>
        </p:nvSpPr>
        <p:spPr>
          <a:xfrm>
            <a:off x="5650173" y="644770"/>
            <a:ext cx="6123296" cy="4591422"/>
          </a:xfrm>
          <a:prstGeom prst="borderCallout1">
            <a:avLst>
              <a:gd name="adj1" fmla="val 18750"/>
              <a:gd name="adj2" fmla="val -8333"/>
              <a:gd name="adj3" fmla="val 78241"/>
              <a:gd name="adj4" fmla="val -15133"/>
            </a:avLst>
          </a:prstGeom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Economic concepts :GDP, economic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Economic growth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Key Economic sectors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</a:rPr>
              <a:t>Law of diminishing returns </a:t>
            </a:r>
          </a:p>
        </p:txBody>
      </p:sp>
    </p:spTree>
    <p:extLst>
      <p:ext uri="{BB962C8B-B14F-4D97-AF65-F5344CB8AC3E}">
        <p14:creationId xmlns:p14="http://schemas.microsoft.com/office/powerpoint/2010/main" val="395109950"/>
      </p:ext>
    </p:extLst>
  </p:cSld>
  <p:clrMapOvr>
    <a:masterClrMapping/>
  </p:clrMapOvr>
</p:sld>
</file>

<file path=ppt/slides/slide5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BF67-E241-405D-912A-DA00E725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13" y="644769"/>
            <a:ext cx="10353762" cy="1257300"/>
          </a:xfrm>
        </p:spPr>
        <p:txBody>
          <a:bodyPr/>
          <a:lstStyle/>
          <a:p>
            <a:pPr algn="l"/>
            <a:r>
              <a:rPr lang="en-US" dirty="0"/>
              <a:t>A quick  overview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25C53-5D91-46D4-958A-296B5CD9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409704"/>
              </p:ext>
            </p:extLst>
          </p:nvPr>
        </p:nvGraphicFramePr>
        <p:xfrm>
          <a:off x="914400" y="2076450"/>
          <a:ext cx="4612943" cy="371475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3" name="Callout: Line 2">
            <a:extLst>
              <a:ext uri="{FF2B5EF4-FFF2-40B4-BE49-F238E27FC236}">
                <a16:creationId xmlns:a16="http://schemas.microsoft.com/office/drawing/2014/main" id="{6F08A5BE-D520-4658-BE4C-B5E0A79A696A}"/>
              </a:ext>
            </a:extLst>
          </p:cNvPr>
          <p:cNvSpPr/>
          <p:nvPr/>
        </p:nvSpPr>
        <p:spPr>
          <a:xfrm>
            <a:off x="6368955" y="991985"/>
            <a:ext cx="4980689" cy="4867454"/>
          </a:xfrm>
          <a:prstGeom prst="borderCallout1">
            <a:avLst/>
          </a:prstGeom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Manufacturing vs agriculture : which is the key sector to derive growth and why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Structuralist / inward oriented approach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Inward oriented growth strategies and effects : trade restriction, limit FDI, currency revaluations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highlight>
                  <a:srgbClr val="FFFF00"/>
                </a:highlight>
              </a:rPr>
              <a:t>Tariff vs quota </a:t>
            </a:r>
            <a:r>
              <a:rPr lang="en-US" sz="2800" dirty="0">
                <a:solidFill>
                  <a:schemeClr val="bg1"/>
                </a:solidFill>
              </a:rPr>
              <a:t>: effects and comparison</a:t>
            </a:r>
          </a:p>
          <a:p>
            <a:pPr algn="ctr"/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1191899814"/>
      </p:ext>
    </p:extLst>
  </p:cSld>
  <p:clrMapOvr>
    <a:masterClrMapping/>
  </p:clrMapOvr>
</p:sld>
</file>

<file path=ppt/slides/slide6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BF67-E241-405D-912A-DA00E725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13" y="644769"/>
            <a:ext cx="10353762" cy="1257300"/>
          </a:xfrm>
        </p:spPr>
        <p:txBody>
          <a:bodyPr/>
          <a:lstStyle/>
          <a:p>
            <a:pPr algn="l"/>
            <a:r>
              <a:rPr lang="en-US" dirty="0"/>
              <a:t>A quick  overview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25C53-5D91-46D4-958A-296B5CD9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528358"/>
              </p:ext>
            </p:extLst>
          </p:nvPr>
        </p:nvGraphicFramePr>
        <p:xfrm>
          <a:off x="914400" y="2076450"/>
          <a:ext cx="4612943" cy="371475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3" name="Callout: Line 2">
            <a:extLst>
              <a:ext uri="{FF2B5EF4-FFF2-40B4-BE49-F238E27FC236}">
                <a16:creationId xmlns:a16="http://schemas.microsoft.com/office/drawing/2014/main" id="{6F08A5BE-D520-4658-BE4C-B5E0A79A696A}"/>
              </a:ext>
            </a:extLst>
          </p:cNvPr>
          <p:cNvSpPr/>
          <p:nvPr/>
        </p:nvSpPr>
        <p:spPr>
          <a:xfrm>
            <a:off x="6368955" y="1677395"/>
            <a:ext cx="5049672" cy="4182044"/>
          </a:xfrm>
          <a:prstGeom prst="borderCallout1">
            <a:avLst/>
          </a:prstGeom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FF0000"/>
                </a:solidFill>
                <a:highlight>
                  <a:srgbClr val="FFFF00"/>
                </a:highlight>
              </a:rPr>
              <a:t>Trade liberlisation  </a:t>
            </a:r>
            <a:r>
              <a:rPr lang="en-US" sz="2800" dirty="0"/>
              <a:t>via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Effect of </a:t>
            </a:r>
            <a:r>
              <a:rPr lang="en-US" sz="2800" dirty="0">
                <a:solidFill>
                  <a:schemeClr val="bg1"/>
                </a:solidFill>
                <a:highlight>
                  <a:srgbClr val="FFFF00"/>
                </a:highlight>
              </a:rPr>
              <a:t>export subsidy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Role of FDI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Role of EPZ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GVC  </a:t>
            </a:r>
          </a:p>
          <a:p>
            <a:pPr algn="ctr"/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4196201784"/>
      </p:ext>
    </p:extLst>
  </p:cSld>
  <p:clrMapOvr>
    <a:masterClrMapping/>
  </p:clrMapOvr>
</p:sld>
</file>

<file path=ppt/slides/slide7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BF67-E241-405D-912A-DA00E725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13" y="644769"/>
            <a:ext cx="10353762" cy="1257300"/>
          </a:xfrm>
        </p:spPr>
        <p:txBody>
          <a:bodyPr/>
          <a:lstStyle/>
          <a:p>
            <a:pPr algn="l"/>
            <a:r>
              <a:rPr lang="en-US" dirty="0"/>
              <a:t>A quick  overview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25C53-5D91-46D4-958A-296B5CD9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657555"/>
              </p:ext>
            </p:extLst>
          </p:nvPr>
        </p:nvGraphicFramePr>
        <p:xfrm>
          <a:off x="914400" y="2076450"/>
          <a:ext cx="4271749" cy="371475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3" name="Callout: Line 2">
            <a:extLst>
              <a:ext uri="{FF2B5EF4-FFF2-40B4-BE49-F238E27FC236}">
                <a16:creationId xmlns:a16="http://schemas.microsoft.com/office/drawing/2014/main" id="{6CE05A7D-8E8B-4C2F-80FB-EB29816865A1}"/>
              </a:ext>
            </a:extLst>
          </p:cNvPr>
          <p:cNvSpPr/>
          <p:nvPr/>
        </p:nvSpPr>
        <p:spPr>
          <a:xfrm>
            <a:off x="6164239" y="318053"/>
            <a:ext cx="5663326" cy="4736085"/>
          </a:xfrm>
          <a:prstGeom prst="borderCallout1">
            <a:avLst/>
          </a:prstGeom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400" dirty="0">
                <a:solidFill>
                  <a:schemeClr val="bg1"/>
                </a:solidFill>
              </a:rPr>
              <a:t>Key focus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East Asia Miracle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Flying Geese theory and shift of comparative advantage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Korea and Taiwan  :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SG vs HK : similarity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Special focus  : Japan, China, India : Key growth strategies [ Inward or outward oriented?]  and challenges they faced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Why did the miracles end ? – Bubbles burst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You need not </a:t>
            </a:r>
            <a:r>
              <a:rPr lang="en-US" sz="2400" dirty="0" err="1">
                <a:solidFill>
                  <a:schemeClr val="bg1"/>
                </a:solidFill>
              </a:rPr>
              <a:t>memorise</a:t>
            </a:r>
            <a:r>
              <a:rPr lang="en-US" sz="2400" dirty="0">
                <a:solidFill>
                  <a:schemeClr val="bg1"/>
                </a:solidFill>
              </a:rPr>
              <a:t> specific data, name of the leaders et</a:t>
            </a:r>
          </a:p>
        </p:txBody>
      </p:sp>
    </p:spTree>
    <p:extLst>
      <p:ext uri="{BB962C8B-B14F-4D97-AF65-F5344CB8AC3E}">
        <p14:creationId xmlns:p14="http://schemas.microsoft.com/office/powerpoint/2010/main" val="703346994"/>
      </p:ext>
    </p:extLst>
  </p:cSld>
  <p:clrMapOvr>
    <a:masterClrMapping/>
  </p:clrMapOvr>
</p:sld>
</file>

<file path=ppt/slides/slide8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BBF67-E241-405D-912A-DA00E725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13" y="644769"/>
            <a:ext cx="10353762" cy="1257300"/>
          </a:xfrm>
        </p:spPr>
        <p:txBody>
          <a:bodyPr/>
          <a:lstStyle/>
          <a:p>
            <a:pPr algn="l"/>
            <a:r>
              <a:rPr lang="en-US" dirty="0"/>
              <a:t>A quick  overview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625C53-5D91-46D4-958A-296B5CD93C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9412091"/>
              </p:ext>
            </p:extLst>
          </p:nvPr>
        </p:nvGraphicFramePr>
        <p:xfrm>
          <a:off x="914401" y="2076450"/>
          <a:ext cx="4622042" cy="3714750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3" name="Callout: Line 2">
            <a:extLst>
              <a:ext uri="{FF2B5EF4-FFF2-40B4-BE49-F238E27FC236}">
                <a16:creationId xmlns:a16="http://schemas.microsoft.com/office/drawing/2014/main" id="{3E0DFFEA-FE26-4084-9614-10C0CF4A389C}"/>
              </a:ext>
            </a:extLst>
          </p:cNvPr>
          <p:cNvSpPr/>
          <p:nvPr/>
        </p:nvSpPr>
        <p:spPr>
          <a:xfrm>
            <a:off x="6547026" y="870263"/>
            <a:ext cx="4564222" cy="4687519"/>
          </a:xfrm>
          <a:prstGeom prst="borderCallout1">
            <a:avLst/>
          </a:prstGeom>
        </p:spPr>
        <p:style>
          <a:lnRef idx="2">
            <a:schemeClr val="accent1">
              <a:shade val="50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Effects of poverty, income inequality, and environment degradation on growth of Asia economies :  Explain how they can affect FDI, trade and growth</a:t>
            </a:r>
          </a:p>
        </p:txBody>
      </p:sp>
    </p:spTree>
    <p:extLst>
      <p:ext uri="{BB962C8B-B14F-4D97-AF65-F5344CB8AC3E}">
        <p14:creationId xmlns:p14="http://schemas.microsoft.com/office/powerpoint/2010/main" val="1412684773"/>
      </p:ext>
    </p:extLst>
  </p:cSld>
  <p:clrMapOvr>
    <a:masterClrMapping/>
  </p:clrMapOvr>
</p:sld>
</file>

<file path=ppt/slides/slide9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5AB6-C010-4395-8140-12B4BC43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485" y="473061"/>
            <a:ext cx="10353762" cy="1257300"/>
          </a:xfrm>
        </p:spPr>
        <p:txBody>
          <a:bodyPr/>
          <a:lstStyle/>
          <a:p>
            <a:r>
              <a:rPr lang="en-US" dirty="0"/>
              <a:t>Exam format and Revision techniques 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D5649D-3F19-4C94-A421-CF1F7FA9131B}"/>
              </a:ext>
            </a:extLst>
          </p:cNvPr>
          <p:cNvSpPr txBox="1"/>
          <p:nvPr/>
        </p:nvSpPr>
        <p:spPr>
          <a:xfrm>
            <a:off x="415636" y="1562793"/>
            <a:ext cx="7813964" cy="501675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3200" u="sng" dirty="0">
                <a:solidFill>
                  <a:schemeClr val="bg1"/>
                </a:solidFill>
              </a:rPr>
              <a:t>Part  A : 40 MCQs (40%) on topic 1-10</a:t>
            </a:r>
          </a:p>
          <a:p>
            <a:endParaRPr lang="en-US" sz="3200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Using the optical mark sheet ; Please make sure you also shade your student id, and full name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All answers must shaded clearly on the mark sheet in pencil ; answers written in the examination booklet is not valid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In any case the machine detects 2 shading for the same question and even if one of the shading is the correct answer, you will still be marked wrong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Allocate 1 hour for this section </a:t>
            </a:r>
            <a:r>
              <a:rPr lang="en-US" sz="3200" b="1" i="1" dirty="0">
                <a:solidFill>
                  <a:schemeClr val="bg1"/>
                </a:solidFill>
              </a:rPr>
              <a:t>but you need not attempt this section first</a:t>
            </a:r>
            <a:endParaRPr lang="en-US" sz="2400" b="1" i="1" dirty="0">
              <a:solidFill>
                <a:schemeClr val="bg1"/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400" dirty="0"/>
              <a:t>Target score : 30/40 </a:t>
            </a:r>
          </a:p>
        </p:txBody>
      </p:sp>
      <p:pic>
        <p:nvPicPr>
          <p:cNvPr id="1026" name="Picture 2" descr="Optical Mark Reader OMR Sheets at best price in New Delhi by SCJ Scanform  Solution Private Limited | ID: 15941725133">
            <a:extLst>
              <a:ext uri="{FF2B5EF4-FFF2-40B4-BE49-F238E27FC236}">
                <a16:creationId xmlns:a16="http://schemas.microsoft.com/office/drawing/2014/main" id="{FA5B8AF3-C9D4-4C75-6D33-7556E4AA7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9872" y="1349260"/>
            <a:ext cx="3354419" cy="2079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647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0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5AB6-C010-4395-8140-12B4BC43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3485" y="473061"/>
            <a:ext cx="10353762" cy="1257300"/>
          </a:xfrm>
        </p:spPr>
        <p:txBody>
          <a:bodyPr/>
          <a:lstStyle/>
          <a:p>
            <a:r>
              <a:rPr lang="en-US" dirty="0"/>
              <a:t>Exam format and Revision techniques 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CF1B9B-7AD8-4972-A1EF-4BAAF719F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4701236"/>
              </p:ext>
            </p:extLst>
          </p:nvPr>
        </p:nvGraphicFramePr>
        <p:xfrm>
          <a:off x="687186" y="642851"/>
          <a:ext cx="10684625" cy="6205625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3739794"/>
      </p:ext>
    </p:extLst>
  </p:cSld>
  <p:clrMapOvr>
    <a:masterClrMapping/>
  </p:clrMapOvr>
</p:sld>
</file>

<file path=ppt/slides/slide1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5AB6-C010-4395-8140-12B4BC43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06" y="-237337"/>
            <a:ext cx="10353762" cy="1257300"/>
          </a:xfrm>
        </p:spPr>
        <p:txBody>
          <a:bodyPr/>
          <a:lstStyle/>
          <a:p>
            <a:r>
              <a:rPr lang="en-US" dirty="0"/>
              <a:t>Exam format Revision techniques  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D5649D-3F19-4C94-A421-CF1F7FA9131B}"/>
              </a:ext>
            </a:extLst>
          </p:cNvPr>
          <p:cNvSpPr txBox="1"/>
          <p:nvPr/>
        </p:nvSpPr>
        <p:spPr>
          <a:xfrm>
            <a:off x="399011" y="759498"/>
            <a:ext cx="8460067" cy="655564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dirty="0"/>
              <a:t>Part  B (60%) : Data Analysis and short questions : </a:t>
            </a:r>
          </a:p>
          <a:p>
            <a:endParaRPr lang="en-US" sz="2800" dirty="0"/>
          </a:p>
          <a:p>
            <a:endParaRPr lang="en-US" sz="2800" dirty="0"/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Allocate maximum 2 hours to this section.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You must answer </a:t>
            </a:r>
            <a:r>
              <a:rPr lang="en-US" sz="2800" b="1" dirty="0"/>
              <a:t>both</a:t>
            </a:r>
            <a:r>
              <a:rPr lang="en-US" sz="2800" dirty="0"/>
              <a:t> case study questions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Each case study is 30 marks , each comprise of 5-6 short questions ranging from 2 to 8 marks per question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Answer in </a:t>
            </a:r>
            <a:r>
              <a:rPr lang="en-US" sz="2800" b="1" dirty="0"/>
              <a:t>short sentences </a:t>
            </a:r>
            <a:r>
              <a:rPr lang="en-US" sz="2800" dirty="0"/>
              <a:t>and not in point form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All answers must be written in black (preferred) ink. </a:t>
            </a:r>
            <a:r>
              <a:rPr lang="en-US" sz="2800" b="1" dirty="0"/>
              <a:t>Penciled answers are invalid </a:t>
            </a:r>
          </a:p>
          <a:p>
            <a:pPr marL="1428750" lvl="2" indent="-514350">
              <a:buFont typeface="+mj-lt"/>
              <a:buAutoNum type="arabicPeriod"/>
            </a:pPr>
            <a:r>
              <a:rPr lang="en-US" sz="2800" dirty="0"/>
              <a:t>Avoid using correction markers, cancel the entire invalid section and start on a new page </a:t>
            </a:r>
          </a:p>
          <a:p>
            <a:endParaRPr lang="en-US" sz="2800" dirty="0"/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5017D6FB-3EBB-3ABF-79E3-72E9277404A7}"/>
              </a:ext>
            </a:extLst>
          </p:cNvPr>
          <p:cNvSpPr/>
          <p:nvPr/>
        </p:nvSpPr>
        <p:spPr>
          <a:xfrm>
            <a:off x="9031357" y="3087757"/>
            <a:ext cx="3092410" cy="2221079"/>
          </a:xfrm>
          <a:prstGeom prst="wedgeRectCallout">
            <a:avLst>
              <a:gd name="adj1" fmla="val -44795"/>
              <a:gd name="adj2" fmla="val 67628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Classic case of marginal failure </a:t>
            </a:r>
          </a:p>
          <a:p>
            <a:pPr algn="ctr"/>
            <a:r>
              <a:rPr lang="en-GB" dirty="0"/>
              <a:t>MCQ: 29/40</a:t>
            </a:r>
          </a:p>
          <a:p>
            <a:pPr algn="ctr"/>
            <a:r>
              <a:rPr lang="en-SG" dirty="0"/>
              <a:t>Section B: 15/60</a:t>
            </a:r>
          </a:p>
          <a:p>
            <a:pPr algn="ctr"/>
            <a:r>
              <a:rPr lang="en-SG" dirty="0"/>
              <a:t>Total : 43/100 </a:t>
            </a:r>
          </a:p>
        </p:txBody>
      </p:sp>
      <p:pic>
        <p:nvPicPr>
          <p:cNvPr id="11" name="Graphic 10" descr="Alarm Ringing outline">
            <a:extLst>
              <a:ext uri="{FF2B5EF4-FFF2-40B4-BE49-F238E27FC236}">
                <a16:creationId xmlns:a16="http://schemas.microsoft.com/office/drawing/2014/main" id="{36019A3E-7ACA-6586-76FB-C134351C21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9011" y="1507201"/>
            <a:ext cx="914400" cy="914400"/>
          </a:xfrm>
          <a:prstGeom prst="rect">
            <a:avLst/>
          </a:prstGeom>
        </p:spPr>
      </p:pic>
      <p:pic>
        <p:nvPicPr>
          <p:cNvPr id="13" name="Graphic 12" descr="Calculator outline">
            <a:extLst>
              <a:ext uri="{FF2B5EF4-FFF2-40B4-BE49-F238E27FC236}">
                <a16:creationId xmlns:a16="http://schemas.microsoft.com/office/drawing/2014/main" id="{74846BED-07BF-DCD5-D829-3296441F1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011" y="2600456"/>
            <a:ext cx="914400" cy="914400"/>
          </a:xfrm>
          <a:prstGeom prst="rect">
            <a:avLst/>
          </a:prstGeom>
        </p:spPr>
      </p:pic>
      <p:pic>
        <p:nvPicPr>
          <p:cNvPr id="15" name="Graphic 14" descr="Clipboard with solid fill">
            <a:extLst>
              <a:ext uri="{FF2B5EF4-FFF2-40B4-BE49-F238E27FC236}">
                <a16:creationId xmlns:a16="http://schemas.microsoft.com/office/drawing/2014/main" id="{AF3B73E9-CC97-91AE-4E8E-B91E8857DA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09367" y="4199942"/>
            <a:ext cx="914400" cy="914400"/>
          </a:xfrm>
          <a:prstGeom prst="rect">
            <a:avLst/>
          </a:prstGeom>
        </p:spPr>
      </p:pic>
      <p:pic>
        <p:nvPicPr>
          <p:cNvPr id="17" name="Graphic 16" descr="Clipboard Checked with solid fill">
            <a:extLst>
              <a:ext uri="{FF2B5EF4-FFF2-40B4-BE49-F238E27FC236}">
                <a16:creationId xmlns:a16="http://schemas.microsoft.com/office/drawing/2014/main" id="{29096273-0689-8902-83DE-E8643C050B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999" y="374274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551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12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5AB6-C010-4395-8140-12B4BC43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 format Revision techniques 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CF1B9B-7AD8-4972-A1EF-4BAAF719F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67109"/>
              </p:ext>
            </p:extLst>
          </p:nvPr>
        </p:nvGraphicFramePr>
        <p:xfrm>
          <a:off x="509848" y="1929958"/>
          <a:ext cx="11377352" cy="4318442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4524434"/>
      </p:ext>
    </p:extLst>
  </p:cSld>
  <p:clrMapOvr>
    <a:masterClrMapping/>
  </p:clrMapOvr>
</p:sld>
</file>

<file path=ppt/slides/slide13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5AB6-C010-4395-8140-12B4BC43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82496" y="-46412"/>
            <a:ext cx="10353762" cy="1257300"/>
          </a:xfrm>
        </p:spPr>
        <p:txBody>
          <a:bodyPr/>
          <a:lstStyle/>
          <a:p>
            <a:r>
              <a:rPr lang="en-US" dirty="0"/>
              <a:t>Exam format Revision techniques  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CF1B9B-7AD8-4972-A1EF-4BAAF719F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536754"/>
              </p:ext>
            </p:extLst>
          </p:nvPr>
        </p:nvGraphicFramePr>
        <p:xfrm>
          <a:off x="243840" y="1113905"/>
          <a:ext cx="11643360" cy="5134495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F46DA39-2E55-9B7A-B3A2-9F6145357F09}"/>
              </a:ext>
            </a:extLst>
          </p:cNvPr>
          <p:cNvSpPr/>
          <p:nvPr/>
        </p:nvSpPr>
        <p:spPr>
          <a:xfrm>
            <a:off x="7493579" y="789710"/>
            <a:ext cx="4228407" cy="2031076"/>
          </a:xfrm>
          <a:prstGeom prst="wedgeRoundRectCallout">
            <a:avLst>
              <a:gd name="adj1" fmla="val -85446"/>
              <a:gd name="adj2" fmla="val 18571"/>
              <a:gd name="adj3" fmla="val 16667"/>
            </a:avLst>
          </a:prstGeom>
        </p:spPr>
        <p:style>
          <a:lnRef idx="2">
            <a:schemeClr val="accent1">
              <a:shade val="15%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GB" dirty="0">
                <a:solidFill>
                  <a:schemeClr val="bg1"/>
                </a:solidFill>
              </a:rPr>
              <a:t>The dos </a:t>
            </a:r>
          </a:p>
          <a:p>
            <a:r>
              <a:rPr lang="en-GB" dirty="0">
                <a:solidFill>
                  <a:schemeClr val="bg1"/>
                </a:solidFill>
              </a:rPr>
              <a:t>Q1c) Farmer’s earnings = Price X quantity = $8 X 40 = </a:t>
            </a:r>
            <a:r>
              <a:rPr lang="en-GB" u="sng" dirty="0">
                <a:solidFill>
                  <a:schemeClr val="bg1"/>
                </a:solidFill>
              </a:rPr>
              <a:t>$320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The don'ts</a:t>
            </a:r>
          </a:p>
          <a:p>
            <a:r>
              <a:rPr lang="en-GB" dirty="0">
                <a:solidFill>
                  <a:schemeClr val="bg1"/>
                </a:solidFill>
              </a:rPr>
              <a:t>8 X 40 = 320 </a:t>
            </a:r>
            <a:endParaRPr lang="en-SG" dirty="0">
              <a:solidFill>
                <a:schemeClr val="bg1"/>
              </a:solidFill>
            </a:endParaRP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009ADF43-726C-F3B0-5597-0C8997885F40}"/>
              </a:ext>
            </a:extLst>
          </p:cNvPr>
          <p:cNvSpPr/>
          <p:nvPr/>
        </p:nvSpPr>
        <p:spPr>
          <a:xfrm>
            <a:off x="9437197" y="2000597"/>
            <a:ext cx="2532610" cy="1152698"/>
          </a:xfrm>
          <a:prstGeom prst="wedgeRectCallout">
            <a:avLst>
              <a:gd name="adj1" fmla="val -49717"/>
              <a:gd name="adj2" fmla="val -8798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In the event the answer was wrong, you still get marks for the formula 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56E27-7F31-DF40-9CC4-A9E3475BDCD1}"/>
              </a:ext>
            </a:extLst>
          </p:cNvPr>
          <p:cNvSpPr txBox="1"/>
          <p:nvPr/>
        </p:nvSpPr>
        <p:spPr>
          <a:xfrm>
            <a:off x="470014" y="767142"/>
            <a:ext cx="997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CASE A</a:t>
            </a:r>
          </a:p>
        </p:txBody>
      </p:sp>
    </p:spTree>
    <p:extLst>
      <p:ext uri="{BB962C8B-B14F-4D97-AF65-F5344CB8AC3E}">
        <p14:creationId xmlns:p14="http://schemas.microsoft.com/office/powerpoint/2010/main" val="4182433437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8F55599-D68E-432B-878D-26F08DDA2F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graphicEl>
                                              <a:dgm id="{B8F55599-D68E-432B-878D-26F08DDA2F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B8F55599-D68E-432B-878D-26F08DDA2F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6D331AE-C90F-45F4-A531-F1946D198C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graphicEl>
                                              <a:dgm id="{D6D331AE-C90F-45F4-A531-F1946D198C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D6D331AE-C90F-45F4-A531-F1946D198C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8AAC51-2D2A-4FCF-A89C-AEADA618A1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graphicEl>
                                              <a:dgm id="{6C8AAC51-2D2A-4FCF-A89C-AEADA618A1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6C8AAC51-2D2A-4FCF-A89C-AEADA618A1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6525880-4227-46F9-8C83-806FB63A2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graphicEl>
                                              <a:dgm id="{86525880-4227-46F9-8C83-806FB63A2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86525880-4227-46F9-8C83-806FB63A20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6DBD40-5724-4B4E-AA0C-16C509C092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graphicEl>
                                              <a:dgm id="{2B6DBD40-5724-4B4E-AA0C-16C509C092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2B6DBD40-5724-4B4E-AA0C-16C509C092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D899C51-3351-4022-85F7-83F827010E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graphicEl>
                                              <a:dgm id="{FD899C51-3351-4022-85F7-83F827010E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graphicEl>
                                              <a:dgm id="{FD899C51-3351-4022-85F7-83F827010E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9CB596-3934-4871-A31E-84151A0710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graphicEl>
                                              <a:dgm id="{2A9CB596-3934-4871-A31E-84151A0710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graphicEl>
                                              <a:dgm id="{2A9CB596-3934-4871-A31E-84151A0710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CE99FF0-CDC7-4D26-9F33-B3F6075FC0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>
                                            <p:graphicEl>
                                              <a:dgm id="{0CE99FF0-CDC7-4D26-9F33-B3F6075FC0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graphicEl>
                                              <a:dgm id="{0CE99FF0-CDC7-4D26-9F33-B3F6075FC0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  <p:bldP spid="7" grpId="0" animBg="1"/>
      <p:bldP spid="8" grpId="0" animBg="1"/>
    </p:bldLst>
  </p:timing>
</p:sld>
</file>

<file path=ppt/slides/slide14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CF1B9B-7AD8-4972-A1EF-4BAAF719F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6961248"/>
              </p:ext>
            </p:extLst>
          </p:nvPr>
        </p:nvGraphicFramePr>
        <p:xfrm>
          <a:off x="798024" y="410095"/>
          <a:ext cx="11006050" cy="5946371"/>
        </p:xfrm>
        <a:graphic>
          <a:graphicData uri="http://purl.oclc.org/ooxml/drawingml/diagram">
            <dgm:relIds xmlns:dgm="http://purl.oclc.org/ooxml/drawingml/diagram" xmlns:r="http://purl.oclc.org/ooxml/officeDocument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D06275B-65AC-BA4E-EA6A-7F3817D00F40}"/>
              </a:ext>
            </a:extLst>
          </p:cNvPr>
          <p:cNvSpPr txBox="1"/>
          <p:nvPr/>
        </p:nvSpPr>
        <p:spPr>
          <a:xfrm>
            <a:off x="299501" y="225429"/>
            <a:ext cx="997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CASE B</a:t>
            </a:r>
          </a:p>
        </p:txBody>
      </p:sp>
    </p:spTree>
    <p:extLst>
      <p:ext uri="{BB962C8B-B14F-4D97-AF65-F5344CB8AC3E}">
        <p14:creationId xmlns:p14="http://schemas.microsoft.com/office/powerpoint/2010/main" val="252082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D5762F-1659-4690-9EB5-DE3781FF79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graphicEl>
                                              <a:dgm id="{89D5762F-1659-4690-9EB5-DE3781FF79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graphicEl>
                                              <a:dgm id="{89D5762F-1659-4690-9EB5-DE3781FF796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AD5C33-4784-4DA8-BB55-4A220BBA38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graphicEl>
                                              <a:dgm id="{A2AD5C33-4784-4DA8-BB55-4A220BBA38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graphicEl>
                                              <a:dgm id="{A2AD5C33-4784-4DA8-BB55-4A220BBA38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736C68A-04F4-4E85-AAF3-EDEDBC5655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graphicEl>
                                              <a:dgm id="{D736C68A-04F4-4E85-AAF3-EDEDBC5655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graphicEl>
                                              <a:dgm id="{D736C68A-04F4-4E85-AAF3-EDEDBC5655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2F611B7-F0E5-4641-B070-CAD26F5047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graphicEl>
                                              <a:dgm id="{C2F611B7-F0E5-4641-B070-CAD26F5047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graphicEl>
                                              <a:dgm id="{C2F611B7-F0E5-4641-B070-CAD26F5047A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AA6F02-A2E9-486A-9A50-7171513CE2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graphicEl>
                                              <a:dgm id="{EAAA6F02-A2E9-486A-9A50-7171513CE2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graphicEl>
                                              <a:dgm id="{EAAA6F02-A2E9-486A-9A50-7171513CE2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39E620-8772-4F12-B25E-D060EB6FAA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graphicEl>
                                              <a:dgm id="{7939E620-8772-4F12-B25E-D060EB6FAA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#ppt_x"/>
                                          </p:val>
                                        </p:tav>
                                        <p:tav tm="100%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graphicEl>
                                              <a:dgm id="{7939E620-8772-4F12-B25E-D060EB6FAA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%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%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purl.oclc.org/ooxml/officeDocument/relationships/image" Target="../media/image1.jpeg"/></Relationships>
</file>

<file path=ppt/theme/theme1.xml><?xml version="1.0" encoding="utf-8"?>
<a:theme xmlns:a="http://purl.oclc.org/ooxml/drawingml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%">
              <a:schemeClr val="phClr">
                <a:tint val="60%"/>
                <a:lumMod val="110%"/>
              </a:schemeClr>
            </a:gs>
            <a:gs pos="100%">
              <a:schemeClr val="phClr">
                <a:tint val="88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tint val="96%"/>
                <a:lumMod val="104%"/>
              </a:schemeClr>
            </a:gs>
            <a:gs pos="100%">
              <a:schemeClr val="phClr">
                <a:shade val="90%"/>
                <a:lumMod val="90%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%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%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%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purl.oclc.org/ooxml/officeDocument/relationships" r:embed="rId1">
            <a:duotone>
              <a:schemeClr val="phClr">
                <a:shade val="80%"/>
                <a:lumMod val="80%"/>
              </a:schemeClr>
              <a:schemeClr val="phClr">
                <a:tint val="98%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%">
              <a:schemeClr val="phClr">
                <a:lumMod val="110%"/>
                <a:satMod val="105%"/>
                <a:tint val="67%"/>
              </a:schemeClr>
            </a:gs>
            <a:gs pos="50%">
              <a:schemeClr val="phClr">
                <a:lumMod val="105%"/>
                <a:satMod val="103%"/>
                <a:tint val="73%"/>
              </a:schemeClr>
            </a:gs>
            <a:gs pos="100%">
              <a:schemeClr val="phClr">
                <a:lumMod val="105%"/>
                <a:satMod val="109%"/>
                <a:tint val="81%"/>
              </a:schemeClr>
            </a:gs>
          </a:gsLst>
          <a:lin ang="5400000" scaled="0"/>
        </a:gradFill>
        <a:gradFill rotWithShape="1">
          <a:gsLst>
            <a:gs pos="0%">
              <a:schemeClr val="phClr">
                <a:satMod val="103%"/>
                <a:lumMod val="102%"/>
                <a:tint val="94%"/>
              </a:schemeClr>
            </a:gs>
            <a:gs pos="50%">
              <a:schemeClr val="phClr">
                <a:satMod val="110%"/>
                <a:lumMod val="100%"/>
                <a:shade val="100%"/>
              </a:schemeClr>
            </a:gs>
            <a:gs pos="100%">
              <a:schemeClr val="phClr">
                <a:lumMod val="99%"/>
                <a:satMod val="120%"/>
                <a:shade val="78%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%"/>
        </a:ln>
        <a:ln w="12700" cap="flat" cmpd="sng" algn="ctr">
          <a:solidFill>
            <a:schemeClr val="phClr"/>
          </a:solidFill>
          <a:prstDash val="solid"/>
          <a:miter lim="800%"/>
        </a:ln>
        <a:ln w="19050" cap="flat" cmpd="sng" algn="ctr">
          <a:solidFill>
            <a:schemeClr val="phClr"/>
          </a:solidFill>
          <a:prstDash val="solid"/>
          <a:miter lim="800%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%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%"/>
            <a:satMod val="170%"/>
          </a:schemeClr>
        </a:solidFill>
        <a:gradFill rotWithShape="1">
          <a:gsLst>
            <a:gs pos="0%">
              <a:schemeClr val="phClr">
                <a:tint val="93%"/>
                <a:satMod val="150%"/>
                <a:shade val="98%"/>
                <a:lumMod val="102%"/>
              </a:schemeClr>
            </a:gs>
            <a:gs pos="50%">
              <a:schemeClr val="phClr">
                <a:tint val="98%"/>
                <a:satMod val="130%"/>
                <a:shade val="90%"/>
                <a:lumMod val="103%"/>
              </a:schemeClr>
            </a:gs>
            <a:gs pos="100%">
              <a:schemeClr val="phClr">
                <a:shade val="63%"/>
                <a:satMod val="120%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purl.oclc.org/ooxml/drawingml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purl.oclc.org/ooxml/officeDocument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purl.oclc.org/ooxml/officeDocument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purl.oclc.org/ooxml/officeDocument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purl.oclc.org/ooxml/officeDocument/customXml" ds:itemID="{64B270AB-C138-415C-897E-3C24487DECF1}">
  <ds:schemaRefs>
    <ds:schemaRef ds:uri="http://schemas.microsoft.com/sharepoint/v3/contenttype/forms"/>
  </ds:schemaRefs>
</ds:datastoreItem>
</file>

<file path=customXml/itemProps2.xml><?xml version="1.0" encoding="utf-8"?>
<ds:datastoreItem xmlns:ds="http://purl.oclc.org/ooxml/officeDocument/customXml" ds:itemID="{2C4C00F4-06E9-43E3-AD97-88A857CEFA82}">
  <ds:schemaRefs>
    <ds:schemaRef ds:uri="http://purl.org/dc/elements/1.1/"/>
    <ds:schemaRef ds:uri="16c05727-aa75-4e4a-9b5f-8a80a1165891"/>
    <ds:schemaRef ds:uri="http://schemas.microsoft.com/office/2006/metadata/properties"/>
    <ds:schemaRef ds:uri="http://purl.org/dc/dcmitype/"/>
    <ds:schemaRef ds:uri="71af3243-3dd4-4a8d-8c0d-dd76da1f02a5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purl.oclc.org/ooxml/officeDocument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purl.oclc.org/ooxml/officeDocument/extendedProperties" xmlns:vt="http://purl.oclc.org/ooxml/officeDocument/docPropsVTypes">
  <TotalTime>5010</TotalTime>
  <Words>1052</Words>
  <Application>Microsoft Macintosh PowerPoint</Application>
  <PresentationFormat>Widescreen</PresentationFormat>
  <Paragraphs>129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Goudy Old Style</vt:lpstr>
      <vt:lpstr>Wingdings 2</vt:lpstr>
      <vt:lpstr>SlateVTI</vt:lpstr>
      <vt:lpstr>ECON251 Industry and Trade in Asia </vt:lpstr>
      <vt:lpstr>Exam Format </vt:lpstr>
      <vt:lpstr>A quick  overview </vt:lpstr>
      <vt:lpstr>A quick  overview </vt:lpstr>
      <vt:lpstr>A quick  overview </vt:lpstr>
      <vt:lpstr>A quick  overview </vt:lpstr>
      <vt:lpstr>A quick  overview </vt:lpstr>
      <vt:lpstr>A quick  overview </vt:lpstr>
      <vt:lpstr>Exam format and Revision techniques  </vt:lpstr>
      <vt:lpstr>Exam format and Revision techniques  </vt:lpstr>
      <vt:lpstr>Exam format Revision techniques  </vt:lpstr>
      <vt:lpstr>Exam format Revision techniques  </vt:lpstr>
      <vt:lpstr>Exam format Revision techniques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ECON251 INDUSTRY AND TRADE IN ASIA</dc:title>
  <dc:creator>Clare Kon</dc:creator>
  <cp:lastModifiedBy>Joseph Koh</cp:lastModifiedBy>
  <cp:revision>9</cp:revision>
  <dcterms:created xsi:type="dcterms:W3CDTF">2020-08-20T03:39:51Z</dcterms:created>
  <dcterms:modified xsi:type="dcterms:W3CDTF">2026-08-15T08:35:32Z</dcterms:modified>
</cp:coreProperties>
</file>