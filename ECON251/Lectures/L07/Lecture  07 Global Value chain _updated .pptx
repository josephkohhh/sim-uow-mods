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70" r:id="rId3"/>
    <p:sldId id="312" r:id="rId4"/>
    <p:sldId id="321" r:id="rId5"/>
    <p:sldId id="286" r:id="rId6"/>
    <p:sldId id="313" r:id="rId7"/>
    <p:sldId id="315" r:id="rId8"/>
    <p:sldId id="318" r:id="rId9"/>
    <p:sldId id="309" r:id="rId10"/>
    <p:sldId id="317" r:id="rId11"/>
    <p:sldId id="316" r:id="rId12"/>
    <p:sldId id="320" r:id="rId13"/>
    <p:sldId id="258" r:id="rId14"/>
    <p:sldId id="279" r:id="rId15"/>
    <p:sldId id="303" r:id="rId16"/>
    <p:sldId id="333" r:id="rId17"/>
    <p:sldId id="334" r:id="rId18"/>
    <p:sldId id="335" r:id="rId19"/>
    <p:sldId id="323" r:id="rId20"/>
    <p:sldId id="278" r:id="rId21"/>
    <p:sldId id="306" r:id="rId22"/>
    <p:sldId id="262" r:id="rId23"/>
    <p:sldId id="308" r:id="rId24"/>
    <p:sldId id="268" r:id="rId25"/>
    <p:sldId id="271" r:id="rId26"/>
    <p:sldId id="307" r:id="rId27"/>
    <p:sldId id="267" r:id="rId28"/>
    <p:sldId id="299" r:id="rId29"/>
    <p:sldId id="296" r:id="rId30"/>
    <p:sldId id="328" r:id="rId31"/>
    <p:sldId id="311" r:id="rId32"/>
    <p:sldId id="331" r:id="rId33"/>
    <p:sldId id="332" r:id="rId34"/>
    <p:sldId id="329" r:id="rId35"/>
    <p:sldId id="324" r:id="rId36"/>
    <p:sldId id="326" r:id="rId37"/>
    <p:sldId id="327"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B9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5" autoAdjust="0"/>
    <p:restoredTop sz="95186" autoAdjust="0"/>
  </p:normalViewPr>
  <p:slideViewPr>
    <p:cSldViewPr snapToGrid="0">
      <p:cViewPr varScale="1">
        <p:scale>
          <a:sx n="83" d="100"/>
          <a:sy n="83" d="100"/>
        </p:scale>
        <p:origin x="63"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re Kon" userId="8ec0a7e0-97f1-4a41-9e10-98845775cba8" providerId="ADAL" clId="{19B4FEDA-15B1-4B31-A1A0-A589522E24D5}"/>
    <pc:docChg chg="undo custSel addSld delSld modSld">
      <pc:chgData name="Clare Kon" userId="8ec0a7e0-97f1-4a41-9e10-98845775cba8" providerId="ADAL" clId="{19B4FEDA-15B1-4B31-A1A0-A589522E24D5}" dt="2026-07-30T06:48:59.387" v="831" actId="47"/>
      <pc:docMkLst>
        <pc:docMk/>
      </pc:docMkLst>
      <pc:sldChg chg="addSp modSp mod">
        <pc:chgData name="Clare Kon" userId="8ec0a7e0-97f1-4a41-9e10-98845775cba8" providerId="ADAL" clId="{19B4FEDA-15B1-4B31-A1A0-A589522E24D5}" dt="2026-07-29T08:26:04.267" v="655" actId="1036"/>
        <pc:sldMkLst>
          <pc:docMk/>
          <pc:sldMk cId="4059825506" sldId="262"/>
        </pc:sldMkLst>
        <pc:spChg chg="add mod">
          <ac:chgData name="Clare Kon" userId="8ec0a7e0-97f1-4a41-9e10-98845775cba8" providerId="ADAL" clId="{19B4FEDA-15B1-4B31-A1A0-A589522E24D5}" dt="2026-07-29T08:26:04.267" v="655" actId="1036"/>
          <ac:spMkLst>
            <pc:docMk/>
            <pc:sldMk cId="4059825506" sldId="262"/>
            <ac:spMk id="7" creationId="{4E810DFC-DE4D-830F-6203-995DFB2BB3A0}"/>
          </ac:spMkLst>
        </pc:spChg>
        <pc:spChg chg="add mod">
          <ac:chgData name="Clare Kon" userId="8ec0a7e0-97f1-4a41-9e10-98845775cba8" providerId="ADAL" clId="{19B4FEDA-15B1-4B31-A1A0-A589522E24D5}" dt="2026-07-29T04:10:41.986" v="35" actId="14100"/>
          <ac:spMkLst>
            <pc:docMk/>
            <pc:sldMk cId="4059825506" sldId="262"/>
            <ac:spMk id="9" creationId="{18C03790-86B5-CD00-0933-8CE704FA8A28}"/>
          </ac:spMkLst>
        </pc:spChg>
        <pc:picChg chg="mod">
          <ac:chgData name="Clare Kon" userId="8ec0a7e0-97f1-4a41-9e10-98845775cba8" providerId="ADAL" clId="{19B4FEDA-15B1-4B31-A1A0-A589522E24D5}" dt="2026-07-29T04:09:59.991" v="33" actId="1076"/>
          <ac:picMkLst>
            <pc:docMk/>
            <pc:sldMk cId="4059825506" sldId="262"/>
            <ac:picMk id="5" creationId="{92A36A6D-EFBF-B36F-D798-D0B0CF86EFDE}"/>
          </ac:picMkLst>
        </pc:picChg>
      </pc:sldChg>
      <pc:sldChg chg="modSp mod">
        <pc:chgData name="Clare Kon" userId="8ec0a7e0-97f1-4a41-9e10-98845775cba8" providerId="ADAL" clId="{19B4FEDA-15B1-4B31-A1A0-A589522E24D5}" dt="2026-07-30T06:46:42.511" v="828" actId="14100"/>
        <pc:sldMkLst>
          <pc:docMk/>
          <pc:sldMk cId="2202317419" sldId="267"/>
        </pc:sldMkLst>
        <pc:picChg chg="mod">
          <ac:chgData name="Clare Kon" userId="8ec0a7e0-97f1-4a41-9e10-98845775cba8" providerId="ADAL" clId="{19B4FEDA-15B1-4B31-A1A0-A589522E24D5}" dt="2026-07-30T06:46:42.511" v="828" actId="14100"/>
          <ac:picMkLst>
            <pc:docMk/>
            <pc:sldMk cId="2202317419" sldId="267"/>
            <ac:picMk id="3" creationId="{F6B502FB-1E61-6E2E-1EB4-689D49775F95}"/>
          </ac:picMkLst>
        </pc:picChg>
      </pc:sldChg>
      <pc:sldChg chg="modSp mod">
        <pc:chgData name="Clare Kon" userId="8ec0a7e0-97f1-4a41-9e10-98845775cba8" providerId="ADAL" clId="{19B4FEDA-15B1-4B31-A1A0-A589522E24D5}" dt="2026-07-29T03:58:40.628" v="1" actId="20577"/>
        <pc:sldMkLst>
          <pc:docMk/>
          <pc:sldMk cId="983674541" sldId="270"/>
        </pc:sldMkLst>
        <pc:spChg chg="mod">
          <ac:chgData name="Clare Kon" userId="8ec0a7e0-97f1-4a41-9e10-98845775cba8" providerId="ADAL" clId="{19B4FEDA-15B1-4B31-A1A0-A589522E24D5}" dt="2026-07-29T03:58:40.628" v="1" actId="20577"/>
          <ac:spMkLst>
            <pc:docMk/>
            <pc:sldMk cId="983674541" sldId="270"/>
            <ac:spMk id="3" creationId="{614717A3-68D5-AC31-25F1-42503F36B76E}"/>
          </ac:spMkLst>
        </pc:spChg>
      </pc:sldChg>
      <pc:sldChg chg="modSp mod">
        <pc:chgData name="Clare Kon" userId="8ec0a7e0-97f1-4a41-9e10-98845775cba8" providerId="ADAL" clId="{19B4FEDA-15B1-4B31-A1A0-A589522E24D5}" dt="2026-07-30T06:46:20.224" v="827" actId="113"/>
        <pc:sldMkLst>
          <pc:docMk/>
          <pc:sldMk cId="1537907045" sldId="271"/>
        </pc:sldMkLst>
        <pc:spChg chg="mod">
          <ac:chgData name="Clare Kon" userId="8ec0a7e0-97f1-4a41-9e10-98845775cba8" providerId="ADAL" clId="{19B4FEDA-15B1-4B31-A1A0-A589522E24D5}" dt="2026-07-30T06:46:20.224" v="827" actId="113"/>
          <ac:spMkLst>
            <pc:docMk/>
            <pc:sldMk cId="1537907045" sldId="271"/>
            <ac:spMk id="3" creationId="{A30CE947-1477-A840-BF98-63C14FB8DB71}"/>
          </ac:spMkLst>
        </pc:spChg>
      </pc:sldChg>
      <pc:sldChg chg="modSp mod">
        <pc:chgData name="Clare Kon" userId="8ec0a7e0-97f1-4a41-9e10-98845775cba8" providerId="ADAL" clId="{19B4FEDA-15B1-4B31-A1A0-A589522E24D5}" dt="2026-07-29T04:06:53.914" v="24" actId="14100"/>
        <pc:sldMkLst>
          <pc:docMk/>
          <pc:sldMk cId="2108073960" sldId="278"/>
        </pc:sldMkLst>
        <pc:picChg chg="mod">
          <ac:chgData name="Clare Kon" userId="8ec0a7e0-97f1-4a41-9e10-98845775cba8" providerId="ADAL" clId="{19B4FEDA-15B1-4B31-A1A0-A589522E24D5}" dt="2026-07-29T04:06:53.914" v="24" actId="14100"/>
          <ac:picMkLst>
            <pc:docMk/>
            <pc:sldMk cId="2108073960" sldId="278"/>
            <ac:picMk id="3" creationId="{1C1C34D1-ABF9-F9F8-4A47-15F9C723E4F1}"/>
          </ac:picMkLst>
        </pc:picChg>
      </pc:sldChg>
      <pc:sldChg chg="addSp modSp mod">
        <pc:chgData name="Clare Kon" userId="8ec0a7e0-97f1-4a41-9e10-98845775cba8" providerId="ADAL" clId="{19B4FEDA-15B1-4B31-A1A0-A589522E24D5}" dt="2026-07-29T04:05:09.064" v="22" actId="20577"/>
        <pc:sldMkLst>
          <pc:docMk/>
          <pc:sldMk cId="1730227195" sldId="279"/>
        </pc:sldMkLst>
        <pc:spChg chg="add mod">
          <ac:chgData name="Clare Kon" userId="8ec0a7e0-97f1-4a41-9e10-98845775cba8" providerId="ADAL" clId="{19B4FEDA-15B1-4B31-A1A0-A589522E24D5}" dt="2026-07-29T04:05:09.064" v="22" actId="20577"/>
          <ac:spMkLst>
            <pc:docMk/>
            <pc:sldMk cId="1730227195" sldId="279"/>
            <ac:spMk id="5" creationId="{EB00715A-6378-E677-4FB5-CB56BA5E1CF3}"/>
          </ac:spMkLst>
        </pc:spChg>
        <pc:spChg chg="mod">
          <ac:chgData name="Clare Kon" userId="8ec0a7e0-97f1-4a41-9e10-98845775cba8" providerId="ADAL" clId="{19B4FEDA-15B1-4B31-A1A0-A589522E24D5}" dt="2026-07-29T04:04:28.575" v="6" actId="113"/>
          <ac:spMkLst>
            <pc:docMk/>
            <pc:sldMk cId="1730227195" sldId="279"/>
            <ac:spMk id="6" creationId="{806494D4-0B23-E442-6B73-01BD2E096E2B}"/>
          </ac:spMkLst>
        </pc:spChg>
      </pc:sldChg>
      <pc:sldChg chg="del">
        <pc:chgData name="Clare Kon" userId="8ec0a7e0-97f1-4a41-9e10-98845775cba8" providerId="ADAL" clId="{19B4FEDA-15B1-4B31-A1A0-A589522E24D5}" dt="2026-07-30T06:48:59.387" v="831" actId="47"/>
        <pc:sldMkLst>
          <pc:docMk/>
          <pc:sldMk cId="800139798" sldId="293"/>
        </pc:sldMkLst>
      </pc:sldChg>
      <pc:sldChg chg="addSp modSp mod">
        <pc:chgData name="Clare Kon" userId="8ec0a7e0-97f1-4a41-9e10-98845775cba8" providerId="ADAL" clId="{19B4FEDA-15B1-4B31-A1A0-A589522E24D5}" dt="2026-07-29T04:13:41.865" v="39" actId="1076"/>
        <pc:sldMkLst>
          <pc:docMk/>
          <pc:sldMk cId="2622723816" sldId="308"/>
        </pc:sldMkLst>
        <pc:spChg chg="add mod">
          <ac:chgData name="Clare Kon" userId="8ec0a7e0-97f1-4a41-9e10-98845775cba8" providerId="ADAL" clId="{19B4FEDA-15B1-4B31-A1A0-A589522E24D5}" dt="2026-07-29T04:13:41.865" v="39" actId="1076"/>
          <ac:spMkLst>
            <pc:docMk/>
            <pc:sldMk cId="2622723816" sldId="308"/>
            <ac:spMk id="2" creationId="{85CEA753-9EB9-B4EC-B5AB-548FD9EE9296}"/>
          </ac:spMkLst>
        </pc:spChg>
        <pc:picChg chg="mod">
          <ac:chgData name="Clare Kon" userId="8ec0a7e0-97f1-4a41-9e10-98845775cba8" providerId="ADAL" clId="{19B4FEDA-15B1-4B31-A1A0-A589522E24D5}" dt="2026-07-29T04:13:32.754" v="37" actId="1076"/>
          <ac:picMkLst>
            <pc:docMk/>
            <pc:sldMk cId="2622723816" sldId="308"/>
            <ac:picMk id="4" creationId="{F04BBE03-D814-40C6-5173-45CD915F4EC1}"/>
          </ac:picMkLst>
        </pc:picChg>
      </pc:sldChg>
      <pc:sldChg chg="modSp mod">
        <pc:chgData name="Clare Kon" userId="8ec0a7e0-97f1-4a41-9e10-98845775cba8" providerId="ADAL" clId="{19B4FEDA-15B1-4B31-A1A0-A589522E24D5}" dt="2026-07-29T04:24:21.859" v="304" actId="20577"/>
        <pc:sldMkLst>
          <pc:docMk/>
          <pc:sldMk cId="3896186411" sldId="311"/>
        </pc:sldMkLst>
        <pc:spChg chg="mod">
          <ac:chgData name="Clare Kon" userId="8ec0a7e0-97f1-4a41-9e10-98845775cba8" providerId="ADAL" clId="{19B4FEDA-15B1-4B31-A1A0-A589522E24D5}" dt="2026-07-29T04:24:21.859" v="304" actId="20577"/>
          <ac:spMkLst>
            <pc:docMk/>
            <pc:sldMk cId="3896186411" sldId="311"/>
            <ac:spMk id="5" creationId="{980133C7-6D9C-F29D-5168-F0A05F17B99D}"/>
          </ac:spMkLst>
        </pc:spChg>
      </pc:sldChg>
      <pc:sldChg chg="addSp modSp mod">
        <pc:chgData name="Clare Kon" userId="8ec0a7e0-97f1-4a41-9e10-98845775cba8" providerId="ADAL" clId="{19B4FEDA-15B1-4B31-A1A0-A589522E24D5}" dt="2026-07-30T06:47:55.009" v="829" actId="6549"/>
        <pc:sldMkLst>
          <pc:docMk/>
          <pc:sldMk cId="3108051097" sldId="324"/>
        </pc:sldMkLst>
        <pc:spChg chg="mod">
          <ac:chgData name="Clare Kon" userId="8ec0a7e0-97f1-4a41-9e10-98845775cba8" providerId="ADAL" clId="{19B4FEDA-15B1-4B31-A1A0-A589522E24D5}" dt="2026-07-30T06:47:55.009" v="829" actId="6549"/>
          <ac:spMkLst>
            <pc:docMk/>
            <pc:sldMk cId="3108051097" sldId="324"/>
            <ac:spMk id="5" creationId="{B7D171F9-5DA8-1B6E-53E2-4EEE5D4CE704}"/>
          </ac:spMkLst>
        </pc:spChg>
        <pc:spChg chg="mod">
          <ac:chgData name="Clare Kon" userId="8ec0a7e0-97f1-4a41-9e10-98845775cba8" providerId="ADAL" clId="{19B4FEDA-15B1-4B31-A1A0-A589522E24D5}" dt="2026-07-29T04:35:19.854" v="382" actId="1076"/>
          <ac:spMkLst>
            <pc:docMk/>
            <pc:sldMk cId="3108051097" sldId="324"/>
            <ac:spMk id="9" creationId="{6262F152-A09B-F144-BF30-2EAC84F46614}"/>
          </ac:spMkLst>
        </pc:spChg>
        <pc:spChg chg="add mod">
          <ac:chgData name="Clare Kon" userId="8ec0a7e0-97f1-4a41-9e10-98845775cba8" providerId="ADAL" clId="{19B4FEDA-15B1-4B31-A1A0-A589522E24D5}" dt="2026-07-29T08:45:39.714" v="668" actId="20577"/>
          <ac:spMkLst>
            <pc:docMk/>
            <pc:sldMk cId="3108051097" sldId="324"/>
            <ac:spMk id="10" creationId="{892B59EA-B887-62DB-2885-4FFCD88609EA}"/>
          </ac:spMkLst>
        </pc:spChg>
      </pc:sldChg>
      <pc:sldChg chg="addSp modSp mod">
        <pc:chgData name="Clare Kon" userId="8ec0a7e0-97f1-4a41-9e10-98845775cba8" providerId="ADAL" clId="{19B4FEDA-15B1-4B31-A1A0-A589522E24D5}" dt="2026-07-29T09:09:37.316" v="825" actId="20577"/>
        <pc:sldMkLst>
          <pc:docMk/>
          <pc:sldMk cId="1591714395" sldId="326"/>
        </pc:sldMkLst>
        <pc:spChg chg="mod">
          <ac:chgData name="Clare Kon" userId="8ec0a7e0-97f1-4a41-9e10-98845775cba8" providerId="ADAL" clId="{19B4FEDA-15B1-4B31-A1A0-A589522E24D5}" dt="2026-07-29T09:07:31.907" v="726" actId="1076"/>
          <ac:spMkLst>
            <pc:docMk/>
            <pc:sldMk cId="1591714395" sldId="326"/>
            <ac:spMk id="3" creationId="{03688F35-085D-ECC7-F350-B89C0F2705EE}"/>
          </ac:spMkLst>
        </pc:spChg>
        <pc:spChg chg="add mod">
          <ac:chgData name="Clare Kon" userId="8ec0a7e0-97f1-4a41-9e10-98845775cba8" providerId="ADAL" clId="{19B4FEDA-15B1-4B31-A1A0-A589522E24D5}" dt="2026-07-29T04:38:49.676" v="510" actId="14100"/>
          <ac:spMkLst>
            <pc:docMk/>
            <pc:sldMk cId="1591714395" sldId="326"/>
            <ac:spMk id="5" creationId="{4748E2B2-3A9B-CE5A-C512-9B7CB3AC0C7E}"/>
          </ac:spMkLst>
        </pc:spChg>
        <pc:spChg chg="mod">
          <ac:chgData name="Clare Kon" userId="8ec0a7e0-97f1-4a41-9e10-98845775cba8" providerId="ADAL" clId="{19B4FEDA-15B1-4B31-A1A0-A589522E24D5}" dt="2026-07-29T09:09:37.316" v="825" actId="20577"/>
          <ac:spMkLst>
            <pc:docMk/>
            <pc:sldMk cId="1591714395" sldId="326"/>
            <ac:spMk id="9" creationId="{8A3A8BD5-F51C-E274-A0F5-6B41C9126A65}"/>
          </ac:spMkLst>
        </pc:spChg>
        <pc:graphicFrameChg chg="modGraphic">
          <ac:chgData name="Clare Kon" userId="8ec0a7e0-97f1-4a41-9e10-98845775cba8" providerId="ADAL" clId="{19B4FEDA-15B1-4B31-A1A0-A589522E24D5}" dt="2026-07-29T04:39:23.740" v="516" actId="20577"/>
          <ac:graphicFrameMkLst>
            <pc:docMk/>
            <pc:sldMk cId="1591714395" sldId="326"/>
            <ac:graphicFrameMk id="4" creationId="{5DD3B98B-DBD4-79C5-10FD-1FCB1BFDCECC}"/>
          </ac:graphicFrameMkLst>
        </pc:graphicFrameChg>
      </pc:sldChg>
      <pc:sldChg chg="addSp modSp mod">
        <pc:chgData name="Clare Kon" userId="8ec0a7e0-97f1-4a41-9e10-98845775cba8" providerId="ADAL" clId="{19B4FEDA-15B1-4B31-A1A0-A589522E24D5}" dt="2026-07-29T04:04:06.940" v="5" actId="1076"/>
        <pc:sldMkLst>
          <pc:docMk/>
          <pc:sldMk cId="2110569708" sldId="333"/>
        </pc:sldMkLst>
        <pc:spChg chg="mod">
          <ac:chgData name="Clare Kon" userId="8ec0a7e0-97f1-4a41-9e10-98845775cba8" providerId="ADAL" clId="{19B4FEDA-15B1-4B31-A1A0-A589522E24D5}" dt="2026-07-29T04:02:51.237" v="2" actId="113"/>
          <ac:spMkLst>
            <pc:docMk/>
            <pc:sldMk cId="2110569708" sldId="333"/>
            <ac:spMk id="6" creationId="{3EDD7EE8-827C-DE26-E034-29E40A394A54}"/>
          </ac:spMkLst>
        </pc:spChg>
        <pc:spChg chg="add mod">
          <ac:chgData name="Clare Kon" userId="8ec0a7e0-97f1-4a41-9e10-98845775cba8" providerId="ADAL" clId="{19B4FEDA-15B1-4B31-A1A0-A589522E24D5}" dt="2026-07-29T04:04:06.940" v="5" actId="1076"/>
          <ac:spMkLst>
            <pc:docMk/>
            <pc:sldMk cId="2110569708" sldId="333"/>
            <ac:spMk id="10" creationId="{077ED11B-5BCD-9050-BACA-E7D59DB6AA3A}"/>
          </ac:spMkLst>
        </pc:spChg>
      </pc:sldChg>
      <pc:sldChg chg="modSp mod">
        <pc:chgData name="Clare Kon" userId="8ec0a7e0-97f1-4a41-9e10-98845775cba8" providerId="ADAL" clId="{19B4FEDA-15B1-4B31-A1A0-A589522E24D5}" dt="2026-07-29T04:03:16.928" v="3" actId="13926"/>
        <pc:sldMkLst>
          <pc:docMk/>
          <pc:sldMk cId="3930872327" sldId="334"/>
        </pc:sldMkLst>
        <pc:spChg chg="mod">
          <ac:chgData name="Clare Kon" userId="8ec0a7e0-97f1-4a41-9e10-98845775cba8" providerId="ADAL" clId="{19B4FEDA-15B1-4B31-A1A0-A589522E24D5}" dt="2026-07-29T04:03:16.928" v="3" actId="13926"/>
          <ac:spMkLst>
            <pc:docMk/>
            <pc:sldMk cId="3930872327" sldId="334"/>
            <ac:spMk id="12" creationId="{6E935568-F4B1-1ED5-3AD8-6FDEFCC74D1C}"/>
          </ac:spMkLst>
        </pc:spChg>
      </pc:sldChg>
      <pc:sldChg chg="modSp mod">
        <pc:chgData name="Clare Kon" userId="8ec0a7e0-97f1-4a41-9e10-98845775cba8" providerId="ADAL" clId="{19B4FEDA-15B1-4B31-A1A0-A589522E24D5}" dt="2026-07-29T04:06:28.447" v="23" actId="115"/>
        <pc:sldMkLst>
          <pc:docMk/>
          <pc:sldMk cId="3060659527" sldId="335"/>
        </pc:sldMkLst>
        <pc:spChg chg="mod">
          <ac:chgData name="Clare Kon" userId="8ec0a7e0-97f1-4a41-9e10-98845775cba8" providerId="ADAL" clId="{19B4FEDA-15B1-4B31-A1A0-A589522E24D5}" dt="2026-07-29T04:06:28.447" v="23" actId="115"/>
          <ac:spMkLst>
            <pc:docMk/>
            <pc:sldMk cId="3060659527" sldId="335"/>
            <ac:spMk id="3" creationId="{84847978-8881-23A9-555D-685326CC0AC2}"/>
          </ac:spMkLst>
        </pc:spChg>
      </pc:sldChg>
      <pc:sldChg chg="new del">
        <pc:chgData name="Clare Kon" userId="8ec0a7e0-97f1-4a41-9e10-98845775cba8" providerId="ADAL" clId="{19B4FEDA-15B1-4B31-A1A0-A589522E24D5}" dt="2026-07-30T06:48:45.728" v="830" actId="47"/>
        <pc:sldMkLst>
          <pc:docMk/>
          <pc:sldMk cId="361595202" sldId="33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0C2563-D694-4B7A-B9D4-5AE2D837C858}" type="doc">
      <dgm:prSet loTypeId="urn:microsoft.com/office/officeart/2005/8/layout/gear1" loCatId="relationship" qsTypeId="urn:microsoft.com/office/officeart/2005/8/quickstyle/simple1" qsCatId="simple" csTypeId="urn:microsoft.com/office/officeart/2005/8/colors/accent1_2" csCatId="accent1" phldr="1"/>
      <dgm:spPr/>
    </dgm:pt>
    <dgm:pt modelId="{CBE8D540-4ED8-4131-9A58-E84BBA593898}">
      <dgm:prSet phldrT="[Text]" custT="1"/>
      <dgm:spPr/>
      <dgm:t>
        <a:bodyPr/>
        <a:lstStyle/>
        <a:p>
          <a:r>
            <a:rPr lang="en-GB" sz="7200" dirty="0"/>
            <a:t>FDI</a:t>
          </a:r>
          <a:endParaRPr lang="en-SG" sz="7200" dirty="0"/>
        </a:p>
      </dgm:t>
    </dgm:pt>
    <dgm:pt modelId="{81E79DAC-2AED-4110-A003-837196B2E956}" type="parTrans" cxnId="{9F3CC733-E51B-4183-9043-34D70EE4EF49}">
      <dgm:prSet/>
      <dgm:spPr/>
      <dgm:t>
        <a:bodyPr/>
        <a:lstStyle/>
        <a:p>
          <a:endParaRPr lang="en-SG"/>
        </a:p>
      </dgm:t>
    </dgm:pt>
    <dgm:pt modelId="{2E2933C0-01AA-413D-8EFB-6B3677F7A88B}" type="sibTrans" cxnId="{9F3CC733-E51B-4183-9043-34D70EE4EF49}">
      <dgm:prSet/>
      <dgm:spPr/>
      <dgm:t>
        <a:bodyPr/>
        <a:lstStyle/>
        <a:p>
          <a:endParaRPr lang="en-SG"/>
        </a:p>
      </dgm:t>
    </dgm:pt>
    <dgm:pt modelId="{0C8D826E-E0AB-4A6F-B5B2-7219BAC78701}">
      <dgm:prSet phldrT="[Text]" custT="1"/>
      <dgm:spPr/>
      <dgm:t>
        <a:bodyPr/>
        <a:lstStyle/>
        <a:p>
          <a:r>
            <a:rPr lang="en-GB" sz="4000" dirty="0"/>
            <a:t>EPZ</a:t>
          </a:r>
          <a:endParaRPr lang="en-SG" sz="4000" dirty="0"/>
        </a:p>
      </dgm:t>
    </dgm:pt>
    <dgm:pt modelId="{02CA93D4-23A1-40C3-B25F-B01E66E21ABC}" type="parTrans" cxnId="{F39B48BF-8E5D-49C9-B0C0-060FDA6AFC49}">
      <dgm:prSet/>
      <dgm:spPr/>
      <dgm:t>
        <a:bodyPr/>
        <a:lstStyle/>
        <a:p>
          <a:endParaRPr lang="en-SG"/>
        </a:p>
      </dgm:t>
    </dgm:pt>
    <dgm:pt modelId="{8F94A8E6-A5D9-4130-B67A-DC7D9A0CA032}" type="sibTrans" cxnId="{F39B48BF-8E5D-49C9-B0C0-060FDA6AFC49}">
      <dgm:prSet/>
      <dgm:spPr/>
      <dgm:t>
        <a:bodyPr/>
        <a:lstStyle/>
        <a:p>
          <a:endParaRPr lang="en-SG"/>
        </a:p>
      </dgm:t>
    </dgm:pt>
    <dgm:pt modelId="{BED643F0-0FEF-4212-844F-3285709B17B5}">
      <dgm:prSet phldrT="[Text]"/>
      <dgm:spPr/>
      <dgm:t>
        <a:bodyPr/>
        <a:lstStyle/>
        <a:p>
          <a:r>
            <a:rPr lang="en-GB" dirty="0"/>
            <a:t>Regionalisation </a:t>
          </a:r>
          <a:endParaRPr lang="en-SG" dirty="0"/>
        </a:p>
      </dgm:t>
    </dgm:pt>
    <dgm:pt modelId="{34C9008E-6367-455D-88BF-F57CF522B25E}" type="parTrans" cxnId="{8B6C5CD9-9B13-47F5-9D20-CFC3B5EE1100}">
      <dgm:prSet/>
      <dgm:spPr/>
      <dgm:t>
        <a:bodyPr/>
        <a:lstStyle/>
        <a:p>
          <a:endParaRPr lang="en-SG"/>
        </a:p>
      </dgm:t>
    </dgm:pt>
    <dgm:pt modelId="{A39CE076-27A0-49AA-88BE-21E290091DE6}" type="sibTrans" cxnId="{8B6C5CD9-9B13-47F5-9D20-CFC3B5EE1100}">
      <dgm:prSet/>
      <dgm:spPr/>
      <dgm:t>
        <a:bodyPr/>
        <a:lstStyle/>
        <a:p>
          <a:endParaRPr lang="en-SG"/>
        </a:p>
      </dgm:t>
    </dgm:pt>
    <dgm:pt modelId="{2E125DDF-7D63-44F4-B88E-FFCBCC86802D}" type="pres">
      <dgm:prSet presAssocID="{F60C2563-D694-4B7A-B9D4-5AE2D837C858}" presName="composite" presStyleCnt="0">
        <dgm:presLayoutVars>
          <dgm:chMax val="3"/>
          <dgm:animLvl val="lvl"/>
          <dgm:resizeHandles val="exact"/>
        </dgm:presLayoutVars>
      </dgm:prSet>
      <dgm:spPr/>
    </dgm:pt>
    <dgm:pt modelId="{947E7B36-2CF6-4F33-9184-10C08825472D}" type="pres">
      <dgm:prSet presAssocID="{CBE8D540-4ED8-4131-9A58-E84BBA593898}" presName="gear1" presStyleLbl="node1" presStyleIdx="0" presStyleCnt="3" custLinFactNeighborY="-683">
        <dgm:presLayoutVars>
          <dgm:chMax val="1"/>
          <dgm:bulletEnabled val="1"/>
        </dgm:presLayoutVars>
      </dgm:prSet>
      <dgm:spPr/>
    </dgm:pt>
    <dgm:pt modelId="{8F7FAFCF-FE42-450B-8D1D-D77E77950A16}" type="pres">
      <dgm:prSet presAssocID="{CBE8D540-4ED8-4131-9A58-E84BBA593898}" presName="gear1srcNode" presStyleLbl="node1" presStyleIdx="0" presStyleCnt="3"/>
      <dgm:spPr/>
    </dgm:pt>
    <dgm:pt modelId="{C7AFF2ED-44D6-42FF-A23B-22A800C5B461}" type="pres">
      <dgm:prSet presAssocID="{CBE8D540-4ED8-4131-9A58-E84BBA593898}" presName="gear1dstNode" presStyleLbl="node1" presStyleIdx="0" presStyleCnt="3"/>
      <dgm:spPr/>
    </dgm:pt>
    <dgm:pt modelId="{53BB9373-4C8A-467C-B98E-6BB0D6855127}" type="pres">
      <dgm:prSet presAssocID="{0C8D826E-E0AB-4A6F-B5B2-7219BAC78701}" presName="gear2" presStyleLbl="node1" presStyleIdx="1" presStyleCnt="3">
        <dgm:presLayoutVars>
          <dgm:chMax val="1"/>
          <dgm:bulletEnabled val="1"/>
        </dgm:presLayoutVars>
      </dgm:prSet>
      <dgm:spPr/>
    </dgm:pt>
    <dgm:pt modelId="{4C4C41C7-B787-45AD-B500-91760E9FE677}" type="pres">
      <dgm:prSet presAssocID="{0C8D826E-E0AB-4A6F-B5B2-7219BAC78701}" presName="gear2srcNode" presStyleLbl="node1" presStyleIdx="1" presStyleCnt="3"/>
      <dgm:spPr/>
    </dgm:pt>
    <dgm:pt modelId="{D551F89D-CA33-426D-97EC-373597C79794}" type="pres">
      <dgm:prSet presAssocID="{0C8D826E-E0AB-4A6F-B5B2-7219BAC78701}" presName="gear2dstNode" presStyleLbl="node1" presStyleIdx="1" presStyleCnt="3"/>
      <dgm:spPr/>
    </dgm:pt>
    <dgm:pt modelId="{C20FCDFD-165A-4268-A26D-4B12BFCBE905}" type="pres">
      <dgm:prSet presAssocID="{BED643F0-0FEF-4212-844F-3285709B17B5}" presName="gear3" presStyleLbl="node1" presStyleIdx="2" presStyleCnt="3"/>
      <dgm:spPr/>
    </dgm:pt>
    <dgm:pt modelId="{EF1622CF-A167-4956-AFE7-FF6C1E141213}" type="pres">
      <dgm:prSet presAssocID="{BED643F0-0FEF-4212-844F-3285709B17B5}" presName="gear3tx" presStyleLbl="node1" presStyleIdx="2" presStyleCnt="3">
        <dgm:presLayoutVars>
          <dgm:chMax val="1"/>
          <dgm:bulletEnabled val="1"/>
        </dgm:presLayoutVars>
      </dgm:prSet>
      <dgm:spPr/>
    </dgm:pt>
    <dgm:pt modelId="{5EBAB717-30D4-4F41-A8AE-8E71CF54B5CD}" type="pres">
      <dgm:prSet presAssocID="{BED643F0-0FEF-4212-844F-3285709B17B5}" presName="gear3srcNode" presStyleLbl="node1" presStyleIdx="2" presStyleCnt="3"/>
      <dgm:spPr/>
    </dgm:pt>
    <dgm:pt modelId="{A4370A7E-4B10-4B90-804F-8A774795B5DF}" type="pres">
      <dgm:prSet presAssocID="{BED643F0-0FEF-4212-844F-3285709B17B5}" presName="gear3dstNode" presStyleLbl="node1" presStyleIdx="2" presStyleCnt="3"/>
      <dgm:spPr/>
    </dgm:pt>
    <dgm:pt modelId="{A0D87567-96E6-4E8A-80EA-79D8C1218C8D}" type="pres">
      <dgm:prSet presAssocID="{2E2933C0-01AA-413D-8EFB-6B3677F7A88B}" presName="connector1" presStyleLbl="sibTrans2D1" presStyleIdx="0" presStyleCnt="3"/>
      <dgm:spPr/>
    </dgm:pt>
    <dgm:pt modelId="{C4F5208A-E743-46A0-84D1-BEEEC97A42A4}" type="pres">
      <dgm:prSet presAssocID="{8F94A8E6-A5D9-4130-B67A-DC7D9A0CA032}" presName="connector2" presStyleLbl="sibTrans2D1" presStyleIdx="1" presStyleCnt="3"/>
      <dgm:spPr/>
    </dgm:pt>
    <dgm:pt modelId="{8929244A-39C7-4197-8DA0-71C878F773AB}" type="pres">
      <dgm:prSet presAssocID="{A39CE076-27A0-49AA-88BE-21E290091DE6}" presName="connector3" presStyleLbl="sibTrans2D1" presStyleIdx="2" presStyleCnt="3"/>
      <dgm:spPr/>
    </dgm:pt>
  </dgm:ptLst>
  <dgm:cxnLst>
    <dgm:cxn modelId="{C5973E02-7383-4433-9EB7-F0650DA637A4}" type="presOf" srcId="{CBE8D540-4ED8-4131-9A58-E84BBA593898}" destId="{8F7FAFCF-FE42-450B-8D1D-D77E77950A16}" srcOrd="1" destOrd="0" presId="urn:microsoft.com/office/officeart/2005/8/layout/gear1"/>
    <dgm:cxn modelId="{EA0AC30A-F8D1-49E3-874D-6D7D36D72391}" type="presOf" srcId="{BED643F0-0FEF-4212-844F-3285709B17B5}" destId="{C20FCDFD-165A-4268-A26D-4B12BFCBE905}" srcOrd="0" destOrd="0" presId="urn:microsoft.com/office/officeart/2005/8/layout/gear1"/>
    <dgm:cxn modelId="{23884C2E-9D6A-4391-9DBA-967BBA24F106}" type="presOf" srcId="{CBE8D540-4ED8-4131-9A58-E84BBA593898}" destId="{C7AFF2ED-44D6-42FF-A23B-22A800C5B461}" srcOrd="2" destOrd="0" presId="urn:microsoft.com/office/officeart/2005/8/layout/gear1"/>
    <dgm:cxn modelId="{9F3CC733-E51B-4183-9043-34D70EE4EF49}" srcId="{F60C2563-D694-4B7A-B9D4-5AE2D837C858}" destId="{CBE8D540-4ED8-4131-9A58-E84BBA593898}" srcOrd="0" destOrd="0" parTransId="{81E79DAC-2AED-4110-A003-837196B2E956}" sibTransId="{2E2933C0-01AA-413D-8EFB-6B3677F7A88B}"/>
    <dgm:cxn modelId="{ED80B835-739F-4016-9AA4-4FF17374FBEE}" type="presOf" srcId="{BED643F0-0FEF-4212-844F-3285709B17B5}" destId="{5EBAB717-30D4-4F41-A8AE-8E71CF54B5CD}" srcOrd="2" destOrd="0" presId="urn:microsoft.com/office/officeart/2005/8/layout/gear1"/>
    <dgm:cxn modelId="{16170E37-19F3-4167-B667-AB1B2F932DF7}" type="presOf" srcId="{0C8D826E-E0AB-4A6F-B5B2-7219BAC78701}" destId="{4C4C41C7-B787-45AD-B500-91760E9FE677}" srcOrd="1" destOrd="0" presId="urn:microsoft.com/office/officeart/2005/8/layout/gear1"/>
    <dgm:cxn modelId="{5EA51A5F-1BA7-4938-A934-F0590F3CFF3C}" type="presOf" srcId="{0C8D826E-E0AB-4A6F-B5B2-7219BAC78701}" destId="{53BB9373-4C8A-467C-B98E-6BB0D6855127}" srcOrd="0" destOrd="0" presId="urn:microsoft.com/office/officeart/2005/8/layout/gear1"/>
    <dgm:cxn modelId="{82DEE568-D1F6-4477-881F-0683074742B7}" type="presOf" srcId="{BED643F0-0FEF-4212-844F-3285709B17B5}" destId="{A4370A7E-4B10-4B90-804F-8A774795B5DF}" srcOrd="3" destOrd="0" presId="urn:microsoft.com/office/officeart/2005/8/layout/gear1"/>
    <dgm:cxn modelId="{A174D36A-0DDB-4F49-8060-CEB0010B419D}" type="presOf" srcId="{CBE8D540-4ED8-4131-9A58-E84BBA593898}" destId="{947E7B36-2CF6-4F33-9184-10C08825472D}" srcOrd="0" destOrd="0" presId="urn:microsoft.com/office/officeart/2005/8/layout/gear1"/>
    <dgm:cxn modelId="{16AD934C-35DC-44E0-A673-FCE1D2A21E91}" type="presOf" srcId="{8F94A8E6-A5D9-4130-B67A-DC7D9A0CA032}" destId="{C4F5208A-E743-46A0-84D1-BEEEC97A42A4}" srcOrd="0" destOrd="0" presId="urn:microsoft.com/office/officeart/2005/8/layout/gear1"/>
    <dgm:cxn modelId="{E6927777-6636-49FE-94C6-5657D18DF45C}" type="presOf" srcId="{0C8D826E-E0AB-4A6F-B5B2-7219BAC78701}" destId="{D551F89D-CA33-426D-97EC-373597C79794}" srcOrd="2" destOrd="0" presId="urn:microsoft.com/office/officeart/2005/8/layout/gear1"/>
    <dgm:cxn modelId="{5DE2735A-9260-4931-8889-BBA9BF0A9203}" type="presOf" srcId="{2E2933C0-01AA-413D-8EFB-6B3677F7A88B}" destId="{A0D87567-96E6-4E8A-80EA-79D8C1218C8D}" srcOrd="0" destOrd="0" presId="urn:microsoft.com/office/officeart/2005/8/layout/gear1"/>
    <dgm:cxn modelId="{F39B48BF-8E5D-49C9-B0C0-060FDA6AFC49}" srcId="{F60C2563-D694-4B7A-B9D4-5AE2D837C858}" destId="{0C8D826E-E0AB-4A6F-B5B2-7219BAC78701}" srcOrd="1" destOrd="0" parTransId="{02CA93D4-23A1-40C3-B25F-B01E66E21ABC}" sibTransId="{8F94A8E6-A5D9-4130-B67A-DC7D9A0CA032}"/>
    <dgm:cxn modelId="{622EC4C6-E4C5-4E8E-9CF0-3F2C6729D106}" type="presOf" srcId="{BED643F0-0FEF-4212-844F-3285709B17B5}" destId="{EF1622CF-A167-4956-AFE7-FF6C1E141213}" srcOrd="1" destOrd="0" presId="urn:microsoft.com/office/officeart/2005/8/layout/gear1"/>
    <dgm:cxn modelId="{719F97D3-A7F0-4F59-BB27-F83886EA5F40}" type="presOf" srcId="{F60C2563-D694-4B7A-B9D4-5AE2D837C858}" destId="{2E125DDF-7D63-44F4-B88E-FFCBCC86802D}" srcOrd="0" destOrd="0" presId="urn:microsoft.com/office/officeart/2005/8/layout/gear1"/>
    <dgm:cxn modelId="{8B6C5CD9-9B13-47F5-9D20-CFC3B5EE1100}" srcId="{F60C2563-D694-4B7A-B9D4-5AE2D837C858}" destId="{BED643F0-0FEF-4212-844F-3285709B17B5}" srcOrd="2" destOrd="0" parTransId="{34C9008E-6367-455D-88BF-F57CF522B25E}" sibTransId="{A39CE076-27A0-49AA-88BE-21E290091DE6}"/>
    <dgm:cxn modelId="{E38C7DEB-E615-48B3-8654-F1D91EEC2C94}" type="presOf" srcId="{A39CE076-27A0-49AA-88BE-21E290091DE6}" destId="{8929244A-39C7-4197-8DA0-71C878F773AB}" srcOrd="0" destOrd="0" presId="urn:microsoft.com/office/officeart/2005/8/layout/gear1"/>
    <dgm:cxn modelId="{06975424-C574-47B3-B7B8-BC8A8075B073}" type="presParOf" srcId="{2E125DDF-7D63-44F4-B88E-FFCBCC86802D}" destId="{947E7B36-2CF6-4F33-9184-10C08825472D}" srcOrd="0" destOrd="0" presId="urn:microsoft.com/office/officeart/2005/8/layout/gear1"/>
    <dgm:cxn modelId="{85D5395D-B0FB-4148-9A8A-539B51E36A3A}" type="presParOf" srcId="{2E125DDF-7D63-44F4-B88E-FFCBCC86802D}" destId="{8F7FAFCF-FE42-450B-8D1D-D77E77950A16}" srcOrd="1" destOrd="0" presId="urn:microsoft.com/office/officeart/2005/8/layout/gear1"/>
    <dgm:cxn modelId="{BA6C7CEB-E08D-4C36-91E9-D1298F2FCCFD}" type="presParOf" srcId="{2E125DDF-7D63-44F4-B88E-FFCBCC86802D}" destId="{C7AFF2ED-44D6-42FF-A23B-22A800C5B461}" srcOrd="2" destOrd="0" presId="urn:microsoft.com/office/officeart/2005/8/layout/gear1"/>
    <dgm:cxn modelId="{583D842C-483E-413E-A53D-12B5D7CE10CB}" type="presParOf" srcId="{2E125DDF-7D63-44F4-B88E-FFCBCC86802D}" destId="{53BB9373-4C8A-467C-B98E-6BB0D6855127}" srcOrd="3" destOrd="0" presId="urn:microsoft.com/office/officeart/2005/8/layout/gear1"/>
    <dgm:cxn modelId="{AE4F376B-CD15-4CA2-9BBE-B9FABF6921C4}" type="presParOf" srcId="{2E125DDF-7D63-44F4-B88E-FFCBCC86802D}" destId="{4C4C41C7-B787-45AD-B500-91760E9FE677}" srcOrd="4" destOrd="0" presId="urn:microsoft.com/office/officeart/2005/8/layout/gear1"/>
    <dgm:cxn modelId="{06ECCBFC-770F-446C-ADFB-45D4A761497F}" type="presParOf" srcId="{2E125DDF-7D63-44F4-B88E-FFCBCC86802D}" destId="{D551F89D-CA33-426D-97EC-373597C79794}" srcOrd="5" destOrd="0" presId="urn:microsoft.com/office/officeart/2005/8/layout/gear1"/>
    <dgm:cxn modelId="{E232DDE8-ABF4-45F4-9220-73851E640D96}" type="presParOf" srcId="{2E125DDF-7D63-44F4-B88E-FFCBCC86802D}" destId="{C20FCDFD-165A-4268-A26D-4B12BFCBE905}" srcOrd="6" destOrd="0" presId="urn:microsoft.com/office/officeart/2005/8/layout/gear1"/>
    <dgm:cxn modelId="{208849B6-7BDF-4664-B0FB-B5EFBBD142DA}" type="presParOf" srcId="{2E125DDF-7D63-44F4-B88E-FFCBCC86802D}" destId="{EF1622CF-A167-4956-AFE7-FF6C1E141213}" srcOrd="7" destOrd="0" presId="urn:microsoft.com/office/officeart/2005/8/layout/gear1"/>
    <dgm:cxn modelId="{616C3B6A-3DC8-41E6-BEC1-BD4E7F90D09C}" type="presParOf" srcId="{2E125DDF-7D63-44F4-B88E-FFCBCC86802D}" destId="{5EBAB717-30D4-4F41-A8AE-8E71CF54B5CD}" srcOrd="8" destOrd="0" presId="urn:microsoft.com/office/officeart/2005/8/layout/gear1"/>
    <dgm:cxn modelId="{9A724691-58B9-4322-AA52-3783A852CF04}" type="presParOf" srcId="{2E125DDF-7D63-44F4-B88E-FFCBCC86802D}" destId="{A4370A7E-4B10-4B90-804F-8A774795B5DF}" srcOrd="9" destOrd="0" presId="urn:microsoft.com/office/officeart/2005/8/layout/gear1"/>
    <dgm:cxn modelId="{5DC1FEB4-54CD-4760-9DD0-5D3A08F71AEC}" type="presParOf" srcId="{2E125DDF-7D63-44F4-B88E-FFCBCC86802D}" destId="{A0D87567-96E6-4E8A-80EA-79D8C1218C8D}" srcOrd="10" destOrd="0" presId="urn:microsoft.com/office/officeart/2005/8/layout/gear1"/>
    <dgm:cxn modelId="{48239C9E-CA03-41F2-A61B-01FBDABA8272}" type="presParOf" srcId="{2E125DDF-7D63-44F4-B88E-FFCBCC86802D}" destId="{C4F5208A-E743-46A0-84D1-BEEEC97A42A4}" srcOrd="11" destOrd="0" presId="urn:microsoft.com/office/officeart/2005/8/layout/gear1"/>
    <dgm:cxn modelId="{BA8B7A15-ABD5-4A06-9700-1F8D5E4C7D8A}" type="presParOf" srcId="{2E125DDF-7D63-44F4-B88E-FFCBCC86802D}" destId="{8929244A-39C7-4197-8DA0-71C878F773AB}"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861A9E-FEA1-478A-B8C7-4CA3A798353D}"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SG"/>
        </a:p>
      </dgm:t>
    </dgm:pt>
    <dgm:pt modelId="{8FE782DC-EAC8-4851-94D2-C0CC9D49480E}">
      <dgm:prSet custT="1"/>
      <dgm:spPr/>
      <dgm:t>
        <a:bodyPr/>
        <a:lstStyle/>
        <a:p>
          <a:r>
            <a:rPr lang="en-GB" sz="2000" b="1" dirty="0">
              <a:solidFill>
                <a:srgbClr val="FF0000"/>
              </a:solidFill>
            </a:rPr>
            <a:t>Key characteristics of a GVC </a:t>
          </a:r>
          <a:endParaRPr lang="en-SG" sz="2000" b="1" dirty="0">
            <a:solidFill>
              <a:srgbClr val="FF0000"/>
            </a:solidFill>
          </a:endParaRPr>
        </a:p>
      </dgm:t>
    </dgm:pt>
    <dgm:pt modelId="{A8AE6484-5D60-40F5-A36D-DF1AC89B74BE}" type="parTrans" cxnId="{1160E27B-A891-49BC-B361-BDFAFF8F1D17}">
      <dgm:prSet/>
      <dgm:spPr/>
      <dgm:t>
        <a:bodyPr/>
        <a:lstStyle/>
        <a:p>
          <a:endParaRPr lang="en-SG"/>
        </a:p>
      </dgm:t>
    </dgm:pt>
    <dgm:pt modelId="{2E979442-E522-4B39-BACE-F720BAE9F039}" type="sibTrans" cxnId="{1160E27B-A891-49BC-B361-BDFAFF8F1D17}">
      <dgm:prSet/>
      <dgm:spPr/>
      <dgm:t>
        <a:bodyPr/>
        <a:lstStyle/>
        <a:p>
          <a:endParaRPr lang="en-SG"/>
        </a:p>
      </dgm:t>
    </dgm:pt>
    <dgm:pt modelId="{DFFA8372-576C-4A08-A61A-89A51F1A398E}">
      <dgm:prSet/>
      <dgm:spPr/>
      <dgm:t>
        <a:bodyPr/>
        <a:lstStyle/>
        <a:p>
          <a:r>
            <a:rPr lang="en-GB" b="1"/>
            <a:t>Fragmentation of Production</a:t>
          </a:r>
          <a:endParaRPr lang="en-SG"/>
        </a:p>
      </dgm:t>
    </dgm:pt>
    <dgm:pt modelId="{49725DD7-E9F9-4F4A-B48F-9B9D2876B562}" type="parTrans" cxnId="{1E34BEF3-9FBF-488C-90CE-F38F332DFC63}">
      <dgm:prSet/>
      <dgm:spPr/>
      <dgm:t>
        <a:bodyPr/>
        <a:lstStyle/>
        <a:p>
          <a:endParaRPr lang="en-SG"/>
        </a:p>
      </dgm:t>
    </dgm:pt>
    <dgm:pt modelId="{3BF00330-7958-4196-97AF-0C452A75D554}" type="sibTrans" cxnId="{1E34BEF3-9FBF-488C-90CE-F38F332DFC63}">
      <dgm:prSet/>
      <dgm:spPr/>
      <dgm:t>
        <a:bodyPr/>
        <a:lstStyle/>
        <a:p>
          <a:endParaRPr lang="en-SG"/>
        </a:p>
      </dgm:t>
    </dgm:pt>
    <dgm:pt modelId="{7AEC9507-6C22-49A5-9ED5-A46A9BF2EA76}">
      <dgm:prSet/>
      <dgm:spPr/>
      <dgm:t>
        <a:bodyPr/>
        <a:lstStyle/>
        <a:p>
          <a:r>
            <a:rPr lang="en-GB" b="1"/>
            <a:t>International Division of Labor</a:t>
          </a:r>
          <a:endParaRPr lang="en-SG"/>
        </a:p>
      </dgm:t>
    </dgm:pt>
    <dgm:pt modelId="{865346DE-A400-4307-81D4-D4B92D3D47D9}" type="parTrans" cxnId="{CB0F6780-0DA7-4D01-AD34-A11A2ED4AC30}">
      <dgm:prSet/>
      <dgm:spPr/>
      <dgm:t>
        <a:bodyPr/>
        <a:lstStyle/>
        <a:p>
          <a:endParaRPr lang="en-SG"/>
        </a:p>
      </dgm:t>
    </dgm:pt>
    <dgm:pt modelId="{32AB7BAA-BE3B-48EF-AB3B-162099C0C05A}" type="sibTrans" cxnId="{CB0F6780-0DA7-4D01-AD34-A11A2ED4AC30}">
      <dgm:prSet/>
      <dgm:spPr/>
      <dgm:t>
        <a:bodyPr/>
        <a:lstStyle/>
        <a:p>
          <a:endParaRPr lang="en-SG"/>
        </a:p>
      </dgm:t>
    </dgm:pt>
    <dgm:pt modelId="{21A626A8-95F7-47F6-8A1C-C424DDFC34E3}">
      <dgm:prSet/>
      <dgm:spPr/>
      <dgm:t>
        <a:bodyPr/>
        <a:lstStyle/>
        <a:p>
          <a:r>
            <a:rPr lang="en-GB" b="1"/>
            <a:t>Interdependence</a:t>
          </a:r>
          <a:endParaRPr lang="en-SG"/>
        </a:p>
      </dgm:t>
    </dgm:pt>
    <dgm:pt modelId="{545812F5-C672-4E14-8E41-D69A65AD26CB}" type="parTrans" cxnId="{19ABE77A-E93D-44EE-B7FF-014B4525D69B}">
      <dgm:prSet/>
      <dgm:spPr/>
      <dgm:t>
        <a:bodyPr/>
        <a:lstStyle/>
        <a:p>
          <a:endParaRPr lang="en-SG"/>
        </a:p>
      </dgm:t>
    </dgm:pt>
    <dgm:pt modelId="{4AAB2399-437A-458F-939D-7AA4249F97DE}" type="sibTrans" cxnId="{19ABE77A-E93D-44EE-B7FF-014B4525D69B}">
      <dgm:prSet/>
      <dgm:spPr/>
      <dgm:t>
        <a:bodyPr/>
        <a:lstStyle/>
        <a:p>
          <a:endParaRPr lang="en-SG"/>
        </a:p>
      </dgm:t>
    </dgm:pt>
    <dgm:pt modelId="{F448B253-D97F-4CFF-9D41-18C9162D7ED4}">
      <dgm:prSet/>
      <dgm:spPr/>
      <dgm:t>
        <a:bodyPr/>
        <a:lstStyle/>
        <a:p>
          <a:r>
            <a:rPr lang="en-GB" b="1"/>
            <a:t>Value Addition Across Borders</a:t>
          </a:r>
          <a:endParaRPr lang="en-SG"/>
        </a:p>
      </dgm:t>
    </dgm:pt>
    <dgm:pt modelId="{2184D0DB-4286-4896-AA41-C7C148F49B7C}" type="parTrans" cxnId="{95BD0076-3302-4C59-B312-71F32BA3CC7B}">
      <dgm:prSet/>
      <dgm:spPr/>
      <dgm:t>
        <a:bodyPr/>
        <a:lstStyle/>
        <a:p>
          <a:endParaRPr lang="en-SG"/>
        </a:p>
      </dgm:t>
    </dgm:pt>
    <dgm:pt modelId="{74FD9B3F-BF0C-4B52-8E90-83A7B08EAC02}" type="sibTrans" cxnId="{95BD0076-3302-4C59-B312-71F32BA3CC7B}">
      <dgm:prSet/>
      <dgm:spPr/>
      <dgm:t>
        <a:bodyPr/>
        <a:lstStyle/>
        <a:p>
          <a:endParaRPr lang="en-SG"/>
        </a:p>
      </dgm:t>
    </dgm:pt>
    <dgm:pt modelId="{63326078-A0B6-41DB-A61E-0F28AD565FF1}" type="pres">
      <dgm:prSet presAssocID="{C8861A9E-FEA1-478A-B8C7-4CA3A798353D}" presName="Name0" presStyleCnt="0">
        <dgm:presLayoutVars>
          <dgm:dir/>
          <dgm:resizeHandles val="exact"/>
        </dgm:presLayoutVars>
      </dgm:prSet>
      <dgm:spPr/>
    </dgm:pt>
    <dgm:pt modelId="{3B751D00-6D49-445C-91AF-3605904D0BC5}" type="pres">
      <dgm:prSet presAssocID="{C8861A9E-FEA1-478A-B8C7-4CA3A798353D}" presName="arrow" presStyleLbl="bgShp" presStyleIdx="0" presStyleCnt="1"/>
      <dgm:spPr/>
    </dgm:pt>
    <dgm:pt modelId="{6F4C8D46-356C-4CED-8C5C-0161EC656A1A}" type="pres">
      <dgm:prSet presAssocID="{C8861A9E-FEA1-478A-B8C7-4CA3A798353D}" presName="points" presStyleCnt="0"/>
      <dgm:spPr/>
    </dgm:pt>
    <dgm:pt modelId="{F04EEEE2-3661-41A1-8312-3EF45BC36707}" type="pres">
      <dgm:prSet presAssocID="{8FE782DC-EAC8-4851-94D2-C0CC9D49480E}" presName="compositeA" presStyleCnt="0"/>
      <dgm:spPr/>
    </dgm:pt>
    <dgm:pt modelId="{198F862C-C9FC-42FA-A891-48D0F4E0AEE3}" type="pres">
      <dgm:prSet presAssocID="{8FE782DC-EAC8-4851-94D2-C0CC9D49480E}" presName="textA" presStyleLbl="revTx" presStyleIdx="0" presStyleCnt="5">
        <dgm:presLayoutVars>
          <dgm:bulletEnabled val="1"/>
        </dgm:presLayoutVars>
      </dgm:prSet>
      <dgm:spPr/>
    </dgm:pt>
    <dgm:pt modelId="{34B2CB0F-E224-407B-AB75-DC95C9A6CE5D}" type="pres">
      <dgm:prSet presAssocID="{8FE782DC-EAC8-4851-94D2-C0CC9D49480E}" presName="circleA" presStyleLbl="node1" presStyleIdx="0" presStyleCnt="5"/>
      <dgm:spPr/>
    </dgm:pt>
    <dgm:pt modelId="{3AF33C94-B90C-482B-91CB-8FDB6F600618}" type="pres">
      <dgm:prSet presAssocID="{8FE782DC-EAC8-4851-94D2-C0CC9D49480E}" presName="spaceA" presStyleCnt="0"/>
      <dgm:spPr/>
    </dgm:pt>
    <dgm:pt modelId="{F8FC5331-E12C-483E-8CBF-A699536E8CFE}" type="pres">
      <dgm:prSet presAssocID="{2E979442-E522-4B39-BACE-F720BAE9F039}" presName="space" presStyleCnt="0"/>
      <dgm:spPr/>
    </dgm:pt>
    <dgm:pt modelId="{D55AB6E3-69BC-4E86-975E-17D54ECF8717}" type="pres">
      <dgm:prSet presAssocID="{DFFA8372-576C-4A08-A61A-89A51F1A398E}" presName="compositeB" presStyleCnt="0"/>
      <dgm:spPr/>
    </dgm:pt>
    <dgm:pt modelId="{84B91D48-F959-4A76-A363-8E427115464E}" type="pres">
      <dgm:prSet presAssocID="{DFFA8372-576C-4A08-A61A-89A51F1A398E}" presName="textB" presStyleLbl="revTx" presStyleIdx="1" presStyleCnt="5">
        <dgm:presLayoutVars>
          <dgm:bulletEnabled val="1"/>
        </dgm:presLayoutVars>
      </dgm:prSet>
      <dgm:spPr/>
    </dgm:pt>
    <dgm:pt modelId="{E752E297-00EC-4EB0-8897-2C407B23E81B}" type="pres">
      <dgm:prSet presAssocID="{DFFA8372-576C-4A08-A61A-89A51F1A398E}" presName="circleB" presStyleLbl="node1" presStyleIdx="1" presStyleCnt="5"/>
      <dgm:spPr/>
    </dgm:pt>
    <dgm:pt modelId="{E713D7A6-D48C-4E8C-8636-6D86FC76A394}" type="pres">
      <dgm:prSet presAssocID="{DFFA8372-576C-4A08-A61A-89A51F1A398E}" presName="spaceB" presStyleCnt="0"/>
      <dgm:spPr/>
    </dgm:pt>
    <dgm:pt modelId="{9990411E-A7C6-4E7B-99B8-600367803328}" type="pres">
      <dgm:prSet presAssocID="{3BF00330-7958-4196-97AF-0C452A75D554}" presName="space" presStyleCnt="0"/>
      <dgm:spPr/>
    </dgm:pt>
    <dgm:pt modelId="{57F580DD-3D01-48B2-B434-D8725E9B82BB}" type="pres">
      <dgm:prSet presAssocID="{7AEC9507-6C22-49A5-9ED5-A46A9BF2EA76}" presName="compositeA" presStyleCnt="0"/>
      <dgm:spPr/>
    </dgm:pt>
    <dgm:pt modelId="{B13A7A4D-2212-4E91-A33C-7926E4194278}" type="pres">
      <dgm:prSet presAssocID="{7AEC9507-6C22-49A5-9ED5-A46A9BF2EA76}" presName="textA" presStyleLbl="revTx" presStyleIdx="2" presStyleCnt="5">
        <dgm:presLayoutVars>
          <dgm:bulletEnabled val="1"/>
        </dgm:presLayoutVars>
      </dgm:prSet>
      <dgm:spPr/>
    </dgm:pt>
    <dgm:pt modelId="{C7BEA6E4-9E2C-43C2-8457-1F0EDC3BBD55}" type="pres">
      <dgm:prSet presAssocID="{7AEC9507-6C22-49A5-9ED5-A46A9BF2EA76}" presName="circleA" presStyleLbl="node1" presStyleIdx="2" presStyleCnt="5"/>
      <dgm:spPr/>
    </dgm:pt>
    <dgm:pt modelId="{15D5690D-8DDF-47C4-8299-190A474F8387}" type="pres">
      <dgm:prSet presAssocID="{7AEC9507-6C22-49A5-9ED5-A46A9BF2EA76}" presName="spaceA" presStyleCnt="0"/>
      <dgm:spPr/>
    </dgm:pt>
    <dgm:pt modelId="{C94900D6-5AE4-4841-8EB2-3F9895C57AEC}" type="pres">
      <dgm:prSet presAssocID="{32AB7BAA-BE3B-48EF-AB3B-162099C0C05A}" presName="space" presStyleCnt="0"/>
      <dgm:spPr/>
    </dgm:pt>
    <dgm:pt modelId="{AE509DA2-FF3A-4F39-A334-6DFE69A0C2E6}" type="pres">
      <dgm:prSet presAssocID="{21A626A8-95F7-47F6-8A1C-C424DDFC34E3}" presName="compositeB" presStyleCnt="0"/>
      <dgm:spPr/>
    </dgm:pt>
    <dgm:pt modelId="{7AC3F2C1-A75E-4283-A086-7EA68E1A4C2C}" type="pres">
      <dgm:prSet presAssocID="{21A626A8-95F7-47F6-8A1C-C424DDFC34E3}" presName="textB" presStyleLbl="revTx" presStyleIdx="3" presStyleCnt="5">
        <dgm:presLayoutVars>
          <dgm:bulletEnabled val="1"/>
        </dgm:presLayoutVars>
      </dgm:prSet>
      <dgm:spPr/>
    </dgm:pt>
    <dgm:pt modelId="{6B884BC0-FF22-4FDC-AD53-90ABEAA749D4}" type="pres">
      <dgm:prSet presAssocID="{21A626A8-95F7-47F6-8A1C-C424DDFC34E3}" presName="circleB" presStyleLbl="node1" presStyleIdx="3" presStyleCnt="5"/>
      <dgm:spPr/>
    </dgm:pt>
    <dgm:pt modelId="{99EC49A1-4216-4BAF-9693-5F0B7B042526}" type="pres">
      <dgm:prSet presAssocID="{21A626A8-95F7-47F6-8A1C-C424DDFC34E3}" presName="spaceB" presStyleCnt="0"/>
      <dgm:spPr/>
    </dgm:pt>
    <dgm:pt modelId="{46E35EFB-0CF6-416A-B51E-C7729A453CC9}" type="pres">
      <dgm:prSet presAssocID="{4AAB2399-437A-458F-939D-7AA4249F97DE}" presName="space" presStyleCnt="0"/>
      <dgm:spPr/>
    </dgm:pt>
    <dgm:pt modelId="{3D492734-56B9-4F7A-8FC1-B7E847037454}" type="pres">
      <dgm:prSet presAssocID="{F448B253-D97F-4CFF-9D41-18C9162D7ED4}" presName="compositeA" presStyleCnt="0"/>
      <dgm:spPr/>
    </dgm:pt>
    <dgm:pt modelId="{E9C0B1BC-7484-4B68-98B9-48C94E577AFF}" type="pres">
      <dgm:prSet presAssocID="{F448B253-D97F-4CFF-9D41-18C9162D7ED4}" presName="textA" presStyleLbl="revTx" presStyleIdx="4" presStyleCnt="5">
        <dgm:presLayoutVars>
          <dgm:bulletEnabled val="1"/>
        </dgm:presLayoutVars>
      </dgm:prSet>
      <dgm:spPr/>
    </dgm:pt>
    <dgm:pt modelId="{6676BFF6-C3BB-46BE-9FBB-BDC361BBCC47}" type="pres">
      <dgm:prSet presAssocID="{F448B253-D97F-4CFF-9D41-18C9162D7ED4}" presName="circleA" presStyleLbl="node1" presStyleIdx="4" presStyleCnt="5"/>
      <dgm:spPr/>
    </dgm:pt>
    <dgm:pt modelId="{9A812A09-33A1-49EF-9C83-E7E9A42817BC}" type="pres">
      <dgm:prSet presAssocID="{F448B253-D97F-4CFF-9D41-18C9162D7ED4}" presName="spaceA" presStyleCnt="0"/>
      <dgm:spPr/>
    </dgm:pt>
  </dgm:ptLst>
  <dgm:cxnLst>
    <dgm:cxn modelId="{62FA7F71-674A-4A08-B45F-01AAA732F3F3}" type="presOf" srcId="{C8861A9E-FEA1-478A-B8C7-4CA3A798353D}" destId="{63326078-A0B6-41DB-A61E-0F28AD565FF1}" srcOrd="0" destOrd="0" presId="urn:microsoft.com/office/officeart/2005/8/layout/hProcess11"/>
    <dgm:cxn modelId="{E88C7073-53B2-4F22-8257-D5130866A74E}" type="presOf" srcId="{7AEC9507-6C22-49A5-9ED5-A46A9BF2EA76}" destId="{B13A7A4D-2212-4E91-A33C-7926E4194278}" srcOrd="0" destOrd="0" presId="urn:microsoft.com/office/officeart/2005/8/layout/hProcess11"/>
    <dgm:cxn modelId="{95BD0076-3302-4C59-B312-71F32BA3CC7B}" srcId="{C8861A9E-FEA1-478A-B8C7-4CA3A798353D}" destId="{F448B253-D97F-4CFF-9D41-18C9162D7ED4}" srcOrd="4" destOrd="0" parTransId="{2184D0DB-4286-4896-AA41-C7C148F49B7C}" sibTransId="{74FD9B3F-BF0C-4B52-8E90-83A7B08EAC02}"/>
    <dgm:cxn modelId="{D19F6558-A1BA-4308-B0B2-DB883CEA197D}" type="presOf" srcId="{21A626A8-95F7-47F6-8A1C-C424DDFC34E3}" destId="{7AC3F2C1-A75E-4283-A086-7EA68E1A4C2C}" srcOrd="0" destOrd="0" presId="urn:microsoft.com/office/officeart/2005/8/layout/hProcess11"/>
    <dgm:cxn modelId="{19ABE77A-E93D-44EE-B7FF-014B4525D69B}" srcId="{C8861A9E-FEA1-478A-B8C7-4CA3A798353D}" destId="{21A626A8-95F7-47F6-8A1C-C424DDFC34E3}" srcOrd="3" destOrd="0" parTransId="{545812F5-C672-4E14-8E41-D69A65AD26CB}" sibTransId="{4AAB2399-437A-458F-939D-7AA4249F97DE}"/>
    <dgm:cxn modelId="{1160E27B-A891-49BC-B361-BDFAFF8F1D17}" srcId="{C8861A9E-FEA1-478A-B8C7-4CA3A798353D}" destId="{8FE782DC-EAC8-4851-94D2-C0CC9D49480E}" srcOrd="0" destOrd="0" parTransId="{A8AE6484-5D60-40F5-A36D-DF1AC89B74BE}" sibTransId="{2E979442-E522-4B39-BACE-F720BAE9F039}"/>
    <dgm:cxn modelId="{01FAD27D-130B-4DA5-AC99-15B0C9776C10}" type="presOf" srcId="{F448B253-D97F-4CFF-9D41-18C9162D7ED4}" destId="{E9C0B1BC-7484-4B68-98B9-48C94E577AFF}" srcOrd="0" destOrd="0" presId="urn:microsoft.com/office/officeart/2005/8/layout/hProcess11"/>
    <dgm:cxn modelId="{CB0F6780-0DA7-4D01-AD34-A11A2ED4AC30}" srcId="{C8861A9E-FEA1-478A-B8C7-4CA3A798353D}" destId="{7AEC9507-6C22-49A5-9ED5-A46A9BF2EA76}" srcOrd="2" destOrd="0" parTransId="{865346DE-A400-4307-81D4-D4B92D3D47D9}" sibTransId="{32AB7BAA-BE3B-48EF-AB3B-162099C0C05A}"/>
    <dgm:cxn modelId="{78E10B8D-4BF9-4575-8D7C-0175EBF97D5A}" type="presOf" srcId="{DFFA8372-576C-4A08-A61A-89A51F1A398E}" destId="{84B91D48-F959-4A76-A363-8E427115464E}" srcOrd="0" destOrd="0" presId="urn:microsoft.com/office/officeart/2005/8/layout/hProcess11"/>
    <dgm:cxn modelId="{2029E496-2B92-45E4-9484-5419A46A8F2B}" type="presOf" srcId="{8FE782DC-EAC8-4851-94D2-C0CC9D49480E}" destId="{198F862C-C9FC-42FA-A891-48D0F4E0AEE3}" srcOrd="0" destOrd="0" presId="urn:microsoft.com/office/officeart/2005/8/layout/hProcess11"/>
    <dgm:cxn modelId="{1E34BEF3-9FBF-488C-90CE-F38F332DFC63}" srcId="{C8861A9E-FEA1-478A-B8C7-4CA3A798353D}" destId="{DFFA8372-576C-4A08-A61A-89A51F1A398E}" srcOrd="1" destOrd="0" parTransId="{49725DD7-E9F9-4F4A-B48F-9B9D2876B562}" sibTransId="{3BF00330-7958-4196-97AF-0C452A75D554}"/>
    <dgm:cxn modelId="{2531CB01-F23D-404E-9C0B-727451138793}" type="presParOf" srcId="{63326078-A0B6-41DB-A61E-0F28AD565FF1}" destId="{3B751D00-6D49-445C-91AF-3605904D0BC5}" srcOrd="0" destOrd="0" presId="urn:microsoft.com/office/officeart/2005/8/layout/hProcess11"/>
    <dgm:cxn modelId="{AF6FA36A-5882-409B-816C-A1D044F4B071}" type="presParOf" srcId="{63326078-A0B6-41DB-A61E-0F28AD565FF1}" destId="{6F4C8D46-356C-4CED-8C5C-0161EC656A1A}" srcOrd="1" destOrd="0" presId="urn:microsoft.com/office/officeart/2005/8/layout/hProcess11"/>
    <dgm:cxn modelId="{1DE9983A-D974-4FCD-A757-385CCC8C739C}" type="presParOf" srcId="{6F4C8D46-356C-4CED-8C5C-0161EC656A1A}" destId="{F04EEEE2-3661-41A1-8312-3EF45BC36707}" srcOrd="0" destOrd="0" presId="urn:microsoft.com/office/officeart/2005/8/layout/hProcess11"/>
    <dgm:cxn modelId="{81050CD5-7074-466A-9774-D2ACB2A6ECC7}" type="presParOf" srcId="{F04EEEE2-3661-41A1-8312-3EF45BC36707}" destId="{198F862C-C9FC-42FA-A891-48D0F4E0AEE3}" srcOrd="0" destOrd="0" presId="urn:microsoft.com/office/officeart/2005/8/layout/hProcess11"/>
    <dgm:cxn modelId="{F040691B-4EE8-4FA8-8F5D-AFC5367480D9}" type="presParOf" srcId="{F04EEEE2-3661-41A1-8312-3EF45BC36707}" destId="{34B2CB0F-E224-407B-AB75-DC95C9A6CE5D}" srcOrd="1" destOrd="0" presId="urn:microsoft.com/office/officeart/2005/8/layout/hProcess11"/>
    <dgm:cxn modelId="{E5FB458D-5E58-4E2D-874F-9F768FCC8ADD}" type="presParOf" srcId="{F04EEEE2-3661-41A1-8312-3EF45BC36707}" destId="{3AF33C94-B90C-482B-91CB-8FDB6F600618}" srcOrd="2" destOrd="0" presId="urn:microsoft.com/office/officeart/2005/8/layout/hProcess11"/>
    <dgm:cxn modelId="{A960B2FB-427B-4D7A-9F27-AE2372BD6397}" type="presParOf" srcId="{6F4C8D46-356C-4CED-8C5C-0161EC656A1A}" destId="{F8FC5331-E12C-483E-8CBF-A699536E8CFE}" srcOrd="1" destOrd="0" presId="urn:microsoft.com/office/officeart/2005/8/layout/hProcess11"/>
    <dgm:cxn modelId="{0F0F845D-D6B8-4870-AEEA-DA07491E8467}" type="presParOf" srcId="{6F4C8D46-356C-4CED-8C5C-0161EC656A1A}" destId="{D55AB6E3-69BC-4E86-975E-17D54ECF8717}" srcOrd="2" destOrd="0" presId="urn:microsoft.com/office/officeart/2005/8/layout/hProcess11"/>
    <dgm:cxn modelId="{7D78EA34-BDB4-44FA-B2E9-4B273CC63556}" type="presParOf" srcId="{D55AB6E3-69BC-4E86-975E-17D54ECF8717}" destId="{84B91D48-F959-4A76-A363-8E427115464E}" srcOrd="0" destOrd="0" presId="urn:microsoft.com/office/officeart/2005/8/layout/hProcess11"/>
    <dgm:cxn modelId="{B3242874-8265-41E7-BA0E-00D177019BE6}" type="presParOf" srcId="{D55AB6E3-69BC-4E86-975E-17D54ECF8717}" destId="{E752E297-00EC-4EB0-8897-2C407B23E81B}" srcOrd="1" destOrd="0" presId="urn:microsoft.com/office/officeart/2005/8/layout/hProcess11"/>
    <dgm:cxn modelId="{7EA237A6-AD92-42C1-B00B-ED91D944E923}" type="presParOf" srcId="{D55AB6E3-69BC-4E86-975E-17D54ECF8717}" destId="{E713D7A6-D48C-4E8C-8636-6D86FC76A394}" srcOrd="2" destOrd="0" presId="urn:microsoft.com/office/officeart/2005/8/layout/hProcess11"/>
    <dgm:cxn modelId="{E773FB7E-8EE1-428C-9C9C-1ED25D31906A}" type="presParOf" srcId="{6F4C8D46-356C-4CED-8C5C-0161EC656A1A}" destId="{9990411E-A7C6-4E7B-99B8-600367803328}" srcOrd="3" destOrd="0" presId="urn:microsoft.com/office/officeart/2005/8/layout/hProcess11"/>
    <dgm:cxn modelId="{A852ECC9-3589-43E0-BDA6-01CD0A9CF905}" type="presParOf" srcId="{6F4C8D46-356C-4CED-8C5C-0161EC656A1A}" destId="{57F580DD-3D01-48B2-B434-D8725E9B82BB}" srcOrd="4" destOrd="0" presId="urn:microsoft.com/office/officeart/2005/8/layout/hProcess11"/>
    <dgm:cxn modelId="{057B9387-0CCF-4EEF-8106-93524F541E2F}" type="presParOf" srcId="{57F580DD-3D01-48B2-B434-D8725E9B82BB}" destId="{B13A7A4D-2212-4E91-A33C-7926E4194278}" srcOrd="0" destOrd="0" presId="urn:microsoft.com/office/officeart/2005/8/layout/hProcess11"/>
    <dgm:cxn modelId="{8FE3E6F3-5EDA-4EE5-BD9C-0299AA64CDFF}" type="presParOf" srcId="{57F580DD-3D01-48B2-B434-D8725E9B82BB}" destId="{C7BEA6E4-9E2C-43C2-8457-1F0EDC3BBD55}" srcOrd="1" destOrd="0" presId="urn:microsoft.com/office/officeart/2005/8/layout/hProcess11"/>
    <dgm:cxn modelId="{22FE4ADA-CCBE-43FA-A170-B19FA76E7556}" type="presParOf" srcId="{57F580DD-3D01-48B2-B434-D8725E9B82BB}" destId="{15D5690D-8DDF-47C4-8299-190A474F8387}" srcOrd="2" destOrd="0" presId="urn:microsoft.com/office/officeart/2005/8/layout/hProcess11"/>
    <dgm:cxn modelId="{F033F22E-B60F-41ED-9A04-C2C833B92090}" type="presParOf" srcId="{6F4C8D46-356C-4CED-8C5C-0161EC656A1A}" destId="{C94900D6-5AE4-4841-8EB2-3F9895C57AEC}" srcOrd="5" destOrd="0" presId="urn:microsoft.com/office/officeart/2005/8/layout/hProcess11"/>
    <dgm:cxn modelId="{6B0FA02D-725E-46ED-8A88-ECD292263E49}" type="presParOf" srcId="{6F4C8D46-356C-4CED-8C5C-0161EC656A1A}" destId="{AE509DA2-FF3A-4F39-A334-6DFE69A0C2E6}" srcOrd="6" destOrd="0" presId="urn:microsoft.com/office/officeart/2005/8/layout/hProcess11"/>
    <dgm:cxn modelId="{2094B871-2246-463C-8751-2207776FB3E3}" type="presParOf" srcId="{AE509DA2-FF3A-4F39-A334-6DFE69A0C2E6}" destId="{7AC3F2C1-A75E-4283-A086-7EA68E1A4C2C}" srcOrd="0" destOrd="0" presId="urn:microsoft.com/office/officeart/2005/8/layout/hProcess11"/>
    <dgm:cxn modelId="{C868EB91-D69F-45E1-BD38-8CD0EB87DB4C}" type="presParOf" srcId="{AE509DA2-FF3A-4F39-A334-6DFE69A0C2E6}" destId="{6B884BC0-FF22-4FDC-AD53-90ABEAA749D4}" srcOrd="1" destOrd="0" presId="urn:microsoft.com/office/officeart/2005/8/layout/hProcess11"/>
    <dgm:cxn modelId="{23247662-3EE8-42B5-AECE-E7C44F01408B}" type="presParOf" srcId="{AE509DA2-FF3A-4F39-A334-6DFE69A0C2E6}" destId="{99EC49A1-4216-4BAF-9693-5F0B7B042526}" srcOrd="2" destOrd="0" presId="urn:microsoft.com/office/officeart/2005/8/layout/hProcess11"/>
    <dgm:cxn modelId="{0B77ADD5-FE5D-47E3-B7FE-AB5D68E8C19E}" type="presParOf" srcId="{6F4C8D46-356C-4CED-8C5C-0161EC656A1A}" destId="{46E35EFB-0CF6-416A-B51E-C7729A453CC9}" srcOrd="7" destOrd="0" presId="urn:microsoft.com/office/officeart/2005/8/layout/hProcess11"/>
    <dgm:cxn modelId="{EC54EC13-20C9-42F3-88DF-B5A41D2BD5BF}" type="presParOf" srcId="{6F4C8D46-356C-4CED-8C5C-0161EC656A1A}" destId="{3D492734-56B9-4F7A-8FC1-B7E847037454}" srcOrd="8" destOrd="0" presId="urn:microsoft.com/office/officeart/2005/8/layout/hProcess11"/>
    <dgm:cxn modelId="{B57F9C99-8A2A-49D0-90A0-9189A852C9C4}" type="presParOf" srcId="{3D492734-56B9-4F7A-8FC1-B7E847037454}" destId="{E9C0B1BC-7484-4B68-98B9-48C94E577AFF}" srcOrd="0" destOrd="0" presId="urn:microsoft.com/office/officeart/2005/8/layout/hProcess11"/>
    <dgm:cxn modelId="{7AB7C745-59C2-4E9F-8F02-9C8B46A63218}" type="presParOf" srcId="{3D492734-56B9-4F7A-8FC1-B7E847037454}" destId="{6676BFF6-C3BB-46BE-9FBB-BDC361BBCC47}" srcOrd="1" destOrd="0" presId="urn:microsoft.com/office/officeart/2005/8/layout/hProcess11"/>
    <dgm:cxn modelId="{5ED4A8D1-D29D-4F44-BCEF-27AAD274E70F}" type="presParOf" srcId="{3D492734-56B9-4F7A-8FC1-B7E847037454}" destId="{9A812A09-33A1-49EF-9C83-E7E9A42817B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A33FE7-CC50-47C8-AFEB-3D8B29540967}"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SG"/>
        </a:p>
      </dgm:t>
    </dgm:pt>
    <dgm:pt modelId="{BFF3406C-AF65-4851-8946-4D36E68377A3}">
      <dgm:prSet phldrT="[Text]"/>
      <dgm:spPr/>
      <dgm:t>
        <a:bodyPr/>
        <a:lstStyle/>
        <a:p>
          <a:r>
            <a:rPr lang="en-GB" dirty="0"/>
            <a:t>Input Value </a:t>
          </a:r>
          <a:endParaRPr lang="en-SG" dirty="0"/>
        </a:p>
      </dgm:t>
    </dgm:pt>
    <dgm:pt modelId="{52C3B5E9-2F32-4F86-9980-36BB6E478E7C}" type="parTrans" cxnId="{AEC8E76B-AF3C-4380-8C56-15C59C656056}">
      <dgm:prSet/>
      <dgm:spPr/>
      <dgm:t>
        <a:bodyPr/>
        <a:lstStyle/>
        <a:p>
          <a:endParaRPr lang="en-SG"/>
        </a:p>
      </dgm:t>
    </dgm:pt>
    <dgm:pt modelId="{0E0291A9-94E7-4319-ACB8-192746CECDF3}" type="sibTrans" cxnId="{AEC8E76B-AF3C-4380-8C56-15C59C656056}">
      <dgm:prSet/>
      <dgm:spPr/>
      <dgm:t>
        <a:bodyPr/>
        <a:lstStyle/>
        <a:p>
          <a:endParaRPr lang="en-SG"/>
        </a:p>
      </dgm:t>
    </dgm:pt>
    <dgm:pt modelId="{6D61F56F-C436-43D9-8CA1-65CCBA063053}">
      <dgm:prSet phldrT="[Text]"/>
      <dgm:spPr/>
      <dgm:t>
        <a:bodyPr/>
        <a:lstStyle/>
        <a:p>
          <a:r>
            <a:rPr lang="en-GB" dirty="0"/>
            <a:t>Processing </a:t>
          </a:r>
          <a:endParaRPr lang="en-SG" dirty="0"/>
        </a:p>
      </dgm:t>
    </dgm:pt>
    <dgm:pt modelId="{3DA42482-2B98-4DFE-BADB-7332F8C0BC25}" type="parTrans" cxnId="{D78F9762-6ECD-4FE4-BD0D-C882DB23983B}">
      <dgm:prSet/>
      <dgm:spPr/>
      <dgm:t>
        <a:bodyPr/>
        <a:lstStyle/>
        <a:p>
          <a:endParaRPr lang="en-SG"/>
        </a:p>
      </dgm:t>
    </dgm:pt>
    <dgm:pt modelId="{46D7B748-E3D6-4785-9274-20EDC646D7FD}" type="sibTrans" cxnId="{D78F9762-6ECD-4FE4-BD0D-C882DB23983B}">
      <dgm:prSet/>
      <dgm:spPr/>
      <dgm:t>
        <a:bodyPr/>
        <a:lstStyle/>
        <a:p>
          <a:endParaRPr lang="en-SG"/>
        </a:p>
      </dgm:t>
    </dgm:pt>
    <dgm:pt modelId="{2C8100E5-E80F-4DE1-9143-4C0D5F048F13}">
      <dgm:prSet phldrT="[Text]"/>
      <dgm:spPr/>
      <dgm:t>
        <a:bodyPr/>
        <a:lstStyle/>
        <a:p>
          <a:r>
            <a:rPr lang="en-GB" dirty="0"/>
            <a:t>Output value  </a:t>
          </a:r>
          <a:endParaRPr lang="en-SG" dirty="0"/>
        </a:p>
      </dgm:t>
    </dgm:pt>
    <dgm:pt modelId="{304EC087-997B-433E-A9CE-22D08D6AA9F3}" type="parTrans" cxnId="{74E9DC6B-7BFF-4D9F-9BA7-D8A10A7854C6}">
      <dgm:prSet/>
      <dgm:spPr/>
      <dgm:t>
        <a:bodyPr/>
        <a:lstStyle/>
        <a:p>
          <a:endParaRPr lang="en-SG"/>
        </a:p>
      </dgm:t>
    </dgm:pt>
    <dgm:pt modelId="{9FBAD5EC-8CE3-4E75-86E6-F8D7C5E95AC8}" type="sibTrans" cxnId="{74E9DC6B-7BFF-4D9F-9BA7-D8A10A7854C6}">
      <dgm:prSet/>
      <dgm:spPr/>
      <dgm:t>
        <a:bodyPr/>
        <a:lstStyle/>
        <a:p>
          <a:endParaRPr lang="en-SG"/>
        </a:p>
      </dgm:t>
    </dgm:pt>
    <dgm:pt modelId="{7C0DD07B-DF8F-4A88-8435-8E40560F38B3}" type="pres">
      <dgm:prSet presAssocID="{28A33FE7-CC50-47C8-AFEB-3D8B29540967}" presName="Name0" presStyleCnt="0">
        <dgm:presLayoutVars>
          <dgm:chMax val="11"/>
          <dgm:chPref val="11"/>
          <dgm:dir/>
          <dgm:resizeHandles/>
        </dgm:presLayoutVars>
      </dgm:prSet>
      <dgm:spPr/>
    </dgm:pt>
    <dgm:pt modelId="{06C30345-49E1-4B8D-A34F-03748B415DEC}" type="pres">
      <dgm:prSet presAssocID="{2C8100E5-E80F-4DE1-9143-4C0D5F048F13}" presName="Accent3" presStyleCnt="0"/>
      <dgm:spPr/>
    </dgm:pt>
    <dgm:pt modelId="{8474F3F5-3608-472A-BF10-ED188C74A6A9}" type="pres">
      <dgm:prSet presAssocID="{2C8100E5-E80F-4DE1-9143-4C0D5F048F13}" presName="Accent" presStyleLbl="node1" presStyleIdx="0" presStyleCnt="3"/>
      <dgm:spPr/>
    </dgm:pt>
    <dgm:pt modelId="{1C9B81F4-80A3-49EE-B249-71BF4EA12769}" type="pres">
      <dgm:prSet presAssocID="{2C8100E5-E80F-4DE1-9143-4C0D5F048F13}" presName="ParentBackground3" presStyleCnt="0"/>
      <dgm:spPr/>
    </dgm:pt>
    <dgm:pt modelId="{FC5BA313-A8D1-4310-9F03-82ACA6BCE7DE}" type="pres">
      <dgm:prSet presAssocID="{2C8100E5-E80F-4DE1-9143-4C0D5F048F13}" presName="ParentBackground" presStyleLbl="fgAcc1" presStyleIdx="0" presStyleCnt="3"/>
      <dgm:spPr/>
    </dgm:pt>
    <dgm:pt modelId="{546ECD3D-DA92-41AE-B3B4-4612F03E390B}" type="pres">
      <dgm:prSet presAssocID="{2C8100E5-E80F-4DE1-9143-4C0D5F048F13}" presName="Parent3" presStyleLbl="revTx" presStyleIdx="0" presStyleCnt="0">
        <dgm:presLayoutVars>
          <dgm:chMax val="1"/>
          <dgm:chPref val="1"/>
          <dgm:bulletEnabled val="1"/>
        </dgm:presLayoutVars>
      </dgm:prSet>
      <dgm:spPr/>
    </dgm:pt>
    <dgm:pt modelId="{AD14ACD3-6DBB-4992-A01E-C0DAE6C6579F}" type="pres">
      <dgm:prSet presAssocID="{6D61F56F-C436-43D9-8CA1-65CCBA063053}" presName="Accent2" presStyleCnt="0"/>
      <dgm:spPr/>
    </dgm:pt>
    <dgm:pt modelId="{0E8AC7D0-E405-488E-A5D2-EE4D67D8B967}" type="pres">
      <dgm:prSet presAssocID="{6D61F56F-C436-43D9-8CA1-65CCBA063053}" presName="Accent" presStyleLbl="node1" presStyleIdx="1" presStyleCnt="3"/>
      <dgm:spPr/>
    </dgm:pt>
    <dgm:pt modelId="{2C6BC9BB-807D-490B-9C7A-44275C0E8BE8}" type="pres">
      <dgm:prSet presAssocID="{6D61F56F-C436-43D9-8CA1-65CCBA063053}" presName="ParentBackground2" presStyleCnt="0"/>
      <dgm:spPr/>
    </dgm:pt>
    <dgm:pt modelId="{76DF9FFA-8EDB-4847-B4CA-F1ED6C33FD79}" type="pres">
      <dgm:prSet presAssocID="{6D61F56F-C436-43D9-8CA1-65CCBA063053}" presName="ParentBackground" presStyleLbl="fgAcc1" presStyleIdx="1" presStyleCnt="3"/>
      <dgm:spPr/>
    </dgm:pt>
    <dgm:pt modelId="{68F7990D-FAA5-4D27-B071-16BA88C3B16D}" type="pres">
      <dgm:prSet presAssocID="{6D61F56F-C436-43D9-8CA1-65CCBA063053}" presName="Parent2" presStyleLbl="revTx" presStyleIdx="0" presStyleCnt="0">
        <dgm:presLayoutVars>
          <dgm:chMax val="1"/>
          <dgm:chPref val="1"/>
          <dgm:bulletEnabled val="1"/>
        </dgm:presLayoutVars>
      </dgm:prSet>
      <dgm:spPr/>
    </dgm:pt>
    <dgm:pt modelId="{860350CE-D674-4749-B3C4-995181F34F83}" type="pres">
      <dgm:prSet presAssocID="{BFF3406C-AF65-4851-8946-4D36E68377A3}" presName="Accent1" presStyleCnt="0"/>
      <dgm:spPr/>
    </dgm:pt>
    <dgm:pt modelId="{32EFC612-C290-42E8-9DAE-901877412216}" type="pres">
      <dgm:prSet presAssocID="{BFF3406C-AF65-4851-8946-4D36E68377A3}" presName="Accent" presStyleLbl="node1" presStyleIdx="2" presStyleCnt="3"/>
      <dgm:spPr/>
    </dgm:pt>
    <dgm:pt modelId="{69F85376-EA46-44C6-9981-A80B30377A53}" type="pres">
      <dgm:prSet presAssocID="{BFF3406C-AF65-4851-8946-4D36E68377A3}" presName="ParentBackground1" presStyleCnt="0"/>
      <dgm:spPr/>
    </dgm:pt>
    <dgm:pt modelId="{FE8C92B6-D744-4100-8C62-4AF7C6C5D6BB}" type="pres">
      <dgm:prSet presAssocID="{BFF3406C-AF65-4851-8946-4D36E68377A3}" presName="ParentBackground" presStyleLbl="fgAcc1" presStyleIdx="2" presStyleCnt="3"/>
      <dgm:spPr/>
    </dgm:pt>
    <dgm:pt modelId="{C037181A-0506-455E-A9A1-D12B57162B71}" type="pres">
      <dgm:prSet presAssocID="{BFF3406C-AF65-4851-8946-4D36E68377A3}" presName="Parent1" presStyleLbl="revTx" presStyleIdx="0" presStyleCnt="0">
        <dgm:presLayoutVars>
          <dgm:chMax val="1"/>
          <dgm:chPref val="1"/>
          <dgm:bulletEnabled val="1"/>
        </dgm:presLayoutVars>
      </dgm:prSet>
      <dgm:spPr/>
    </dgm:pt>
  </dgm:ptLst>
  <dgm:cxnLst>
    <dgm:cxn modelId="{D78F9762-6ECD-4FE4-BD0D-C882DB23983B}" srcId="{28A33FE7-CC50-47C8-AFEB-3D8B29540967}" destId="{6D61F56F-C436-43D9-8CA1-65CCBA063053}" srcOrd="1" destOrd="0" parTransId="{3DA42482-2B98-4DFE-BADB-7332F8C0BC25}" sibTransId="{46D7B748-E3D6-4785-9274-20EDC646D7FD}"/>
    <dgm:cxn modelId="{74E9DC6B-7BFF-4D9F-9BA7-D8A10A7854C6}" srcId="{28A33FE7-CC50-47C8-AFEB-3D8B29540967}" destId="{2C8100E5-E80F-4DE1-9143-4C0D5F048F13}" srcOrd="2" destOrd="0" parTransId="{304EC087-997B-433E-A9CE-22D08D6AA9F3}" sibTransId="{9FBAD5EC-8CE3-4E75-86E6-F8D7C5E95AC8}"/>
    <dgm:cxn modelId="{AEC8E76B-AF3C-4380-8C56-15C59C656056}" srcId="{28A33FE7-CC50-47C8-AFEB-3D8B29540967}" destId="{BFF3406C-AF65-4851-8946-4D36E68377A3}" srcOrd="0" destOrd="0" parTransId="{52C3B5E9-2F32-4F86-9980-36BB6E478E7C}" sibTransId="{0E0291A9-94E7-4319-ACB8-192746CECDF3}"/>
    <dgm:cxn modelId="{E747606F-6ABC-4B27-B7A2-815FBC3AD020}" type="presOf" srcId="{2C8100E5-E80F-4DE1-9143-4C0D5F048F13}" destId="{FC5BA313-A8D1-4310-9F03-82ACA6BCE7DE}" srcOrd="0" destOrd="0" presId="urn:microsoft.com/office/officeart/2011/layout/CircleProcess"/>
    <dgm:cxn modelId="{32B90B77-1FC6-4366-A806-56EA0EA61AD0}" type="presOf" srcId="{28A33FE7-CC50-47C8-AFEB-3D8B29540967}" destId="{7C0DD07B-DF8F-4A88-8435-8E40560F38B3}" srcOrd="0" destOrd="0" presId="urn:microsoft.com/office/officeart/2011/layout/CircleProcess"/>
    <dgm:cxn modelId="{2FFF679B-6CD0-4D83-A91B-B7DBA6A13712}" type="presOf" srcId="{BFF3406C-AF65-4851-8946-4D36E68377A3}" destId="{FE8C92B6-D744-4100-8C62-4AF7C6C5D6BB}" srcOrd="0" destOrd="0" presId="urn:microsoft.com/office/officeart/2011/layout/CircleProcess"/>
    <dgm:cxn modelId="{197D6A9B-027E-402A-9885-4923374F7584}" type="presOf" srcId="{6D61F56F-C436-43D9-8CA1-65CCBA063053}" destId="{76DF9FFA-8EDB-4847-B4CA-F1ED6C33FD79}" srcOrd="0" destOrd="0" presId="urn:microsoft.com/office/officeart/2011/layout/CircleProcess"/>
    <dgm:cxn modelId="{044247B6-1F0B-445C-A141-C1F26143FBE5}" type="presOf" srcId="{BFF3406C-AF65-4851-8946-4D36E68377A3}" destId="{C037181A-0506-455E-A9A1-D12B57162B71}" srcOrd="1" destOrd="0" presId="urn:microsoft.com/office/officeart/2011/layout/CircleProcess"/>
    <dgm:cxn modelId="{1DAAF5BF-37EF-4DCE-9FC5-DEF6DA07F1F4}" type="presOf" srcId="{6D61F56F-C436-43D9-8CA1-65CCBA063053}" destId="{68F7990D-FAA5-4D27-B071-16BA88C3B16D}" srcOrd="1" destOrd="0" presId="urn:microsoft.com/office/officeart/2011/layout/CircleProcess"/>
    <dgm:cxn modelId="{4D9553D4-49B5-461E-BA1C-593EBD0115F9}" type="presOf" srcId="{2C8100E5-E80F-4DE1-9143-4C0D5F048F13}" destId="{546ECD3D-DA92-41AE-B3B4-4612F03E390B}" srcOrd="1" destOrd="0" presId="urn:microsoft.com/office/officeart/2011/layout/CircleProcess"/>
    <dgm:cxn modelId="{5D17168F-ACC9-4460-9582-A2C9F81E3F3D}" type="presParOf" srcId="{7C0DD07B-DF8F-4A88-8435-8E40560F38B3}" destId="{06C30345-49E1-4B8D-A34F-03748B415DEC}" srcOrd="0" destOrd="0" presId="urn:microsoft.com/office/officeart/2011/layout/CircleProcess"/>
    <dgm:cxn modelId="{A57F4371-CE67-463A-A2C9-B61DF2074D06}" type="presParOf" srcId="{06C30345-49E1-4B8D-A34F-03748B415DEC}" destId="{8474F3F5-3608-472A-BF10-ED188C74A6A9}" srcOrd="0" destOrd="0" presId="urn:microsoft.com/office/officeart/2011/layout/CircleProcess"/>
    <dgm:cxn modelId="{354872C0-91F8-45A4-98E3-45632327AF79}" type="presParOf" srcId="{7C0DD07B-DF8F-4A88-8435-8E40560F38B3}" destId="{1C9B81F4-80A3-49EE-B249-71BF4EA12769}" srcOrd="1" destOrd="0" presId="urn:microsoft.com/office/officeart/2011/layout/CircleProcess"/>
    <dgm:cxn modelId="{33B8B154-3621-438B-AFB3-38C054DD20BA}" type="presParOf" srcId="{1C9B81F4-80A3-49EE-B249-71BF4EA12769}" destId="{FC5BA313-A8D1-4310-9F03-82ACA6BCE7DE}" srcOrd="0" destOrd="0" presId="urn:microsoft.com/office/officeart/2011/layout/CircleProcess"/>
    <dgm:cxn modelId="{F5AD3137-5EF3-429D-B3F3-4A7A0C600809}" type="presParOf" srcId="{7C0DD07B-DF8F-4A88-8435-8E40560F38B3}" destId="{546ECD3D-DA92-41AE-B3B4-4612F03E390B}" srcOrd="2" destOrd="0" presId="urn:microsoft.com/office/officeart/2011/layout/CircleProcess"/>
    <dgm:cxn modelId="{6DCD3E67-10E6-4666-A93F-E5E09E94C1C0}" type="presParOf" srcId="{7C0DD07B-DF8F-4A88-8435-8E40560F38B3}" destId="{AD14ACD3-6DBB-4992-A01E-C0DAE6C6579F}" srcOrd="3" destOrd="0" presId="urn:microsoft.com/office/officeart/2011/layout/CircleProcess"/>
    <dgm:cxn modelId="{6B9F3E9A-D1F3-4BCC-A212-64522513BFCC}" type="presParOf" srcId="{AD14ACD3-6DBB-4992-A01E-C0DAE6C6579F}" destId="{0E8AC7D0-E405-488E-A5D2-EE4D67D8B967}" srcOrd="0" destOrd="0" presId="urn:microsoft.com/office/officeart/2011/layout/CircleProcess"/>
    <dgm:cxn modelId="{D9AD74F0-7076-4913-82A5-3D86C2F659ED}" type="presParOf" srcId="{7C0DD07B-DF8F-4A88-8435-8E40560F38B3}" destId="{2C6BC9BB-807D-490B-9C7A-44275C0E8BE8}" srcOrd="4" destOrd="0" presId="urn:microsoft.com/office/officeart/2011/layout/CircleProcess"/>
    <dgm:cxn modelId="{9B508576-5BFB-48BD-8EBE-893CC7BEFE4E}" type="presParOf" srcId="{2C6BC9BB-807D-490B-9C7A-44275C0E8BE8}" destId="{76DF9FFA-8EDB-4847-B4CA-F1ED6C33FD79}" srcOrd="0" destOrd="0" presId="urn:microsoft.com/office/officeart/2011/layout/CircleProcess"/>
    <dgm:cxn modelId="{9625788E-A839-4DCA-853C-7A6487D35EBB}" type="presParOf" srcId="{7C0DD07B-DF8F-4A88-8435-8E40560F38B3}" destId="{68F7990D-FAA5-4D27-B071-16BA88C3B16D}" srcOrd="5" destOrd="0" presId="urn:microsoft.com/office/officeart/2011/layout/CircleProcess"/>
    <dgm:cxn modelId="{D4BFDFB4-DDC6-45B4-86D8-487963BE60F9}" type="presParOf" srcId="{7C0DD07B-DF8F-4A88-8435-8E40560F38B3}" destId="{860350CE-D674-4749-B3C4-995181F34F83}" srcOrd="6" destOrd="0" presId="urn:microsoft.com/office/officeart/2011/layout/CircleProcess"/>
    <dgm:cxn modelId="{6E134049-96B4-4E16-8372-2342A027373D}" type="presParOf" srcId="{860350CE-D674-4749-B3C4-995181F34F83}" destId="{32EFC612-C290-42E8-9DAE-901877412216}" srcOrd="0" destOrd="0" presId="urn:microsoft.com/office/officeart/2011/layout/CircleProcess"/>
    <dgm:cxn modelId="{2DC8A4CA-A14B-4F41-A00F-789A510E2EAB}" type="presParOf" srcId="{7C0DD07B-DF8F-4A88-8435-8E40560F38B3}" destId="{69F85376-EA46-44C6-9981-A80B30377A53}" srcOrd="7" destOrd="0" presId="urn:microsoft.com/office/officeart/2011/layout/CircleProcess"/>
    <dgm:cxn modelId="{D94565A0-DA51-45BE-A230-9D120B340DCE}" type="presParOf" srcId="{69F85376-EA46-44C6-9981-A80B30377A53}" destId="{FE8C92B6-D744-4100-8C62-4AF7C6C5D6BB}" srcOrd="0" destOrd="0" presId="urn:microsoft.com/office/officeart/2011/layout/CircleProcess"/>
    <dgm:cxn modelId="{31EADC83-AFE8-4113-BFD0-722A19190125}" type="presParOf" srcId="{7C0DD07B-DF8F-4A88-8435-8E40560F38B3}" destId="{C037181A-0506-455E-A9A1-D12B57162B71}"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F8544C-E5B7-4935-B14A-D4CDE1F33BB8}" type="doc">
      <dgm:prSet loTypeId="urn:microsoft.com/office/officeart/2011/layout/ConvergingText" loCatId="process" qsTypeId="urn:microsoft.com/office/officeart/2005/8/quickstyle/simple1" qsCatId="simple" csTypeId="urn:microsoft.com/office/officeart/2005/8/colors/colorful1" csCatId="colorful" phldr="1"/>
      <dgm:spPr/>
      <dgm:t>
        <a:bodyPr/>
        <a:lstStyle/>
        <a:p>
          <a:endParaRPr lang="en-SG"/>
        </a:p>
      </dgm:t>
    </dgm:pt>
    <dgm:pt modelId="{810225C8-8219-4E4B-9CFF-D4A9D05C51D9}">
      <dgm:prSet phldrT="[Text]"/>
      <dgm:spPr/>
      <dgm:t>
        <a:bodyPr/>
        <a:lstStyle/>
        <a:p>
          <a:r>
            <a:rPr lang="en-GB" dirty="0"/>
            <a:t>China </a:t>
          </a:r>
          <a:endParaRPr lang="en-SG" dirty="0"/>
        </a:p>
      </dgm:t>
    </dgm:pt>
    <dgm:pt modelId="{684BA68B-234C-4A2B-875A-25C362DB4097}" type="parTrans" cxnId="{395C3DA1-F590-4B21-BFE5-3C5C0E0A5569}">
      <dgm:prSet/>
      <dgm:spPr/>
      <dgm:t>
        <a:bodyPr/>
        <a:lstStyle/>
        <a:p>
          <a:endParaRPr lang="en-SG"/>
        </a:p>
      </dgm:t>
    </dgm:pt>
    <dgm:pt modelId="{B6B23350-7F1E-4E7C-BF25-928A0A1BCBAF}" type="sibTrans" cxnId="{395C3DA1-F590-4B21-BFE5-3C5C0E0A5569}">
      <dgm:prSet/>
      <dgm:spPr/>
      <dgm:t>
        <a:bodyPr/>
        <a:lstStyle/>
        <a:p>
          <a:endParaRPr lang="en-SG"/>
        </a:p>
      </dgm:t>
    </dgm:pt>
    <dgm:pt modelId="{AD03B1D2-8BF9-4DBF-8D24-A91DAD7452A5}">
      <dgm:prSet phldrT="[Text]"/>
      <dgm:spPr/>
      <dgm:t>
        <a:bodyPr/>
        <a:lstStyle/>
        <a:p>
          <a:r>
            <a:rPr lang="en-GB" dirty="0"/>
            <a:t>Country A</a:t>
          </a:r>
          <a:endParaRPr lang="en-SG" dirty="0"/>
        </a:p>
      </dgm:t>
    </dgm:pt>
    <dgm:pt modelId="{957999C2-3B95-4A06-911D-BCF9007B9D27}" type="parTrans" cxnId="{2AA8E4AE-7965-4AEB-A8FD-ED04F58F1B31}">
      <dgm:prSet/>
      <dgm:spPr/>
      <dgm:t>
        <a:bodyPr/>
        <a:lstStyle/>
        <a:p>
          <a:endParaRPr lang="en-SG"/>
        </a:p>
      </dgm:t>
    </dgm:pt>
    <dgm:pt modelId="{D79FC710-4A77-4684-8724-E4C2E5DA3299}" type="sibTrans" cxnId="{2AA8E4AE-7965-4AEB-A8FD-ED04F58F1B31}">
      <dgm:prSet/>
      <dgm:spPr/>
      <dgm:t>
        <a:bodyPr/>
        <a:lstStyle/>
        <a:p>
          <a:endParaRPr lang="en-SG"/>
        </a:p>
      </dgm:t>
    </dgm:pt>
    <dgm:pt modelId="{E7E39EE7-CF26-4E5D-B8E9-7CCC1AAE0AE0}">
      <dgm:prSet phldrT="[Text]"/>
      <dgm:spPr/>
      <dgm:t>
        <a:bodyPr/>
        <a:lstStyle/>
        <a:p>
          <a:r>
            <a:rPr lang="en-GB" dirty="0"/>
            <a:t>Country B (Parts/Components </a:t>
          </a:r>
          <a:endParaRPr lang="en-SG" dirty="0"/>
        </a:p>
      </dgm:t>
    </dgm:pt>
    <dgm:pt modelId="{E8AFA126-AAB0-4441-ACE1-DD475FCF80D0}" type="parTrans" cxnId="{186C8B7F-EE32-42B8-8086-9DDFE74041B8}">
      <dgm:prSet/>
      <dgm:spPr/>
      <dgm:t>
        <a:bodyPr/>
        <a:lstStyle/>
        <a:p>
          <a:endParaRPr lang="en-SG"/>
        </a:p>
      </dgm:t>
    </dgm:pt>
    <dgm:pt modelId="{3A416008-FFB4-416D-80F8-11156A72CC6B}" type="sibTrans" cxnId="{186C8B7F-EE32-42B8-8086-9DDFE74041B8}">
      <dgm:prSet/>
      <dgm:spPr/>
      <dgm:t>
        <a:bodyPr/>
        <a:lstStyle/>
        <a:p>
          <a:endParaRPr lang="en-SG"/>
        </a:p>
      </dgm:t>
    </dgm:pt>
    <dgm:pt modelId="{A09316C5-D592-4DA9-9DAA-A52F0B295146}">
      <dgm:prSet phldrT="[Text]"/>
      <dgm:spPr/>
      <dgm:t>
        <a:bodyPr/>
        <a:lstStyle/>
        <a:p>
          <a:r>
            <a:rPr lang="en-GB" dirty="0"/>
            <a:t>Country C (design and technology) </a:t>
          </a:r>
          <a:endParaRPr lang="en-SG" dirty="0"/>
        </a:p>
      </dgm:t>
    </dgm:pt>
    <dgm:pt modelId="{E097E4F6-1E73-439F-AB9F-5E2DDBCBA00D}" type="parTrans" cxnId="{A6B11352-23B5-47F2-A2B1-08B798441F71}">
      <dgm:prSet/>
      <dgm:spPr/>
      <dgm:t>
        <a:bodyPr/>
        <a:lstStyle/>
        <a:p>
          <a:endParaRPr lang="en-SG"/>
        </a:p>
      </dgm:t>
    </dgm:pt>
    <dgm:pt modelId="{21E1B12E-263A-4266-9AAD-15C1F26B3828}" type="sibTrans" cxnId="{A6B11352-23B5-47F2-A2B1-08B798441F71}">
      <dgm:prSet/>
      <dgm:spPr/>
      <dgm:t>
        <a:bodyPr/>
        <a:lstStyle/>
        <a:p>
          <a:endParaRPr lang="en-SG"/>
        </a:p>
      </dgm:t>
    </dgm:pt>
    <dgm:pt modelId="{9E450CCD-DA18-407D-A2F4-CDF70F884038}">
      <dgm:prSet phldrT="[Text]"/>
      <dgm:spPr/>
      <dgm:t>
        <a:bodyPr/>
        <a:lstStyle/>
        <a:p>
          <a:r>
            <a:rPr lang="en-GB" dirty="0"/>
            <a:t>Country D </a:t>
          </a:r>
          <a:endParaRPr lang="en-SG" dirty="0"/>
        </a:p>
      </dgm:t>
    </dgm:pt>
    <dgm:pt modelId="{8F308CCC-7CFC-447E-82AE-F9B8E13F7AC8}" type="parTrans" cxnId="{31208938-B8B5-4245-BB41-F1E78A7FB308}">
      <dgm:prSet/>
      <dgm:spPr/>
      <dgm:t>
        <a:bodyPr/>
        <a:lstStyle/>
        <a:p>
          <a:endParaRPr lang="en-SG"/>
        </a:p>
      </dgm:t>
    </dgm:pt>
    <dgm:pt modelId="{4B7AE0F2-D82E-4E07-8098-8A1B3B20071D}" type="sibTrans" cxnId="{31208938-B8B5-4245-BB41-F1E78A7FB308}">
      <dgm:prSet/>
      <dgm:spPr/>
      <dgm:t>
        <a:bodyPr/>
        <a:lstStyle/>
        <a:p>
          <a:endParaRPr lang="en-SG"/>
        </a:p>
      </dgm:t>
    </dgm:pt>
    <dgm:pt modelId="{DE7F6106-B207-4C6F-8803-FCFBCF8E615E}" type="pres">
      <dgm:prSet presAssocID="{21F8544C-E5B7-4935-B14A-D4CDE1F33BB8}" presName="Name0" presStyleCnt="0">
        <dgm:presLayoutVars>
          <dgm:chMax/>
          <dgm:chPref val="1"/>
          <dgm:dir/>
          <dgm:animOne val="branch"/>
          <dgm:animLvl val="lvl"/>
          <dgm:resizeHandles/>
        </dgm:presLayoutVars>
      </dgm:prSet>
      <dgm:spPr/>
    </dgm:pt>
    <dgm:pt modelId="{A8592052-F033-4D1E-961B-ECA6452EC99E}" type="pres">
      <dgm:prSet presAssocID="{810225C8-8219-4E4B-9CFF-D4A9D05C51D9}" presName="composite" presStyleCnt="0"/>
      <dgm:spPr/>
    </dgm:pt>
    <dgm:pt modelId="{32509012-9385-4C4D-AEEF-016F74045E01}" type="pres">
      <dgm:prSet presAssocID="{810225C8-8219-4E4B-9CFF-D4A9D05C51D9}" presName="ParentAccent1" presStyleLbl="alignNode1" presStyleIdx="0" presStyleCnt="42"/>
      <dgm:spPr/>
    </dgm:pt>
    <dgm:pt modelId="{4061F0B5-DA2F-429F-9ACB-9F97A5134A4E}" type="pres">
      <dgm:prSet presAssocID="{810225C8-8219-4E4B-9CFF-D4A9D05C51D9}" presName="ParentAccent2" presStyleLbl="alignNode1" presStyleIdx="1" presStyleCnt="42"/>
      <dgm:spPr/>
    </dgm:pt>
    <dgm:pt modelId="{80D4600D-E0F2-4AA0-A64B-61AC5DB93C0B}" type="pres">
      <dgm:prSet presAssocID="{810225C8-8219-4E4B-9CFF-D4A9D05C51D9}" presName="ParentAccent3" presStyleLbl="alignNode1" presStyleIdx="2" presStyleCnt="42"/>
      <dgm:spPr/>
    </dgm:pt>
    <dgm:pt modelId="{C25B1890-1EAF-4D8F-9E60-B0F2125A4CD8}" type="pres">
      <dgm:prSet presAssocID="{810225C8-8219-4E4B-9CFF-D4A9D05C51D9}" presName="ParentAccent4" presStyleLbl="alignNode1" presStyleIdx="3" presStyleCnt="42"/>
      <dgm:spPr/>
    </dgm:pt>
    <dgm:pt modelId="{B8A6B255-3E98-4B9F-BCBF-BE493489329F}" type="pres">
      <dgm:prSet presAssocID="{810225C8-8219-4E4B-9CFF-D4A9D05C51D9}" presName="ParentAccent5" presStyleLbl="alignNode1" presStyleIdx="4" presStyleCnt="42"/>
      <dgm:spPr/>
    </dgm:pt>
    <dgm:pt modelId="{E9E0EE92-30F4-44DD-98DA-AF8B92BBCF2A}" type="pres">
      <dgm:prSet presAssocID="{810225C8-8219-4E4B-9CFF-D4A9D05C51D9}" presName="ParentAccent6" presStyleLbl="alignNode1" presStyleIdx="5" presStyleCnt="42"/>
      <dgm:spPr/>
    </dgm:pt>
    <dgm:pt modelId="{4AAB1206-6976-484B-B9C2-D08AA24EFC68}" type="pres">
      <dgm:prSet presAssocID="{810225C8-8219-4E4B-9CFF-D4A9D05C51D9}" presName="ParentAccent7" presStyleLbl="alignNode1" presStyleIdx="6" presStyleCnt="42"/>
      <dgm:spPr/>
    </dgm:pt>
    <dgm:pt modelId="{FE3DA22F-AE64-4AC3-9617-8A1D305ED35A}" type="pres">
      <dgm:prSet presAssocID="{810225C8-8219-4E4B-9CFF-D4A9D05C51D9}" presName="ParentAccent8" presStyleLbl="alignNode1" presStyleIdx="7" presStyleCnt="42"/>
      <dgm:spPr/>
    </dgm:pt>
    <dgm:pt modelId="{178456B1-8500-4EF0-8CDC-28CE6140A8E7}" type="pres">
      <dgm:prSet presAssocID="{810225C8-8219-4E4B-9CFF-D4A9D05C51D9}" presName="ParentAccent9" presStyleLbl="alignNode1" presStyleIdx="8" presStyleCnt="42"/>
      <dgm:spPr/>
    </dgm:pt>
    <dgm:pt modelId="{AB445617-FFF2-4E58-BCD0-4E113B4A3BEF}" type="pres">
      <dgm:prSet presAssocID="{810225C8-8219-4E4B-9CFF-D4A9D05C51D9}" presName="ParentAccent10" presStyleLbl="alignNode1" presStyleIdx="9" presStyleCnt="42"/>
      <dgm:spPr/>
    </dgm:pt>
    <dgm:pt modelId="{618D944E-FA54-43A9-92FF-5230EA9A0FB0}" type="pres">
      <dgm:prSet presAssocID="{810225C8-8219-4E4B-9CFF-D4A9D05C51D9}" presName="Parent" presStyleLbl="alignNode1" presStyleIdx="10" presStyleCnt="42">
        <dgm:presLayoutVars>
          <dgm:chMax val="5"/>
          <dgm:chPref val="3"/>
          <dgm:bulletEnabled val="1"/>
        </dgm:presLayoutVars>
      </dgm:prSet>
      <dgm:spPr/>
    </dgm:pt>
    <dgm:pt modelId="{7FA2A8C0-D387-47ED-90B5-AAA25201E396}" type="pres">
      <dgm:prSet presAssocID="{AD03B1D2-8BF9-4DBF-8D24-A91DAD7452A5}" presName="Child1Accent1" presStyleLbl="alignNode1" presStyleIdx="11" presStyleCnt="42"/>
      <dgm:spPr/>
    </dgm:pt>
    <dgm:pt modelId="{C9516957-8E2D-44D8-B00C-A075924A985E}" type="pres">
      <dgm:prSet presAssocID="{AD03B1D2-8BF9-4DBF-8D24-A91DAD7452A5}" presName="Child1Accent2" presStyleLbl="alignNode1" presStyleIdx="12" presStyleCnt="42"/>
      <dgm:spPr/>
    </dgm:pt>
    <dgm:pt modelId="{7137AE72-10C0-4FD4-A946-86851AA0CA0D}" type="pres">
      <dgm:prSet presAssocID="{AD03B1D2-8BF9-4DBF-8D24-A91DAD7452A5}" presName="Child1Accent3" presStyleLbl="alignNode1" presStyleIdx="13" presStyleCnt="42"/>
      <dgm:spPr/>
    </dgm:pt>
    <dgm:pt modelId="{63280E5A-4EFC-4C85-8DDD-9A3713064FB8}" type="pres">
      <dgm:prSet presAssocID="{AD03B1D2-8BF9-4DBF-8D24-A91DAD7452A5}" presName="Child1Accent4" presStyleLbl="alignNode1" presStyleIdx="14" presStyleCnt="42"/>
      <dgm:spPr/>
    </dgm:pt>
    <dgm:pt modelId="{C6766C5A-5D73-4487-B5CC-D2768077D8B8}" type="pres">
      <dgm:prSet presAssocID="{AD03B1D2-8BF9-4DBF-8D24-A91DAD7452A5}" presName="Child1Accent5" presStyleLbl="alignNode1" presStyleIdx="15" presStyleCnt="42"/>
      <dgm:spPr/>
    </dgm:pt>
    <dgm:pt modelId="{14A545D4-E025-4C0F-85B2-FA36476F7AE3}" type="pres">
      <dgm:prSet presAssocID="{AD03B1D2-8BF9-4DBF-8D24-A91DAD7452A5}" presName="Child1Accent6" presStyleLbl="alignNode1" presStyleIdx="16" presStyleCnt="42"/>
      <dgm:spPr/>
    </dgm:pt>
    <dgm:pt modelId="{195FE884-AB8B-49D8-AF6A-AF55A4AADE76}" type="pres">
      <dgm:prSet presAssocID="{AD03B1D2-8BF9-4DBF-8D24-A91DAD7452A5}" presName="Child1Accent7" presStyleLbl="alignNode1" presStyleIdx="17" presStyleCnt="42"/>
      <dgm:spPr/>
    </dgm:pt>
    <dgm:pt modelId="{9EF28072-0B6E-4041-9459-AFF185ED6739}" type="pres">
      <dgm:prSet presAssocID="{AD03B1D2-8BF9-4DBF-8D24-A91DAD7452A5}" presName="Child1Accent8" presStyleLbl="alignNode1" presStyleIdx="18" presStyleCnt="42"/>
      <dgm:spPr/>
    </dgm:pt>
    <dgm:pt modelId="{039AA80E-48D8-473F-8B16-D2E9F85563B1}" type="pres">
      <dgm:prSet presAssocID="{AD03B1D2-8BF9-4DBF-8D24-A91DAD7452A5}" presName="Child1Accent9" presStyleLbl="alignNode1" presStyleIdx="19" presStyleCnt="42"/>
      <dgm:spPr/>
    </dgm:pt>
    <dgm:pt modelId="{9FE07026-2D01-41EB-8C93-DCABAE7A1330}" type="pres">
      <dgm:prSet presAssocID="{AD03B1D2-8BF9-4DBF-8D24-A91DAD7452A5}" presName="Child1" presStyleLbl="revTx" presStyleIdx="0" presStyleCnt="4" custLinFactNeighborX="1564" custLinFactNeighborY="-4878">
        <dgm:presLayoutVars>
          <dgm:chMax/>
          <dgm:chPref val="0"/>
          <dgm:bulletEnabled val="1"/>
        </dgm:presLayoutVars>
      </dgm:prSet>
      <dgm:spPr/>
    </dgm:pt>
    <dgm:pt modelId="{A80B9611-1E95-427F-BC91-ECA4DCB36A6A}" type="pres">
      <dgm:prSet presAssocID="{E7E39EE7-CF26-4E5D-B8E9-7CCC1AAE0AE0}" presName="Child2Accent1" presStyleLbl="alignNode1" presStyleIdx="20" presStyleCnt="42"/>
      <dgm:spPr/>
    </dgm:pt>
    <dgm:pt modelId="{31F689A4-4DEB-4C0C-B0AF-5713C6AF6BB9}" type="pres">
      <dgm:prSet presAssocID="{E7E39EE7-CF26-4E5D-B8E9-7CCC1AAE0AE0}" presName="Child2Accent2" presStyleLbl="alignNode1" presStyleIdx="21" presStyleCnt="42"/>
      <dgm:spPr/>
    </dgm:pt>
    <dgm:pt modelId="{42C057E4-C195-42DC-BBE1-48E522998E37}" type="pres">
      <dgm:prSet presAssocID="{E7E39EE7-CF26-4E5D-B8E9-7CCC1AAE0AE0}" presName="Child2Accent3" presStyleLbl="alignNode1" presStyleIdx="22" presStyleCnt="42"/>
      <dgm:spPr/>
    </dgm:pt>
    <dgm:pt modelId="{1E62CA8E-429A-4C90-9420-893E72986B4D}" type="pres">
      <dgm:prSet presAssocID="{E7E39EE7-CF26-4E5D-B8E9-7CCC1AAE0AE0}" presName="Child2Accent4" presStyleLbl="alignNode1" presStyleIdx="23" presStyleCnt="42"/>
      <dgm:spPr/>
    </dgm:pt>
    <dgm:pt modelId="{C916BFE7-6FEF-4499-A21E-5DF9DDB3EA02}" type="pres">
      <dgm:prSet presAssocID="{E7E39EE7-CF26-4E5D-B8E9-7CCC1AAE0AE0}" presName="Child2Accent5" presStyleLbl="alignNode1" presStyleIdx="24" presStyleCnt="42"/>
      <dgm:spPr/>
    </dgm:pt>
    <dgm:pt modelId="{06176A78-3B14-43EA-B0BC-5279FFDA1D90}" type="pres">
      <dgm:prSet presAssocID="{E7E39EE7-CF26-4E5D-B8E9-7CCC1AAE0AE0}" presName="Child2Accent6" presStyleLbl="alignNode1" presStyleIdx="25" presStyleCnt="42"/>
      <dgm:spPr/>
    </dgm:pt>
    <dgm:pt modelId="{9EA09C39-E81E-4D2A-9AC0-F548E57D55A5}" type="pres">
      <dgm:prSet presAssocID="{E7E39EE7-CF26-4E5D-B8E9-7CCC1AAE0AE0}" presName="Child2Accent7" presStyleLbl="alignNode1" presStyleIdx="26" presStyleCnt="42"/>
      <dgm:spPr/>
    </dgm:pt>
    <dgm:pt modelId="{DED6C2A6-137B-4080-AF49-CB9427EA41D0}" type="pres">
      <dgm:prSet presAssocID="{E7E39EE7-CF26-4E5D-B8E9-7CCC1AAE0AE0}" presName="Child2" presStyleLbl="revTx" presStyleIdx="1" presStyleCnt="4" custScaleX="148066" custScaleY="114352" custLinFactNeighborX="20859" custLinFactNeighborY="-2876">
        <dgm:presLayoutVars>
          <dgm:chMax/>
          <dgm:chPref val="0"/>
          <dgm:bulletEnabled val="1"/>
        </dgm:presLayoutVars>
      </dgm:prSet>
      <dgm:spPr/>
    </dgm:pt>
    <dgm:pt modelId="{46801BBB-D836-4826-AEB7-96C2C3D9012E}" type="pres">
      <dgm:prSet presAssocID="{A09316C5-D592-4DA9-9DAA-A52F0B295146}" presName="Child3Accent1" presStyleLbl="alignNode1" presStyleIdx="27" presStyleCnt="42"/>
      <dgm:spPr/>
    </dgm:pt>
    <dgm:pt modelId="{74270C96-D08F-4C3E-B7AF-78BC63B564F6}" type="pres">
      <dgm:prSet presAssocID="{A09316C5-D592-4DA9-9DAA-A52F0B295146}" presName="Child3Accent2" presStyleLbl="alignNode1" presStyleIdx="28" presStyleCnt="42"/>
      <dgm:spPr/>
    </dgm:pt>
    <dgm:pt modelId="{51A0ADB4-EAED-48C5-A91F-0DFF033E2435}" type="pres">
      <dgm:prSet presAssocID="{A09316C5-D592-4DA9-9DAA-A52F0B295146}" presName="Child3Accent3" presStyleLbl="alignNode1" presStyleIdx="29" presStyleCnt="42"/>
      <dgm:spPr/>
    </dgm:pt>
    <dgm:pt modelId="{EA215CEB-E0AB-40F5-9E5A-75A69A70970A}" type="pres">
      <dgm:prSet presAssocID="{A09316C5-D592-4DA9-9DAA-A52F0B295146}" presName="Child3Accent4" presStyleLbl="alignNode1" presStyleIdx="30" presStyleCnt="42"/>
      <dgm:spPr/>
    </dgm:pt>
    <dgm:pt modelId="{8403312B-1EB4-44F4-813D-DCC2414E9207}" type="pres">
      <dgm:prSet presAssocID="{A09316C5-D592-4DA9-9DAA-A52F0B295146}" presName="Child3Accent5" presStyleLbl="alignNode1" presStyleIdx="31" presStyleCnt="42"/>
      <dgm:spPr/>
    </dgm:pt>
    <dgm:pt modelId="{E9679907-4A5F-4CA8-B4FD-35EBCD48086F}" type="pres">
      <dgm:prSet presAssocID="{A09316C5-D592-4DA9-9DAA-A52F0B295146}" presName="Child3Accent6" presStyleLbl="alignNode1" presStyleIdx="32" presStyleCnt="42"/>
      <dgm:spPr/>
    </dgm:pt>
    <dgm:pt modelId="{002220E1-82A3-43B1-B0E3-EBA584FAAC23}" type="pres">
      <dgm:prSet presAssocID="{A09316C5-D592-4DA9-9DAA-A52F0B295146}" presName="Child3Accent7" presStyleLbl="alignNode1" presStyleIdx="33" presStyleCnt="42"/>
      <dgm:spPr/>
    </dgm:pt>
    <dgm:pt modelId="{22EAF7FA-B782-4547-9E88-4E050789E5BF}" type="pres">
      <dgm:prSet presAssocID="{A09316C5-D592-4DA9-9DAA-A52F0B295146}" presName="Child3" presStyleLbl="revTx" presStyleIdx="2" presStyleCnt="4">
        <dgm:presLayoutVars>
          <dgm:chMax/>
          <dgm:chPref val="0"/>
          <dgm:bulletEnabled val="1"/>
        </dgm:presLayoutVars>
      </dgm:prSet>
      <dgm:spPr/>
    </dgm:pt>
    <dgm:pt modelId="{AA1D8544-E3DD-4437-B199-F8029BAB5B66}" type="pres">
      <dgm:prSet presAssocID="{9E450CCD-DA18-407D-A2F4-CDF70F884038}" presName="Child4Accent1" presStyleLbl="alignNode1" presStyleIdx="34" presStyleCnt="42"/>
      <dgm:spPr/>
    </dgm:pt>
    <dgm:pt modelId="{70835445-3B69-4439-9A6F-C3171E0DCF19}" type="pres">
      <dgm:prSet presAssocID="{9E450CCD-DA18-407D-A2F4-CDF70F884038}" presName="Child4Accent2" presStyleLbl="alignNode1" presStyleIdx="35" presStyleCnt="42"/>
      <dgm:spPr/>
    </dgm:pt>
    <dgm:pt modelId="{9898633B-2EB7-4E9A-AAA1-5E4153D1F2E4}" type="pres">
      <dgm:prSet presAssocID="{9E450CCD-DA18-407D-A2F4-CDF70F884038}" presName="Child4Accent3" presStyleLbl="alignNode1" presStyleIdx="36" presStyleCnt="42"/>
      <dgm:spPr/>
    </dgm:pt>
    <dgm:pt modelId="{EA2418BF-FFD5-44B9-9DC5-6C112A8601A0}" type="pres">
      <dgm:prSet presAssocID="{9E450CCD-DA18-407D-A2F4-CDF70F884038}" presName="Child4Accent4" presStyleLbl="alignNode1" presStyleIdx="37" presStyleCnt="42"/>
      <dgm:spPr/>
    </dgm:pt>
    <dgm:pt modelId="{F07F0A76-3FFD-4D0D-A3FA-C8B81EF2694A}" type="pres">
      <dgm:prSet presAssocID="{9E450CCD-DA18-407D-A2F4-CDF70F884038}" presName="Child4Accent5" presStyleLbl="alignNode1" presStyleIdx="38" presStyleCnt="42"/>
      <dgm:spPr/>
    </dgm:pt>
    <dgm:pt modelId="{3921D1B2-EB4C-408A-B88D-001C2AAA7760}" type="pres">
      <dgm:prSet presAssocID="{9E450CCD-DA18-407D-A2F4-CDF70F884038}" presName="Child4Accent6" presStyleLbl="alignNode1" presStyleIdx="39" presStyleCnt="42"/>
      <dgm:spPr/>
    </dgm:pt>
    <dgm:pt modelId="{42E6A6DF-1B1D-4F19-B115-FD77F6459D98}" type="pres">
      <dgm:prSet presAssocID="{9E450CCD-DA18-407D-A2F4-CDF70F884038}" presName="Child4Accent7" presStyleLbl="alignNode1" presStyleIdx="40" presStyleCnt="42"/>
      <dgm:spPr/>
    </dgm:pt>
    <dgm:pt modelId="{0795FD1E-DBD4-4602-ACEA-543D43DC35D9}" type="pres">
      <dgm:prSet presAssocID="{9E450CCD-DA18-407D-A2F4-CDF70F884038}" presName="Child4Accent8" presStyleLbl="alignNode1" presStyleIdx="41" presStyleCnt="42"/>
      <dgm:spPr/>
    </dgm:pt>
    <dgm:pt modelId="{273D0C5F-ED39-4176-9351-7D424E7235A4}" type="pres">
      <dgm:prSet presAssocID="{9E450CCD-DA18-407D-A2F4-CDF70F884038}" presName="Child4" presStyleLbl="revTx" presStyleIdx="3" presStyleCnt="4">
        <dgm:presLayoutVars>
          <dgm:chMax/>
          <dgm:chPref val="0"/>
          <dgm:bulletEnabled val="1"/>
        </dgm:presLayoutVars>
      </dgm:prSet>
      <dgm:spPr/>
    </dgm:pt>
  </dgm:ptLst>
  <dgm:cxnLst>
    <dgm:cxn modelId="{40AACC06-9E0A-4F7A-9AB7-98E6AAEEBFA1}" type="presOf" srcId="{810225C8-8219-4E4B-9CFF-D4A9D05C51D9}" destId="{618D944E-FA54-43A9-92FF-5230EA9A0FB0}" srcOrd="0" destOrd="0" presId="urn:microsoft.com/office/officeart/2011/layout/ConvergingText"/>
    <dgm:cxn modelId="{E1068522-543F-4A8A-BCD9-792616572A85}" type="presOf" srcId="{A09316C5-D592-4DA9-9DAA-A52F0B295146}" destId="{22EAF7FA-B782-4547-9E88-4E050789E5BF}" srcOrd="0" destOrd="0" presId="urn:microsoft.com/office/officeart/2011/layout/ConvergingText"/>
    <dgm:cxn modelId="{31208938-B8B5-4245-BB41-F1E78A7FB308}" srcId="{810225C8-8219-4E4B-9CFF-D4A9D05C51D9}" destId="{9E450CCD-DA18-407D-A2F4-CDF70F884038}" srcOrd="3" destOrd="0" parTransId="{8F308CCC-7CFC-447E-82AE-F9B8E13F7AC8}" sibTransId="{4B7AE0F2-D82E-4E07-8098-8A1B3B20071D}"/>
    <dgm:cxn modelId="{A6B11352-23B5-47F2-A2B1-08B798441F71}" srcId="{810225C8-8219-4E4B-9CFF-D4A9D05C51D9}" destId="{A09316C5-D592-4DA9-9DAA-A52F0B295146}" srcOrd="2" destOrd="0" parTransId="{E097E4F6-1E73-439F-AB9F-5E2DDBCBA00D}" sibTransId="{21E1B12E-263A-4266-9AAD-15C1F26B3828}"/>
    <dgm:cxn modelId="{186C8B7F-EE32-42B8-8086-9DDFE74041B8}" srcId="{810225C8-8219-4E4B-9CFF-D4A9D05C51D9}" destId="{E7E39EE7-CF26-4E5D-B8E9-7CCC1AAE0AE0}" srcOrd="1" destOrd="0" parTransId="{E8AFA126-AAB0-4441-ACE1-DD475FCF80D0}" sibTransId="{3A416008-FFB4-416D-80F8-11156A72CC6B}"/>
    <dgm:cxn modelId="{62FB1791-BED5-435F-B764-6BF343DE73E3}" type="presOf" srcId="{E7E39EE7-CF26-4E5D-B8E9-7CCC1AAE0AE0}" destId="{DED6C2A6-137B-4080-AF49-CB9427EA41D0}" srcOrd="0" destOrd="0" presId="urn:microsoft.com/office/officeart/2011/layout/ConvergingText"/>
    <dgm:cxn modelId="{395C3DA1-F590-4B21-BFE5-3C5C0E0A5569}" srcId="{21F8544C-E5B7-4935-B14A-D4CDE1F33BB8}" destId="{810225C8-8219-4E4B-9CFF-D4A9D05C51D9}" srcOrd="0" destOrd="0" parTransId="{684BA68B-234C-4A2B-875A-25C362DB4097}" sibTransId="{B6B23350-7F1E-4E7C-BF25-928A0A1BCBAF}"/>
    <dgm:cxn modelId="{2AA8E4AE-7965-4AEB-A8FD-ED04F58F1B31}" srcId="{810225C8-8219-4E4B-9CFF-D4A9D05C51D9}" destId="{AD03B1D2-8BF9-4DBF-8D24-A91DAD7452A5}" srcOrd="0" destOrd="0" parTransId="{957999C2-3B95-4A06-911D-BCF9007B9D27}" sibTransId="{D79FC710-4A77-4684-8724-E4C2E5DA3299}"/>
    <dgm:cxn modelId="{74CD40D9-998A-45ED-91BD-B6E35C46C006}" type="presOf" srcId="{21F8544C-E5B7-4935-B14A-D4CDE1F33BB8}" destId="{DE7F6106-B207-4C6F-8803-FCFBCF8E615E}" srcOrd="0" destOrd="0" presId="urn:microsoft.com/office/officeart/2011/layout/ConvergingText"/>
    <dgm:cxn modelId="{4F1C71E5-063D-4BE2-B092-C3F652B0ECFC}" type="presOf" srcId="{9E450CCD-DA18-407D-A2F4-CDF70F884038}" destId="{273D0C5F-ED39-4176-9351-7D424E7235A4}" srcOrd="0" destOrd="0" presId="urn:microsoft.com/office/officeart/2011/layout/ConvergingText"/>
    <dgm:cxn modelId="{8C59F5F7-0199-4D71-AC28-F1F787C7B317}" type="presOf" srcId="{AD03B1D2-8BF9-4DBF-8D24-A91DAD7452A5}" destId="{9FE07026-2D01-41EB-8C93-DCABAE7A1330}" srcOrd="0" destOrd="0" presId="urn:microsoft.com/office/officeart/2011/layout/ConvergingText"/>
    <dgm:cxn modelId="{846E82A6-92C7-48FD-A623-27DE4BCE0E3D}" type="presParOf" srcId="{DE7F6106-B207-4C6F-8803-FCFBCF8E615E}" destId="{A8592052-F033-4D1E-961B-ECA6452EC99E}" srcOrd="0" destOrd="0" presId="urn:microsoft.com/office/officeart/2011/layout/ConvergingText"/>
    <dgm:cxn modelId="{57D6EAC4-E95B-4D74-9FA3-0B2B11EC0A86}" type="presParOf" srcId="{A8592052-F033-4D1E-961B-ECA6452EC99E}" destId="{32509012-9385-4C4D-AEEF-016F74045E01}" srcOrd="0" destOrd="0" presId="urn:microsoft.com/office/officeart/2011/layout/ConvergingText"/>
    <dgm:cxn modelId="{8DBEEB21-DC5E-4B97-965B-124C50DF0A39}" type="presParOf" srcId="{A8592052-F033-4D1E-961B-ECA6452EC99E}" destId="{4061F0B5-DA2F-429F-9ACB-9F97A5134A4E}" srcOrd="1" destOrd="0" presId="urn:microsoft.com/office/officeart/2011/layout/ConvergingText"/>
    <dgm:cxn modelId="{753D14C4-CDBA-4C9E-BA39-5E610899FB2E}" type="presParOf" srcId="{A8592052-F033-4D1E-961B-ECA6452EC99E}" destId="{80D4600D-E0F2-4AA0-A64B-61AC5DB93C0B}" srcOrd="2" destOrd="0" presId="urn:microsoft.com/office/officeart/2011/layout/ConvergingText"/>
    <dgm:cxn modelId="{41C48D4F-200D-4224-811B-71E08E8F3C95}" type="presParOf" srcId="{A8592052-F033-4D1E-961B-ECA6452EC99E}" destId="{C25B1890-1EAF-4D8F-9E60-B0F2125A4CD8}" srcOrd="3" destOrd="0" presId="urn:microsoft.com/office/officeart/2011/layout/ConvergingText"/>
    <dgm:cxn modelId="{9BDC7118-284B-4037-B3A1-AA62FC3601DE}" type="presParOf" srcId="{A8592052-F033-4D1E-961B-ECA6452EC99E}" destId="{B8A6B255-3E98-4B9F-BCBF-BE493489329F}" srcOrd="4" destOrd="0" presId="urn:microsoft.com/office/officeart/2011/layout/ConvergingText"/>
    <dgm:cxn modelId="{BB604C94-AF74-446E-A48B-B570A79F5696}" type="presParOf" srcId="{A8592052-F033-4D1E-961B-ECA6452EC99E}" destId="{E9E0EE92-30F4-44DD-98DA-AF8B92BBCF2A}" srcOrd="5" destOrd="0" presId="urn:microsoft.com/office/officeart/2011/layout/ConvergingText"/>
    <dgm:cxn modelId="{ABCC9D9E-3ADF-4D6B-9323-F2F081D45526}" type="presParOf" srcId="{A8592052-F033-4D1E-961B-ECA6452EC99E}" destId="{4AAB1206-6976-484B-B9C2-D08AA24EFC68}" srcOrd="6" destOrd="0" presId="urn:microsoft.com/office/officeart/2011/layout/ConvergingText"/>
    <dgm:cxn modelId="{A77B662F-DC80-4D51-B654-8EF73D529E2F}" type="presParOf" srcId="{A8592052-F033-4D1E-961B-ECA6452EC99E}" destId="{FE3DA22F-AE64-4AC3-9617-8A1D305ED35A}" srcOrd="7" destOrd="0" presId="urn:microsoft.com/office/officeart/2011/layout/ConvergingText"/>
    <dgm:cxn modelId="{83661C0B-DE5E-43F8-BBFB-D2668A803BA1}" type="presParOf" srcId="{A8592052-F033-4D1E-961B-ECA6452EC99E}" destId="{178456B1-8500-4EF0-8CDC-28CE6140A8E7}" srcOrd="8" destOrd="0" presId="urn:microsoft.com/office/officeart/2011/layout/ConvergingText"/>
    <dgm:cxn modelId="{DEB21E9F-3991-4272-ABC4-5EF4112D95E7}" type="presParOf" srcId="{A8592052-F033-4D1E-961B-ECA6452EC99E}" destId="{AB445617-FFF2-4E58-BCD0-4E113B4A3BEF}" srcOrd="9" destOrd="0" presId="urn:microsoft.com/office/officeart/2011/layout/ConvergingText"/>
    <dgm:cxn modelId="{2FAE4F6B-FBAD-4C25-BAB1-EDC10E771AED}" type="presParOf" srcId="{A8592052-F033-4D1E-961B-ECA6452EC99E}" destId="{618D944E-FA54-43A9-92FF-5230EA9A0FB0}" srcOrd="10" destOrd="0" presId="urn:microsoft.com/office/officeart/2011/layout/ConvergingText"/>
    <dgm:cxn modelId="{68326B8C-0D38-4C4A-B148-1BB8AA92D5D7}" type="presParOf" srcId="{A8592052-F033-4D1E-961B-ECA6452EC99E}" destId="{7FA2A8C0-D387-47ED-90B5-AAA25201E396}" srcOrd="11" destOrd="0" presId="urn:microsoft.com/office/officeart/2011/layout/ConvergingText"/>
    <dgm:cxn modelId="{9F21ED6E-4FD1-4971-BEAD-09597B23C5E3}" type="presParOf" srcId="{A8592052-F033-4D1E-961B-ECA6452EC99E}" destId="{C9516957-8E2D-44D8-B00C-A075924A985E}" srcOrd="12" destOrd="0" presId="urn:microsoft.com/office/officeart/2011/layout/ConvergingText"/>
    <dgm:cxn modelId="{0E5475B3-0B6B-466A-8DFD-697F9332C7DA}" type="presParOf" srcId="{A8592052-F033-4D1E-961B-ECA6452EC99E}" destId="{7137AE72-10C0-4FD4-A946-86851AA0CA0D}" srcOrd="13" destOrd="0" presId="urn:microsoft.com/office/officeart/2011/layout/ConvergingText"/>
    <dgm:cxn modelId="{BFA6F173-5926-4379-A3A0-AD2C2111D9A4}" type="presParOf" srcId="{A8592052-F033-4D1E-961B-ECA6452EC99E}" destId="{63280E5A-4EFC-4C85-8DDD-9A3713064FB8}" srcOrd="14" destOrd="0" presId="urn:microsoft.com/office/officeart/2011/layout/ConvergingText"/>
    <dgm:cxn modelId="{9DAD446B-26F4-49C7-9B33-97847C2048F4}" type="presParOf" srcId="{A8592052-F033-4D1E-961B-ECA6452EC99E}" destId="{C6766C5A-5D73-4487-B5CC-D2768077D8B8}" srcOrd="15" destOrd="0" presId="urn:microsoft.com/office/officeart/2011/layout/ConvergingText"/>
    <dgm:cxn modelId="{64076E10-C744-40B5-B859-FCDF3716DB91}" type="presParOf" srcId="{A8592052-F033-4D1E-961B-ECA6452EC99E}" destId="{14A545D4-E025-4C0F-85B2-FA36476F7AE3}" srcOrd="16" destOrd="0" presId="urn:microsoft.com/office/officeart/2011/layout/ConvergingText"/>
    <dgm:cxn modelId="{7786B591-EFFD-458F-BE4C-C73D23DB9A36}" type="presParOf" srcId="{A8592052-F033-4D1E-961B-ECA6452EC99E}" destId="{195FE884-AB8B-49D8-AF6A-AF55A4AADE76}" srcOrd="17" destOrd="0" presId="urn:microsoft.com/office/officeart/2011/layout/ConvergingText"/>
    <dgm:cxn modelId="{2DD9A9E1-B922-48FA-AD07-DD89C2D8ADA4}" type="presParOf" srcId="{A8592052-F033-4D1E-961B-ECA6452EC99E}" destId="{9EF28072-0B6E-4041-9459-AFF185ED6739}" srcOrd="18" destOrd="0" presId="urn:microsoft.com/office/officeart/2011/layout/ConvergingText"/>
    <dgm:cxn modelId="{D9E3199F-A9FE-49CF-B427-C061F27E6B49}" type="presParOf" srcId="{A8592052-F033-4D1E-961B-ECA6452EC99E}" destId="{039AA80E-48D8-473F-8B16-D2E9F85563B1}" srcOrd="19" destOrd="0" presId="urn:microsoft.com/office/officeart/2011/layout/ConvergingText"/>
    <dgm:cxn modelId="{77384B4D-D38C-4979-8D41-BEB2F242F02B}" type="presParOf" srcId="{A8592052-F033-4D1E-961B-ECA6452EC99E}" destId="{9FE07026-2D01-41EB-8C93-DCABAE7A1330}" srcOrd="20" destOrd="0" presId="urn:microsoft.com/office/officeart/2011/layout/ConvergingText"/>
    <dgm:cxn modelId="{FCEDE13A-87CB-4F12-9515-0282830C3139}" type="presParOf" srcId="{A8592052-F033-4D1E-961B-ECA6452EC99E}" destId="{A80B9611-1E95-427F-BC91-ECA4DCB36A6A}" srcOrd="21" destOrd="0" presId="urn:microsoft.com/office/officeart/2011/layout/ConvergingText"/>
    <dgm:cxn modelId="{7E60CF8B-EDBD-46E0-A4F9-A2F9CE3BD7D5}" type="presParOf" srcId="{A8592052-F033-4D1E-961B-ECA6452EC99E}" destId="{31F689A4-4DEB-4C0C-B0AF-5713C6AF6BB9}" srcOrd="22" destOrd="0" presId="urn:microsoft.com/office/officeart/2011/layout/ConvergingText"/>
    <dgm:cxn modelId="{59A701C4-0089-48F7-A551-9E9AE447CF3D}" type="presParOf" srcId="{A8592052-F033-4D1E-961B-ECA6452EC99E}" destId="{42C057E4-C195-42DC-BBE1-48E522998E37}" srcOrd="23" destOrd="0" presId="urn:microsoft.com/office/officeart/2011/layout/ConvergingText"/>
    <dgm:cxn modelId="{9AB4E64D-826D-44B6-BBFA-CA22F3E65F27}" type="presParOf" srcId="{A8592052-F033-4D1E-961B-ECA6452EC99E}" destId="{1E62CA8E-429A-4C90-9420-893E72986B4D}" srcOrd="24" destOrd="0" presId="urn:microsoft.com/office/officeart/2011/layout/ConvergingText"/>
    <dgm:cxn modelId="{EDA99E64-6CA6-432A-9858-E865C47E87F6}" type="presParOf" srcId="{A8592052-F033-4D1E-961B-ECA6452EC99E}" destId="{C916BFE7-6FEF-4499-A21E-5DF9DDB3EA02}" srcOrd="25" destOrd="0" presId="urn:microsoft.com/office/officeart/2011/layout/ConvergingText"/>
    <dgm:cxn modelId="{C604BE1C-E882-45BA-B968-8C5110607A83}" type="presParOf" srcId="{A8592052-F033-4D1E-961B-ECA6452EC99E}" destId="{06176A78-3B14-43EA-B0BC-5279FFDA1D90}" srcOrd="26" destOrd="0" presId="urn:microsoft.com/office/officeart/2011/layout/ConvergingText"/>
    <dgm:cxn modelId="{C4719492-7C3B-4B44-B923-4807F384C86C}" type="presParOf" srcId="{A8592052-F033-4D1E-961B-ECA6452EC99E}" destId="{9EA09C39-E81E-4D2A-9AC0-F548E57D55A5}" srcOrd="27" destOrd="0" presId="urn:microsoft.com/office/officeart/2011/layout/ConvergingText"/>
    <dgm:cxn modelId="{926D1E6A-4A56-480E-AE5E-D4C92985AAE7}" type="presParOf" srcId="{A8592052-F033-4D1E-961B-ECA6452EC99E}" destId="{DED6C2A6-137B-4080-AF49-CB9427EA41D0}" srcOrd="28" destOrd="0" presId="urn:microsoft.com/office/officeart/2011/layout/ConvergingText"/>
    <dgm:cxn modelId="{14B6FBDD-55B9-4EAE-B484-681F5638BDB5}" type="presParOf" srcId="{A8592052-F033-4D1E-961B-ECA6452EC99E}" destId="{46801BBB-D836-4826-AEB7-96C2C3D9012E}" srcOrd="29" destOrd="0" presId="urn:microsoft.com/office/officeart/2011/layout/ConvergingText"/>
    <dgm:cxn modelId="{F6E67439-CF9E-47C8-8CAA-DA0F7E196D38}" type="presParOf" srcId="{A8592052-F033-4D1E-961B-ECA6452EC99E}" destId="{74270C96-D08F-4C3E-B7AF-78BC63B564F6}" srcOrd="30" destOrd="0" presId="urn:microsoft.com/office/officeart/2011/layout/ConvergingText"/>
    <dgm:cxn modelId="{2957DDC5-A782-4D10-9421-566731B667B2}" type="presParOf" srcId="{A8592052-F033-4D1E-961B-ECA6452EC99E}" destId="{51A0ADB4-EAED-48C5-A91F-0DFF033E2435}" srcOrd="31" destOrd="0" presId="urn:microsoft.com/office/officeart/2011/layout/ConvergingText"/>
    <dgm:cxn modelId="{5B3E5DE9-C7E3-4CB4-8202-78624E3DDFDE}" type="presParOf" srcId="{A8592052-F033-4D1E-961B-ECA6452EC99E}" destId="{EA215CEB-E0AB-40F5-9E5A-75A69A70970A}" srcOrd="32" destOrd="0" presId="urn:microsoft.com/office/officeart/2011/layout/ConvergingText"/>
    <dgm:cxn modelId="{075E4185-12F7-4A3A-A7CC-A20D174416BC}" type="presParOf" srcId="{A8592052-F033-4D1E-961B-ECA6452EC99E}" destId="{8403312B-1EB4-44F4-813D-DCC2414E9207}" srcOrd="33" destOrd="0" presId="urn:microsoft.com/office/officeart/2011/layout/ConvergingText"/>
    <dgm:cxn modelId="{4357DF8E-3467-4135-8892-FC5AD05D1B4C}" type="presParOf" srcId="{A8592052-F033-4D1E-961B-ECA6452EC99E}" destId="{E9679907-4A5F-4CA8-B4FD-35EBCD48086F}" srcOrd="34" destOrd="0" presId="urn:microsoft.com/office/officeart/2011/layout/ConvergingText"/>
    <dgm:cxn modelId="{FBE3E098-0817-422E-AF0B-3E88965E871F}" type="presParOf" srcId="{A8592052-F033-4D1E-961B-ECA6452EC99E}" destId="{002220E1-82A3-43B1-B0E3-EBA584FAAC23}" srcOrd="35" destOrd="0" presId="urn:microsoft.com/office/officeart/2011/layout/ConvergingText"/>
    <dgm:cxn modelId="{D001C924-E268-4BDC-8F39-E48BA661CEF3}" type="presParOf" srcId="{A8592052-F033-4D1E-961B-ECA6452EC99E}" destId="{22EAF7FA-B782-4547-9E88-4E050789E5BF}" srcOrd="36" destOrd="0" presId="urn:microsoft.com/office/officeart/2011/layout/ConvergingText"/>
    <dgm:cxn modelId="{8D869C68-F891-476B-AC3C-E207870BFB07}" type="presParOf" srcId="{A8592052-F033-4D1E-961B-ECA6452EC99E}" destId="{AA1D8544-E3DD-4437-B199-F8029BAB5B66}" srcOrd="37" destOrd="0" presId="urn:microsoft.com/office/officeart/2011/layout/ConvergingText"/>
    <dgm:cxn modelId="{47506444-8344-420C-B1A7-377F8241814F}" type="presParOf" srcId="{A8592052-F033-4D1E-961B-ECA6452EC99E}" destId="{70835445-3B69-4439-9A6F-C3171E0DCF19}" srcOrd="38" destOrd="0" presId="urn:microsoft.com/office/officeart/2011/layout/ConvergingText"/>
    <dgm:cxn modelId="{05373F94-7088-4E9F-BA50-17EF80BDA9EF}" type="presParOf" srcId="{A8592052-F033-4D1E-961B-ECA6452EC99E}" destId="{9898633B-2EB7-4E9A-AAA1-5E4153D1F2E4}" srcOrd="39" destOrd="0" presId="urn:microsoft.com/office/officeart/2011/layout/ConvergingText"/>
    <dgm:cxn modelId="{168E2320-34F8-4A99-B9F5-4E6C76D6AA0B}" type="presParOf" srcId="{A8592052-F033-4D1E-961B-ECA6452EC99E}" destId="{EA2418BF-FFD5-44B9-9DC5-6C112A8601A0}" srcOrd="40" destOrd="0" presId="urn:microsoft.com/office/officeart/2011/layout/ConvergingText"/>
    <dgm:cxn modelId="{23CC37D6-ABCC-4626-946F-7DAD8164CAE0}" type="presParOf" srcId="{A8592052-F033-4D1E-961B-ECA6452EC99E}" destId="{F07F0A76-3FFD-4D0D-A3FA-C8B81EF2694A}" srcOrd="41" destOrd="0" presId="urn:microsoft.com/office/officeart/2011/layout/ConvergingText"/>
    <dgm:cxn modelId="{D91980D9-9658-40F7-B02D-424D4A55FFBC}" type="presParOf" srcId="{A8592052-F033-4D1E-961B-ECA6452EC99E}" destId="{3921D1B2-EB4C-408A-B88D-001C2AAA7760}" srcOrd="42" destOrd="0" presId="urn:microsoft.com/office/officeart/2011/layout/ConvergingText"/>
    <dgm:cxn modelId="{8EDA2F71-4145-4D0E-9F09-2E3C915792AF}" type="presParOf" srcId="{A8592052-F033-4D1E-961B-ECA6452EC99E}" destId="{42E6A6DF-1B1D-4F19-B115-FD77F6459D98}" srcOrd="43" destOrd="0" presId="urn:microsoft.com/office/officeart/2011/layout/ConvergingText"/>
    <dgm:cxn modelId="{1C19F4A2-7F4D-43D0-9A39-55C29ED16395}" type="presParOf" srcId="{A8592052-F033-4D1E-961B-ECA6452EC99E}" destId="{0795FD1E-DBD4-4602-ACEA-543D43DC35D9}" srcOrd="44" destOrd="0" presId="urn:microsoft.com/office/officeart/2011/layout/ConvergingText"/>
    <dgm:cxn modelId="{16909401-23D2-4AF9-AF1E-99F2A5A74665}" type="presParOf" srcId="{A8592052-F033-4D1E-961B-ECA6452EC99E}" destId="{273D0C5F-ED39-4176-9351-7D424E7235A4}" srcOrd="45"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F8544C-E5B7-4935-B14A-D4CDE1F33BB8}" type="doc">
      <dgm:prSet loTypeId="urn:microsoft.com/office/officeart/2011/layout/ConvergingText" loCatId="process" qsTypeId="urn:microsoft.com/office/officeart/2005/8/quickstyle/simple1" qsCatId="simple" csTypeId="urn:microsoft.com/office/officeart/2005/8/colors/colorful1" csCatId="colorful" phldr="1"/>
      <dgm:spPr/>
      <dgm:t>
        <a:bodyPr/>
        <a:lstStyle/>
        <a:p>
          <a:endParaRPr lang="en-SG"/>
        </a:p>
      </dgm:t>
    </dgm:pt>
    <dgm:pt modelId="{810225C8-8219-4E4B-9CFF-D4A9D05C51D9}">
      <dgm:prSet phldrT="[Text]"/>
      <dgm:spPr/>
      <dgm:t>
        <a:bodyPr/>
        <a:lstStyle/>
        <a:p>
          <a:r>
            <a:rPr lang="en-GB" dirty="0"/>
            <a:t>China </a:t>
          </a:r>
          <a:endParaRPr lang="en-SG" dirty="0"/>
        </a:p>
      </dgm:t>
    </dgm:pt>
    <dgm:pt modelId="{684BA68B-234C-4A2B-875A-25C362DB4097}" type="parTrans" cxnId="{395C3DA1-F590-4B21-BFE5-3C5C0E0A5569}">
      <dgm:prSet/>
      <dgm:spPr/>
      <dgm:t>
        <a:bodyPr/>
        <a:lstStyle/>
        <a:p>
          <a:endParaRPr lang="en-SG"/>
        </a:p>
      </dgm:t>
    </dgm:pt>
    <dgm:pt modelId="{B6B23350-7F1E-4E7C-BF25-928A0A1BCBAF}" type="sibTrans" cxnId="{395C3DA1-F590-4B21-BFE5-3C5C0E0A5569}">
      <dgm:prSet/>
      <dgm:spPr/>
      <dgm:t>
        <a:bodyPr/>
        <a:lstStyle/>
        <a:p>
          <a:endParaRPr lang="en-SG"/>
        </a:p>
      </dgm:t>
    </dgm:pt>
    <dgm:pt modelId="{AD03B1D2-8BF9-4DBF-8D24-A91DAD7452A5}">
      <dgm:prSet phldrT="[Text]"/>
      <dgm:spPr/>
      <dgm:t>
        <a:bodyPr/>
        <a:lstStyle/>
        <a:p>
          <a:r>
            <a:rPr lang="en-GB" dirty="0"/>
            <a:t>Country A</a:t>
          </a:r>
          <a:endParaRPr lang="en-SG" dirty="0"/>
        </a:p>
      </dgm:t>
    </dgm:pt>
    <dgm:pt modelId="{957999C2-3B95-4A06-911D-BCF9007B9D27}" type="parTrans" cxnId="{2AA8E4AE-7965-4AEB-A8FD-ED04F58F1B31}">
      <dgm:prSet/>
      <dgm:spPr/>
      <dgm:t>
        <a:bodyPr/>
        <a:lstStyle/>
        <a:p>
          <a:endParaRPr lang="en-SG"/>
        </a:p>
      </dgm:t>
    </dgm:pt>
    <dgm:pt modelId="{D79FC710-4A77-4684-8724-E4C2E5DA3299}" type="sibTrans" cxnId="{2AA8E4AE-7965-4AEB-A8FD-ED04F58F1B31}">
      <dgm:prSet/>
      <dgm:spPr/>
      <dgm:t>
        <a:bodyPr/>
        <a:lstStyle/>
        <a:p>
          <a:endParaRPr lang="en-SG"/>
        </a:p>
      </dgm:t>
    </dgm:pt>
    <dgm:pt modelId="{E7E39EE7-CF26-4E5D-B8E9-7CCC1AAE0AE0}">
      <dgm:prSet phldrT="[Text]"/>
      <dgm:spPr/>
      <dgm:t>
        <a:bodyPr/>
        <a:lstStyle/>
        <a:p>
          <a:r>
            <a:rPr lang="en-GB" dirty="0"/>
            <a:t>Country B (Parts/Components </a:t>
          </a:r>
          <a:endParaRPr lang="en-SG" dirty="0"/>
        </a:p>
      </dgm:t>
    </dgm:pt>
    <dgm:pt modelId="{E8AFA126-AAB0-4441-ACE1-DD475FCF80D0}" type="parTrans" cxnId="{186C8B7F-EE32-42B8-8086-9DDFE74041B8}">
      <dgm:prSet/>
      <dgm:spPr/>
      <dgm:t>
        <a:bodyPr/>
        <a:lstStyle/>
        <a:p>
          <a:endParaRPr lang="en-SG"/>
        </a:p>
      </dgm:t>
    </dgm:pt>
    <dgm:pt modelId="{3A416008-FFB4-416D-80F8-11156A72CC6B}" type="sibTrans" cxnId="{186C8B7F-EE32-42B8-8086-9DDFE74041B8}">
      <dgm:prSet/>
      <dgm:spPr/>
      <dgm:t>
        <a:bodyPr/>
        <a:lstStyle/>
        <a:p>
          <a:endParaRPr lang="en-SG"/>
        </a:p>
      </dgm:t>
    </dgm:pt>
    <dgm:pt modelId="{A09316C5-D592-4DA9-9DAA-A52F0B295146}">
      <dgm:prSet phldrT="[Text]"/>
      <dgm:spPr/>
      <dgm:t>
        <a:bodyPr/>
        <a:lstStyle/>
        <a:p>
          <a:r>
            <a:rPr lang="en-GB" dirty="0"/>
            <a:t>Country C (design and technology) </a:t>
          </a:r>
          <a:endParaRPr lang="en-SG" dirty="0"/>
        </a:p>
      </dgm:t>
    </dgm:pt>
    <dgm:pt modelId="{E097E4F6-1E73-439F-AB9F-5E2DDBCBA00D}" type="parTrans" cxnId="{A6B11352-23B5-47F2-A2B1-08B798441F71}">
      <dgm:prSet/>
      <dgm:spPr/>
      <dgm:t>
        <a:bodyPr/>
        <a:lstStyle/>
        <a:p>
          <a:endParaRPr lang="en-SG"/>
        </a:p>
      </dgm:t>
    </dgm:pt>
    <dgm:pt modelId="{21E1B12E-263A-4266-9AAD-15C1F26B3828}" type="sibTrans" cxnId="{A6B11352-23B5-47F2-A2B1-08B798441F71}">
      <dgm:prSet/>
      <dgm:spPr/>
      <dgm:t>
        <a:bodyPr/>
        <a:lstStyle/>
        <a:p>
          <a:endParaRPr lang="en-SG"/>
        </a:p>
      </dgm:t>
    </dgm:pt>
    <dgm:pt modelId="{9E450CCD-DA18-407D-A2F4-CDF70F884038}">
      <dgm:prSet phldrT="[Text]"/>
      <dgm:spPr/>
      <dgm:t>
        <a:bodyPr/>
        <a:lstStyle/>
        <a:p>
          <a:r>
            <a:rPr lang="en-GB" dirty="0"/>
            <a:t>Country D </a:t>
          </a:r>
          <a:endParaRPr lang="en-SG" dirty="0"/>
        </a:p>
      </dgm:t>
    </dgm:pt>
    <dgm:pt modelId="{8F308CCC-7CFC-447E-82AE-F9B8E13F7AC8}" type="parTrans" cxnId="{31208938-B8B5-4245-BB41-F1E78A7FB308}">
      <dgm:prSet/>
      <dgm:spPr/>
      <dgm:t>
        <a:bodyPr/>
        <a:lstStyle/>
        <a:p>
          <a:endParaRPr lang="en-SG"/>
        </a:p>
      </dgm:t>
    </dgm:pt>
    <dgm:pt modelId="{4B7AE0F2-D82E-4E07-8098-8A1B3B20071D}" type="sibTrans" cxnId="{31208938-B8B5-4245-BB41-F1E78A7FB308}">
      <dgm:prSet/>
      <dgm:spPr/>
      <dgm:t>
        <a:bodyPr/>
        <a:lstStyle/>
        <a:p>
          <a:endParaRPr lang="en-SG"/>
        </a:p>
      </dgm:t>
    </dgm:pt>
    <dgm:pt modelId="{DE7F6106-B207-4C6F-8803-FCFBCF8E615E}" type="pres">
      <dgm:prSet presAssocID="{21F8544C-E5B7-4935-B14A-D4CDE1F33BB8}" presName="Name0" presStyleCnt="0">
        <dgm:presLayoutVars>
          <dgm:chMax/>
          <dgm:chPref val="1"/>
          <dgm:dir/>
          <dgm:animOne val="branch"/>
          <dgm:animLvl val="lvl"/>
          <dgm:resizeHandles/>
        </dgm:presLayoutVars>
      </dgm:prSet>
      <dgm:spPr/>
    </dgm:pt>
    <dgm:pt modelId="{A8592052-F033-4D1E-961B-ECA6452EC99E}" type="pres">
      <dgm:prSet presAssocID="{810225C8-8219-4E4B-9CFF-D4A9D05C51D9}" presName="composite" presStyleCnt="0"/>
      <dgm:spPr/>
    </dgm:pt>
    <dgm:pt modelId="{32509012-9385-4C4D-AEEF-016F74045E01}" type="pres">
      <dgm:prSet presAssocID="{810225C8-8219-4E4B-9CFF-D4A9D05C51D9}" presName="ParentAccent1" presStyleLbl="alignNode1" presStyleIdx="0" presStyleCnt="42"/>
      <dgm:spPr/>
    </dgm:pt>
    <dgm:pt modelId="{4061F0B5-DA2F-429F-9ACB-9F97A5134A4E}" type="pres">
      <dgm:prSet presAssocID="{810225C8-8219-4E4B-9CFF-D4A9D05C51D9}" presName="ParentAccent2" presStyleLbl="alignNode1" presStyleIdx="1" presStyleCnt="42"/>
      <dgm:spPr/>
    </dgm:pt>
    <dgm:pt modelId="{80D4600D-E0F2-4AA0-A64B-61AC5DB93C0B}" type="pres">
      <dgm:prSet presAssocID="{810225C8-8219-4E4B-9CFF-D4A9D05C51D9}" presName="ParentAccent3" presStyleLbl="alignNode1" presStyleIdx="2" presStyleCnt="42"/>
      <dgm:spPr/>
    </dgm:pt>
    <dgm:pt modelId="{C25B1890-1EAF-4D8F-9E60-B0F2125A4CD8}" type="pres">
      <dgm:prSet presAssocID="{810225C8-8219-4E4B-9CFF-D4A9D05C51D9}" presName="ParentAccent4" presStyleLbl="alignNode1" presStyleIdx="3" presStyleCnt="42"/>
      <dgm:spPr/>
    </dgm:pt>
    <dgm:pt modelId="{B8A6B255-3E98-4B9F-BCBF-BE493489329F}" type="pres">
      <dgm:prSet presAssocID="{810225C8-8219-4E4B-9CFF-D4A9D05C51D9}" presName="ParentAccent5" presStyleLbl="alignNode1" presStyleIdx="4" presStyleCnt="42"/>
      <dgm:spPr/>
    </dgm:pt>
    <dgm:pt modelId="{E9E0EE92-30F4-44DD-98DA-AF8B92BBCF2A}" type="pres">
      <dgm:prSet presAssocID="{810225C8-8219-4E4B-9CFF-D4A9D05C51D9}" presName="ParentAccent6" presStyleLbl="alignNode1" presStyleIdx="5" presStyleCnt="42"/>
      <dgm:spPr/>
    </dgm:pt>
    <dgm:pt modelId="{4AAB1206-6976-484B-B9C2-D08AA24EFC68}" type="pres">
      <dgm:prSet presAssocID="{810225C8-8219-4E4B-9CFF-D4A9D05C51D9}" presName="ParentAccent7" presStyleLbl="alignNode1" presStyleIdx="6" presStyleCnt="42"/>
      <dgm:spPr/>
    </dgm:pt>
    <dgm:pt modelId="{FE3DA22F-AE64-4AC3-9617-8A1D305ED35A}" type="pres">
      <dgm:prSet presAssocID="{810225C8-8219-4E4B-9CFF-D4A9D05C51D9}" presName="ParentAccent8" presStyleLbl="alignNode1" presStyleIdx="7" presStyleCnt="42"/>
      <dgm:spPr/>
    </dgm:pt>
    <dgm:pt modelId="{178456B1-8500-4EF0-8CDC-28CE6140A8E7}" type="pres">
      <dgm:prSet presAssocID="{810225C8-8219-4E4B-9CFF-D4A9D05C51D9}" presName="ParentAccent9" presStyleLbl="alignNode1" presStyleIdx="8" presStyleCnt="42"/>
      <dgm:spPr/>
    </dgm:pt>
    <dgm:pt modelId="{AB445617-FFF2-4E58-BCD0-4E113B4A3BEF}" type="pres">
      <dgm:prSet presAssocID="{810225C8-8219-4E4B-9CFF-D4A9D05C51D9}" presName="ParentAccent10" presStyleLbl="alignNode1" presStyleIdx="9" presStyleCnt="42"/>
      <dgm:spPr/>
    </dgm:pt>
    <dgm:pt modelId="{618D944E-FA54-43A9-92FF-5230EA9A0FB0}" type="pres">
      <dgm:prSet presAssocID="{810225C8-8219-4E4B-9CFF-D4A9D05C51D9}" presName="Parent" presStyleLbl="alignNode1" presStyleIdx="10" presStyleCnt="42">
        <dgm:presLayoutVars>
          <dgm:chMax val="5"/>
          <dgm:chPref val="3"/>
          <dgm:bulletEnabled val="1"/>
        </dgm:presLayoutVars>
      </dgm:prSet>
      <dgm:spPr/>
    </dgm:pt>
    <dgm:pt modelId="{7FA2A8C0-D387-47ED-90B5-AAA25201E396}" type="pres">
      <dgm:prSet presAssocID="{AD03B1D2-8BF9-4DBF-8D24-A91DAD7452A5}" presName="Child1Accent1" presStyleLbl="alignNode1" presStyleIdx="11" presStyleCnt="42"/>
      <dgm:spPr/>
    </dgm:pt>
    <dgm:pt modelId="{C9516957-8E2D-44D8-B00C-A075924A985E}" type="pres">
      <dgm:prSet presAssocID="{AD03B1D2-8BF9-4DBF-8D24-A91DAD7452A5}" presName="Child1Accent2" presStyleLbl="alignNode1" presStyleIdx="12" presStyleCnt="42"/>
      <dgm:spPr/>
    </dgm:pt>
    <dgm:pt modelId="{7137AE72-10C0-4FD4-A946-86851AA0CA0D}" type="pres">
      <dgm:prSet presAssocID="{AD03B1D2-8BF9-4DBF-8D24-A91DAD7452A5}" presName="Child1Accent3" presStyleLbl="alignNode1" presStyleIdx="13" presStyleCnt="42"/>
      <dgm:spPr/>
    </dgm:pt>
    <dgm:pt modelId="{63280E5A-4EFC-4C85-8DDD-9A3713064FB8}" type="pres">
      <dgm:prSet presAssocID="{AD03B1D2-8BF9-4DBF-8D24-A91DAD7452A5}" presName="Child1Accent4" presStyleLbl="alignNode1" presStyleIdx="14" presStyleCnt="42"/>
      <dgm:spPr/>
    </dgm:pt>
    <dgm:pt modelId="{C6766C5A-5D73-4487-B5CC-D2768077D8B8}" type="pres">
      <dgm:prSet presAssocID="{AD03B1D2-8BF9-4DBF-8D24-A91DAD7452A5}" presName="Child1Accent5" presStyleLbl="alignNode1" presStyleIdx="15" presStyleCnt="42"/>
      <dgm:spPr/>
    </dgm:pt>
    <dgm:pt modelId="{14A545D4-E025-4C0F-85B2-FA36476F7AE3}" type="pres">
      <dgm:prSet presAssocID="{AD03B1D2-8BF9-4DBF-8D24-A91DAD7452A5}" presName="Child1Accent6" presStyleLbl="alignNode1" presStyleIdx="16" presStyleCnt="42"/>
      <dgm:spPr/>
    </dgm:pt>
    <dgm:pt modelId="{195FE884-AB8B-49D8-AF6A-AF55A4AADE76}" type="pres">
      <dgm:prSet presAssocID="{AD03B1D2-8BF9-4DBF-8D24-A91DAD7452A5}" presName="Child1Accent7" presStyleLbl="alignNode1" presStyleIdx="17" presStyleCnt="42"/>
      <dgm:spPr/>
    </dgm:pt>
    <dgm:pt modelId="{9EF28072-0B6E-4041-9459-AFF185ED6739}" type="pres">
      <dgm:prSet presAssocID="{AD03B1D2-8BF9-4DBF-8D24-A91DAD7452A5}" presName="Child1Accent8" presStyleLbl="alignNode1" presStyleIdx="18" presStyleCnt="42"/>
      <dgm:spPr/>
    </dgm:pt>
    <dgm:pt modelId="{039AA80E-48D8-473F-8B16-D2E9F85563B1}" type="pres">
      <dgm:prSet presAssocID="{AD03B1D2-8BF9-4DBF-8D24-A91DAD7452A5}" presName="Child1Accent9" presStyleLbl="alignNode1" presStyleIdx="19" presStyleCnt="42"/>
      <dgm:spPr/>
    </dgm:pt>
    <dgm:pt modelId="{9FE07026-2D01-41EB-8C93-DCABAE7A1330}" type="pres">
      <dgm:prSet presAssocID="{AD03B1D2-8BF9-4DBF-8D24-A91DAD7452A5}" presName="Child1" presStyleLbl="revTx" presStyleIdx="0" presStyleCnt="4" custLinFactNeighborX="1564" custLinFactNeighborY="-4878">
        <dgm:presLayoutVars>
          <dgm:chMax/>
          <dgm:chPref val="0"/>
          <dgm:bulletEnabled val="1"/>
        </dgm:presLayoutVars>
      </dgm:prSet>
      <dgm:spPr/>
    </dgm:pt>
    <dgm:pt modelId="{A80B9611-1E95-427F-BC91-ECA4DCB36A6A}" type="pres">
      <dgm:prSet presAssocID="{E7E39EE7-CF26-4E5D-B8E9-7CCC1AAE0AE0}" presName="Child2Accent1" presStyleLbl="alignNode1" presStyleIdx="20" presStyleCnt="42"/>
      <dgm:spPr/>
    </dgm:pt>
    <dgm:pt modelId="{31F689A4-4DEB-4C0C-B0AF-5713C6AF6BB9}" type="pres">
      <dgm:prSet presAssocID="{E7E39EE7-CF26-4E5D-B8E9-7CCC1AAE0AE0}" presName="Child2Accent2" presStyleLbl="alignNode1" presStyleIdx="21" presStyleCnt="42"/>
      <dgm:spPr/>
    </dgm:pt>
    <dgm:pt modelId="{42C057E4-C195-42DC-BBE1-48E522998E37}" type="pres">
      <dgm:prSet presAssocID="{E7E39EE7-CF26-4E5D-B8E9-7CCC1AAE0AE0}" presName="Child2Accent3" presStyleLbl="alignNode1" presStyleIdx="22" presStyleCnt="42"/>
      <dgm:spPr/>
    </dgm:pt>
    <dgm:pt modelId="{1E62CA8E-429A-4C90-9420-893E72986B4D}" type="pres">
      <dgm:prSet presAssocID="{E7E39EE7-CF26-4E5D-B8E9-7CCC1AAE0AE0}" presName="Child2Accent4" presStyleLbl="alignNode1" presStyleIdx="23" presStyleCnt="42"/>
      <dgm:spPr/>
    </dgm:pt>
    <dgm:pt modelId="{C916BFE7-6FEF-4499-A21E-5DF9DDB3EA02}" type="pres">
      <dgm:prSet presAssocID="{E7E39EE7-CF26-4E5D-B8E9-7CCC1AAE0AE0}" presName="Child2Accent5" presStyleLbl="alignNode1" presStyleIdx="24" presStyleCnt="42"/>
      <dgm:spPr/>
    </dgm:pt>
    <dgm:pt modelId="{06176A78-3B14-43EA-B0BC-5279FFDA1D90}" type="pres">
      <dgm:prSet presAssocID="{E7E39EE7-CF26-4E5D-B8E9-7CCC1AAE0AE0}" presName="Child2Accent6" presStyleLbl="alignNode1" presStyleIdx="25" presStyleCnt="42"/>
      <dgm:spPr/>
    </dgm:pt>
    <dgm:pt modelId="{9EA09C39-E81E-4D2A-9AC0-F548E57D55A5}" type="pres">
      <dgm:prSet presAssocID="{E7E39EE7-CF26-4E5D-B8E9-7CCC1AAE0AE0}" presName="Child2Accent7" presStyleLbl="alignNode1" presStyleIdx="26" presStyleCnt="42"/>
      <dgm:spPr/>
    </dgm:pt>
    <dgm:pt modelId="{DED6C2A6-137B-4080-AF49-CB9427EA41D0}" type="pres">
      <dgm:prSet presAssocID="{E7E39EE7-CF26-4E5D-B8E9-7CCC1AAE0AE0}" presName="Child2" presStyleLbl="revTx" presStyleIdx="1" presStyleCnt="4" custScaleX="148066" custScaleY="114352" custLinFactNeighborX="20859" custLinFactNeighborY="-2876">
        <dgm:presLayoutVars>
          <dgm:chMax/>
          <dgm:chPref val="0"/>
          <dgm:bulletEnabled val="1"/>
        </dgm:presLayoutVars>
      </dgm:prSet>
      <dgm:spPr/>
    </dgm:pt>
    <dgm:pt modelId="{46801BBB-D836-4826-AEB7-96C2C3D9012E}" type="pres">
      <dgm:prSet presAssocID="{A09316C5-D592-4DA9-9DAA-A52F0B295146}" presName="Child3Accent1" presStyleLbl="alignNode1" presStyleIdx="27" presStyleCnt="42"/>
      <dgm:spPr/>
    </dgm:pt>
    <dgm:pt modelId="{74270C96-D08F-4C3E-B7AF-78BC63B564F6}" type="pres">
      <dgm:prSet presAssocID="{A09316C5-D592-4DA9-9DAA-A52F0B295146}" presName="Child3Accent2" presStyleLbl="alignNode1" presStyleIdx="28" presStyleCnt="42"/>
      <dgm:spPr/>
    </dgm:pt>
    <dgm:pt modelId="{51A0ADB4-EAED-48C5-A91F-0DFF033E2435}" type="pres">
      <dgm:prSet presAssocID="{A09316C5-D592-4DA9-9DAA-A52F0B295146}" presName="Child3Accent3" presStyleLbl="alignNode1" presStyleIdx="29" presStyleCnt="42"/>
      <dgm:spPr/>
    </dgm:pt>
    <dgm:pt modelId="{EA215CEB-E0AB-40F5-9E5A-75A69A70970A}" type="pres">
      <dgm:prSet presAssocID="{A09316C5-D592-4DA9-9DAA-A52F0B295146}" presName="Child3Accent4" presStyleLbl="alignNode1" presStyleIdx="30" presStyleCnt="42"/>
      <dgm:spPr/>
    </dgm:pt>
    <dgm:pt modelId="{8403312B-1EB4-44F4-813D-DCC2414E9207}" type="pres">
      <dgm:prSet presAssocID="{A09316C5-D592-4DA9-9DAA-A52F0B295146}" presName="Child3Accent5" presStyleLbl="alignNode1" presStyleIdx="31" presStyleCnt="42"/>
      <dgm:spPr/>
    </dgm:pt>
    <dgm:pt modelId="{E9679907-4A5F-4CA8-B4FD-35EBCD48086F}" type="pres">
      <dgm:prSet presAssocID="{A09316C5-D592-4DA9-9DAA-A52F0B295146}" presName="Child3Accent6" presStyleLbl="alignNode1" presStyleIdx="32" presStyleCnt="42"/>
      <dgm:spPr/>
    </dgm:pt>
    <dgm:pt modelId="{002220E1-82A3-43B1-B0E3-EBA584FAAC23}" type="pres">
      <dgm:prSet presAssocID="{A09316C5-D592-4DA9-9DAA-A52F0B295146}" presName="Child3Accent7" presStyleLbl="alignNode1" presStyleIdx="33" presStyleCnt="42"/>
      <dgm:spPr/>
    </dgm:pt>
    <dgm:pt modelId="{22EAF7FA-B782-4547-9E88-4E050789E5BF}" type="pres">
      <dgm:prSet presAssocID="{A09316C5-D592-4DA9-9DAA-A52F0B295146}" presName="Child3" presStyleLbl="revTx" presStyleIdx="2" presStyleCnt="4">
        <dgm:presLayoutVars>
          <dgm:chMax/>
          <dgm:chPref val="0"/>
          <dgm:bulletEnabled val="1"/>
        </dgm:presLayoutVars>
      </dgm:prSet>
      <dgm:spPr/>
    </dgm:pt>
    <dgm:pt modelId="{AA1D8544-E3DD-4437-B199-F8029BAB5B66}" type="pres">
      <dgm:prSet presAssocID="{9E450CCD-DA18-407D-A2F4-CDF70F884038}" presName="Child4Accent1" presStyleLbl="alignNode1" presStyleIdx="34" presStyleCnt="42"/>
      <dgm:spPr/>
    </dgm:pt>
    <dgm:pt modelId="{70835445-3B69-4439-9A6F-C3171E0DCF19}" type="pres">
      <dgm:prSet presAssocID="{9E450CCD-DA18-407D-A2F4-CDF70F884038}" presName="Child4Accent2" presStyleLbl="alignNode1" presStyleIdx="35" presStyleCnt="42"/>
      <dgm:spPr/>
    </dgm:pt>
    <dgm:pt modelId="{9898633B-2EB7-4E9A-AAA1-5E4153D1F2E4}" type="pres">
      <dgm:prSet presAssocID="{9E450CCD-DA18-407D-A2F4-CDF70F884038}" presName="Child4Accent3" presStyleLbl="alignNode1" presStyleIdx="36" presStyleCnt="42"/>
      <dgm:spPr/>
    </dgm:pt>
    <dgm:pt modelId="{EA2418BF-FFD5-44B9-9DC5-6C112A8601A0}" type="pres">
      <dgm:prSet presAssocID="{9E450CCD-DA18-407D-A2F4-CDF70F884038}" presName="Child4Accent4" presStyleLbl="alignNode1" presStyleIdx="37" presStyleCnt="42"/>
      <dgm:spPr/>
    </dgm:pt>
    <dgm:pt modelId="{F07F0A76-3FFD-4D0D-A3FA-C8B81EF2694A}" type="pres">
      <dgm:prSet presAssocID="{9E450CCD-DA18-407D-A2F4-CDF70F884038}" presName="Child4Accent5" presStyleLbl="alignNode1" presStyleIdx="38" presStyleCnt="42"/>
      <dgm:spPr/>
    </dgm:pt>
    <dgm:pt modelId="{3921D1B2-EB4C-408A-B88D-001C2AAA7760}" type="pres">
      <dgm:prSet presAssocID="{9E450CCD-DA18-407D-A2F4-CDF70F884038}" presName="Child4Accent6" presStyleLbl="alignNode1" presStyleIdx="39" presStyleCnt="42"/>
      <dgm:spPr/>
    </dgm:pt>
    <dgm:pt modelId="{42E6A6DF-1B1D-4F19-B115-FD77F6459D98}" type="pres">
      <dgm:prSet presAssocID="{9E450CCD-DA18-407D-A2F4-CDF70F884038}" presName="Child4Accent7" presStyleLbl="alignNode1" presStyleIdx="40" presStyleCnt="42"/>
      <dgm:spPr/>
    </dgm:pt>
    <dgm:pt modelId="{0795FD1E-DBD4-4602-ACEA-543D43DC35D9}" type="pres">
      <dgm:prSet presAssocID="{9E450CCD-DA18-407D-A2F4-CDF70F884038}" presName="Child4Accent8" presStyleLbl="alignNode1" presStyleIdx="41" presStyleCnt="42"/>
      <dgm:spPr/>
    </dgm:pt>
    <dgm:pt modelId="{273D0C5F-ED39-4176-9351-7D424E7235A4}" type="pres">
      <dgm:prSet presAssocID="{9E450CCD-DA18-407D-A2F4-CDF70F884038}" presName="Child4" presStyleLbl="revTx" presStyleIdx="3" presStyleCnt="4">
        <dgm:presLayoutVars>
          <dgm:chMax/>
          <dgm:chPref val="0"/>
          <dgm:bulletEnabled val="1"/>
        </dgm:presLayoutVars>
      </dgm:prSet>
      <dgm:spPr/>
    </dgm:pt>
  </dgm:ptLst>
  <dgm:cxnLst>
    <dgm:cxn modelId="{40AACC06-9E0A-4F7A-9AB7-98E6AAEEBFA1}" type="presOf" srcId="{810225C8-8219-4E4B-9CFF-D4A9D05C51D9}" destId="{618D944E-FA54-43A9-92FF-5230EA9A0FB0}" srcOrd="0" destOrd="0" presId="urn:microsoft.com/office/officeart/2011/layout/ConvergingText"/>
    <dgm:cxn modelId="{E1068522-543F-4A8A-BCD9-792616572A85}" type="presOf" srcId="{A09316C5-D592-4DA9-9DAA-A52F0B295146}" destId="{22EAF7FA-B782-4547-9E88-4E050789E5BF}" srcOrd="0" destOrd="0" presId="urn:microsoft.com/office/officeart/2011/layout/ConvergingText"/>
    <dgm:cxn modelId="{31208938-B8B5-4245-BB41-F1E78A7FB308}" srcId="{810225C8-8219-4E4B-9CFF-D4A9D05C51D9}" destId="{9E450CCD-DA18-407D-A2F4-CDF70F884038}" srcOrd="3" destOrd="0" parTransId="{8F308CCC-7CFC-447E-82AE-F9B8E13F7AC8}" sibTransId="{4B7AE0F2-D82E-4E07-8098-8A1B3B20071D}"/>
    <dgm:cxn modelId="{A6B11352-23B5-47F2-A2B1-08B798441F71}" srcId="{810225C8-8219-4E4B-9CFF-D4A9D05C51D9}" destId="{A09316C5-D592-4DA9-9DAA-A52F0B295146}" srcOrd="2" destOrd="0" parTransId="{E097E4F6-1E73-439F-AB9F-5E2DDBCBA00D}" sibTransId="{21E1B12E-263A-4266-9AAD-15C1F26B3828}"/>
    <dgm:cxn modelId="{186C8B7F-EE32-42B8-8086-9DDFE74041B8}" srcId="{810225C8-8219-4E4B-9CFF-D4A9D05C51D9}" destId="{E7E39EE7-CF26-4E5D-B8E9-7CCC1AAE0AE0}" srcOrd="1" destOrd="0" parTransId="{E8AFA126-AAB0-4441-ACE1-DD475FCF80D0}" sibTransId="{3A416008-FFB4-416D-80F8-11156A72CC6B}"/>
    <dgm:cxn modelId="{62FB1791-BED5-435F-B764-6BF343DE73E3}" type="presOf" srcId="{E7E39EE7-CF26-4E5D-B8E9-7CCC1AAE0AE0}" destId="{DED6C2A6-137B-4080-AF49-CB9427EA41D0}" srcOrd="0" destOrd="0" presId="urn:microsoft.com/office/officeart/2011/layout/ConvergingText"/>
    <dgm:cxn modelId="{395C3DA1-F590-4B21-BFE5-3C5C0E0A5569}" srcId="{21F8544C-E5B7-4935-B14A-D4CDE1F33BB8}" destId="{810225C8-8219-4E4B-9CFF-D4A9D05C51D9}" srcOrd="0" destOrd="0" parTransId="{684BA68B-234C-4A2B-875A-25C362DB4097}" sibTransId="{B6B23350-7F1E-4E7C-BF25-928A0A1BCBAF}"/>
    <dgm:cxn modelId="{2AA8E4AE-7965-4AEB-A8FD-ED04F58F1B31}" srcId="{810225C8-8219-4E4B-9CFF-D4A9D05C51D9}" destId="{AD03B1D2-8BF9-4DBF-8D24-A91DAD7452A5}" srcOrd="0" destOrd="0" parTransId="{957999C2-3B95-4A06-911D-BCF9007B9D27}" sibTransId="{D79FC710-4A77-4684-8724-E4C2E5DA3299}"/>
    <dgm:cxn modelId="{74CD40D9-998A-45ED-91BD-B6E35C46C006}" type="presOf" srcId="{21F8544C-E5B7-4935-B14A-D4CDE1F33BB8}" destId="{DE7F6106-B207-4C6F-8803-FCFBCF8E615E}" srcOrd="0" destOrd="0" presId="urn:microsoft.com/office/officeart/2011/layout/ConvergingText"/>
    <dgm:cxn modelId="{4F1C71E5-063D-4BE2-B092-C3F652B0ECFC}" type="presOf" srcId="{9E450CCD-DA18-407D-A2F4-CDF70F884038}" destId="{273D0C5F-ED39-4176-9351-7D424E7235A4}" srcOrd="0" destOrd="0" presId="urn:microsoft.com/office/officeart/2011/layout/ConvergingText"/>
    <dgm:cxn modelId="{8C59F5F7-0199-4D71-AC28-F1F787C7B317}" type="presOf" srcId="{AD03B1D2-8BF9-4DBF-8D24-A91DAD7452A5}" destId="{9FE07026-2D01-41EB-8C93-DCABAE7A1330}" srcOrd="0" destOrd="0" presId="urn:microsoft.com/office/officeart/2011/layout/ConvergingText"/>
    <dgm:cxn modelId="{846E82A6-92C7-48FD-A623-27DE4BCE0E3D}" type="presParOf" srcId="{DE7F6106-B207-4C6F-8803-FCFBCF8E615E}" destId="{A8592052-F033-4D1E-961B-ECA6452EC99E}" srcOrd="0" destOrd="0" presId="urn:microsoft.com/office/officeart/2011/layout/ConvergingText"/>
    <dgm:cxn modelId="{57D6EAC4-E95B-4D74-9FA3-0B2B11EC0A86}" type="presParOf" srcId="{A8592052-F033-4D1E-961B-ECA6452EC99E}" destId="{32509012-9385-4C4D-AEEF-016F74045E01}" srcOrd="0" destOrd="0" presId="urn:microsoft.com/office/officeart/2011/layout/ConvergingText"/>
    <dgm:cxn modelId="{8DBEEB21-DC5E-4B97-965B-124C50DF0A39}" type="presParOf" srcId="{A8592052-F033-4D1E-961B-ECA6452EC99E}" destId="{4061F0B5-DA2F-429F-9ACB-9F97A5134A4E}" srcOrd="1" destOrd="0" presId="urn:microsoft.com/office/officeart/2011/layout/ConvergingText"/>
    <dgm:cxn modelId="{753D14C4-CDBA-4C9E-BA39-5E610899FB2E}" type="presParOf" srcId="{A8592052-F033-4D1E-961B-ECA6452EC99E}" destId="{80D4600D-E0F2-4AA0-A64B-61AC5DB93C0B}" srcOrd="2" destOrd="0" presId="urn:microsoft.com/office/officeart/2011/layout/ConvergingText"/>
    <dgm:cxn modelId="{41C48D4F-200D-4224-811B-71E08E8F3C95}" type="presParOf" srcId="{A8592052-F033-4D1E-961B-ECA6452EC99E}" destId="{C25B1890-1EAF-4D8F-9E60-B0F2125A4CD8}" srcOrd="3" destOrd="0" presId="urn:microsoft.com/office/officeart/2011/layout/ConvergingText"/>
    <dgm:cxn modelId="{9BDC7118-284B-4037-B3A1-AA62FC3601DE}" type="presParOf" srcId="{A8592052-F033-4D1E-961B-ECA6452EC99E}" destId="{B8A6B255-3E98-4B9F-BCBF-BE493489329F}" srcOrd="4" destOrd="0" presId="urn:microsoft.com/office/officeart/2011/layout/ConvergingText"/>
    <dgm:cxn modelId="{BB604C94-AF74-446E-A48B-B570A79F5696}" type="presParOf" srcId="{A8592052-F033-4D1E-961B-ECA6452EC99E}" destId="{E9E0EE92-30F4-44DD-98DA-AF8B92BBCF2A}" srcOrd="5" destOrd="0" presId="urn:microsoft.com/office/officeart/2011/layout/ConvergingText"/>
    <dgm:cxn modelId="{ABCC9D9E-3ADF-4D6B-9323-F2F081D45526}" type="presParOf" srcId="{A8592052-F033-4D1E-961B-ECA6452EC99E}" destId="{4AAB1206-6976-484B-B9C2-D08AA24EFC68}" srcOrd="6" destOrd="0" presId="urn:microsoft.com/office/officeart/2011/layout/ConvergingText"/>
    <dgm:cxn modelId="{A77B662F-DC80-4D51-B654-8EF73D529E2F}" type="presParOf" srcId="{A8592052-F033-4D1E-961B-ECA6452EC99E}" destId="{FE3DA22F-AE64-4AC3-9617-8A1D305ED35A}" srcOrd="7" destOrd="0" presId="urn:microsoft.com/office/officeart/2011/layout/ConvergingText"/>
    <dgm:cxn modelId="{83661C0B-DE5E-43F8-BBFB-D2668A803BA1}" type="presParOf" srcId="{A8592052-F033-4D1E-961B-ECA6452EC99E}" destId="{178456B1-8500-4EF0-8CDC-28CE6140A8E7}" srcOrd="8" destOrd="0" presId="urn:microsoft.com/office/officeart/2011/layout/ConvergingText"/>
    <dgm:cxn modelId="{DEB21E9F-3991-4272-ABC4-5EF4112D95E7}" type="presParOf" srcId="{A8592052-F033-4D1E-961B-ECA6452EC99E}" destId="{AB445617-FFF2-4E58-BCD0-4E113B4A3BEF}" srcOrd="9" destOrd="0" presId="urn:microsoft.com/office/officeart/2011/layout/ConvergingText"/>
    <dgm:cxn modelId="{2FAE4F6B-FBAD-4C25-BAB1-EDC10E771AED}" type="presParOf" srcId="{A8592052-F033-4D1E-961B-ECA6452EC99E}" destId="{618D944E-FA54-43A9-92FF-5230EA9A0FB0}" srcOrd="10" destOrd="0" presId="urn:microsoft.com/office/officeart/2011/layout/ConvergingText"/>
    <dgm:cxn modelId="{68326B8C-0D38-4C4A-B148-1BB8AA92D5D7}" type="presParOf" srcId="{A8592052-F033-4D1E-961B-ECA6452EC99E}" destId="{7FA2A8C0-D387-47ED-90B5-AAA25201E396}" srcOrd="11" destOrd="0" presId="urn:microsoft.com/office/officeart/2011/layout/ConvergingText"/>
    <dgm:cxn modelId="{9F21ED6E-4FD1-4971-BEAD-09597B23C5E3}" type="presParOf" srcId="{A8592052-F033-4D1E-961B-ECA6452EC99E}" destId="{C9516957-8E2D-44D8-B00C-A075924A985E}" srcOrd="12" destOrd="0" presId="urn:microsoft.com/office/officeart/2011/layout/ConvergingText"/>
    <dgm:cxn modelId="{0E5475B3-0B6B-466A-8DFD-697F9332C7DA}" type="presParOf" srcId="{A8592052-F033-4D1E-961B-ECA6452EC99E}" destId="{7137AE72-10C0-4FD4-A946-86851AA0CA0D}" srcOrd="13" destOrd="0" presId="urn:microsoft.com/office/officeart/2011/layout/ConvergingText"/>
    <dgm:cxn modelId="{BFA6F173-5926-4379-A3A0-AD2C2111D9A4}" type="presParOf" srcId="{A8592052-F033-4D1E-961B-ECA6452EC99E}" destId="{63280E5A-4EFC-4C85-8DDD-9A3713064FB8}" srcOrd="14" destOrd="0" presId="urn:microsoft.com/office/officeart/2011/layout/ConvergingText"/>
    <dgm:cxn modelId="{9DAD446B-26F4-49C7-9B33-97847C2048F4}" type="presParOf" srcId="{A8592052-F033-4D1E-961B-ECA6452EC99E}" destId="{C6766C5A-5D73-4487-B5CC-D2768077D8B8}" srcOrd="15" destOrd="0" presId="urn:microsoft.com/office/officeart/2011/layout/ConvergingText"/>
    <dgm:cxn modelId="{64076E10-C744-40B5-B859-FCDF3716DB91}" type="presParOf" srcId="{A8592052-F033-4D1E-961B-ECA6452EC99E}" destId="{14A545D4-E025-4C0F-85B2-FA36476F7AE3}" srcOrd="16" destOrd="0" presId="urn:microsoft.com/office/officeart/2011/layout/ConvergingText"/>
    <dgm:cxn modelId="{7786B591-EFFD-458F-BE4C-C73D23DB9A36}" type="presParOf" srcId="{A8592052-F033-4D1E-961B-ECA6452EC99E}" destId="{195FE884-AB8B-49D8-AF6A-AF55A4AADE76}" srcOrd="17" destOrd="0" presId="urn:microsoft.com/office/officeart/2011/layout/ConvergingText"/>
    <dgm:cxn modelId="{2DD9A9E1-B922-48FA-AD07-DD89C2D8ADA4}" type="presParOf" srcId="{A8592052-F033-4D1E-961B-ECA6452EC99E}" destId="{9EF28072-0B6E-4041-9459-AFF185ED6739}" srcOrd="18" destOrd="0" presId="urn:microsoft.com/office/officeart/2011/layout/ConvergingText"/>
    <dgm:cxn modelId="{D9E3199F-A9FE-49CF-B427-C061F27E6B49}" type="presParOf" srcId="{A8592052-F033-4D1E-961B-ECA6452EC99E}" destId="{039AA80E-48D8-473F-8B16-D2E9F85563B1}" srcOrd="19" destOrd="0" presId="urn:microsoft.com/office/officeart/2011/layout/ConvergingText"/>
    <dgm:cxn modelId="{77384B4D-D38C-4979-8D41-BEB2F242F02B}" type="presParOf" srcId="{A8592052-F033-4D1E-961B-ECA6452EC99E}" destId="{9FE07026-2D01-41EB-8C93-DCABAE7A1330}" srcOrd="20" destOrd="0" presId="urn:microsoft.com/office/officeart/2011/layout/ConvergingText"/>
    <dgm:cxn modelId="{FCEDE13A-87CB-4F12-9515-0282830C3139}" type="presParOf" srcId="{A8592052-F033-4D1E-961B-ECA6452EC99E}" destId="{A80B9611-1E95-427F-BC91-ECA4DCB36A6A}" srcOrd="21" destOrd="0" presId="urn:microsoft.com/office/officeart/2011/layout/ConvergingText"/>
    <dgm:cxn modelId="{7E60CF8B-EDBD-46E0-A4F9-A2F9CE3BD7D5}" type="presParOf" srcId="{A8592052-F033-4D1E-961B-ECA6452EC99E}" destId="{31F689A4-4DEB-4C0C-B0AF-5713C6AF6BB9}" srcOrd="22" destOrd="0" presId="urn:microsoft.com/office/officeart/2011/layout/ConvergingText"/>
    <dgm:cxn modelId="{59A701C4-0089-48F7-A551-9E9AE447CF3D}" type="presParOf" srcId="{A8592052-F033-4D1E-961B-ECA6452EC99E}" destId="{42C057E4-C195-42DC-BBE1-48E522998E37}" srcOrd="23" destOrd="0" presId="urn:microsoft.com/office/officeart/2011/layout/ConvergingText"/>
    <dgm:cxn modelId="{9AB4E64D-826D-44B6-BBFA-CA22F3E65F27}" type="presParOf" srcId="{A8592052-F033-4D1E-961B-ECA6452EC99E}" destId="{1E62CA8E-429A-4C90-9420-893E72986B4D}" srcOrd="24" destOrd="0" presId="urn:microsoft.com/office/officeart/2011/layout/ConvergingText"/>
    <dgm:cxn modelId="{EDA99E64-6CA6-432A-9858-E865C47E87F6}" type="presParOf" srcId="{A8592052-F033-4D1E-961B-ECA6452EC99E}" destId="{C916BFE7-6FEF-4499-A21E-5DF9DDB3EA02}" srcOrd="25" destOrd="0" presId="urn:microsoft.com/office/officeart/2011/layout/ConvergingText"/>
    <dgm:cxn modelId="{C604BE1C-E882-45BA-B968-8C5110607A83}" type="presParOf" srcId="{A8592052-F033-4D1E-961B-ECA6452EC99E}" destId="{06176A78-3B14-43EA-B0BC-5279FFDA1D90}" srcOrd="26" destOrd="0" presId="urn:microsoft.com/office/officeart/2011/layout/ConvergingText"/>
    <dgm:cxn modelId="{C4719492-7C3B-4B44-B923-4807F384C86C}" type="presParOf" srcId="{A8592052-F033-4D1E-961B-ECA6452EC99E}" destId="{9EA09C39-E81E-4D2A-9AC0-F548E57D55A5}" srcOrd="27" destOrd="0" presId="urn:microsoft.com/office/officeart/2011/layout/ConvergingText"/>
    <dgm:cxn modelId="{926D1E6A-4A56-480E-AE5E-D4C92985AAE7}" type="presParOf" srcId="{A8592052-F033-4D1E-961B-ECA6452EC99E}" destId="{DED6C2A6-137B-4080-AF49-CB9427EA41D0}" srcOrd="28" destOrd="0" presId="urn:microsoft.com/office/officeart/2011/layout/ConvergingText"/>
    <dgm:cxn modelId="{14B6FBDD-55B9-4EAE-B484-681F5638BDB5}" type="presParOf" srcId="{A8592052-F033-4D1E-961B-ECA6452EC99E}" destId="{46801BBB-D836-4826-AEB7-96C2C3D9012E}" srcOrd="29" destOrd="0" presId="urn:microsoft.com/office/officeart/2011/layout/ConvergingText"/>
    <dgm:cxn modelId="{F6E67439-CF9E-47C8-8CAA-DA0F7E196D38}" type="presParOf" srcId="{A8592052-F033-4D1E-961B-ECA6452EC99E}" destId="{74270C96-D08F-4C3E-B7AF-78BC63B564F6}" srcOrd="30" destOrd="0" presId="urn:microsoft.com/office/officeart/2011/layout/ConvergingText"/>
    <dgm:cxn modelId="{2957DDC5-A782-4D10-9421-566731B667B2}" type="presParOf" srcId="{A8592052-F033-4D1E-961B-ECA6452EC99E}" destId="{51A0ADB4-EAED-48C5-A91F-0DFF033E2435}" srcOrd="31" destOrd="0" presId="urn:microsoft.com/office/officeart/2011/layout/ConvergingText"/>
    <dgm:cxn modelId="{5B3E5DE9-C7E3-4CB4-8202-78624E3DDFDE}" type="presParOf" srcId="{A8592052-F033-4D1E-961B-ECA6452EC99E}" destId="{EA215CEB-E0AB-40F5-9E5A-75A69A70970A}" srcOrd="32" destOrd="0" presId="urn:microsoft.com/office/officeart/2011/layout/ConvergingText"/>
    <dgm:cxn modelId="{075E4185-12F7-4A3A-A7CC-A20D174416BC}" type="presParOf" srcId="{A8592052-F033-4D1E-961B-ECA6452EC99E}" destId="{8403312B-1EB4-44F4-813D-DCC2414E9207}" srcOrd="33" destOrd="0" presId="urn:microsoft.com/office/officeart/2011/layout/ConvergingText"/>
    <dgm:cxn modelId="{4357DF8E-3467-4135-8892-FC5AD05D1B4C}" type="presParOf" srcId="{A8592052-F033-4D1E-961B-ECA6452EC99E}" destId="{E9679907-4A5F-4CA8-B4FD-35EBCD48086F}" srcOrd="34" destOrd="0" presId="urn:microsoft.com/office/officeart/2011/layout/ConvergingText"/>
    <dgm:cxn modelId="{FBE3E098-0817-422E-AF0B-3E88965E871F}" type="presParOf" srcId="{A8592052-F033-4D1E-961B-ECA6452EC99E}" destId="{002220E1-82A3-43B1-B0E3-EBA584FAAC23}" srcOrd="35" destOrd="0" presId="urn:microsoft.com/office/officeart/2011/layout/ConvergingText"/>
    <dgm:cxn modelId="{D001C924-E268-4BDC-8F39-E48BA661CEF3}" type="presParOf" srcId="{A8592052-F033-4D1E-961B-ECA6452EC99E}" destId="{22EAF7FA-B782-4547-9E88-4E050789E5BF}" srcOrd="36" destOrd="0" presId="urn:microsoft.com/office/officeart/2011/layout/ConvergingText"/>
    <dgm:cxn modelId="{8D869C68-F891-476B-AC3C-E207870BFB07}" type="presParOf" srcId="{A8592052-F033-4D1E-961B-ECA6452EC99E}" destId="{AA1D8544-E3DD-4437-B199-F8029BAB5B66}" srcOrd="37" destOrd="0" presId="urn:microsoft.com/office/officeart/2011/layout/ConvergingText"/>
    <dgm:cxn modelId="{47506444-8344-420C-B1A7-377F8241814F}" type="presParOf" srcId="{A8592052-F033-4D1E-961B-ECA6452EC99E}" destId="{70835445-3B69-4439-9A6F-C3171E0DCF19}" srcOrd="38" destOrd="0" presId="urn:microsoft.com/office/officeart/2011/layout/ConvergingText"/>
    <dgm:cxn modelId="{05373F94-7088-4E9F-BA50-17EF80BDA9EF}" type="presParOf" srcId="{A8592052-F033-4D1E-961B-ECA6452EC99E}" destId="{9898633B-2EB7-4E9A-AAA1-5E4153D1F2E4}" srcOrd="39" destOrd="0" presId="urn:microsoft.com/office/officeart/2011/layout/ConvergingText"/>
    <dgm:cxn modelId="{168E2320-34F8-4A99-B9F5-4E6C76D6AA0B}" type="presParOf" srcId="{A8592052-F033-4D1E-961B-ECA6452EC99E}" destId="{EA2418BF-FFD5-44B9-9DC5-6C112A8601A0}" srcOrd="40" destOrd="0" presId="urn:microsoft.com/office/officeart/2011/layout/ConvergingText"/>
    <dgm:cxn modelId="{23CC37D6-ABCC-4626-946F-7DAD8164CAE0}" type="presParOf" srcId="{A8592052-F033-4D1E-961B-ECA6452EC99E}" destId="{F07F0A76-3FFD-4D0D-A3FA-C8B81EF2694A}" srcOrd="41" destOrd="0" presId="urn:microsoft.com/office/officeart/2011/layout/ConvergingText"/>
    <dgm:cxn modelId="{D91980D9-9658-40F7-B02D-424D4A55FFBC}" type="presParOf" srcId="{A8592052-F033-4D1E-961B-ECA6452EC99E}" destId="{3921D1B2-EB4C-408A-B88D-001C2AAA7760}" srcOrd="42" destOrd="0" presId="urn:microsoft.com/office/officeart/2011/layout/ConvergingText"/>
    <dgm:cxn modelId="{8EDA2F71-4145-4D0E-9F09-2E3C915792AF}" type="presParOf" srcId="{A8592052-F033-4D1E-961B-ECA6452EC99E}" destId="{42E6A6DF-1B1D-4F19-B115-FD77F6459D98}" srcOrd="43" destOrd="0" presId="urn:microsoft.com/office/officeart/2011/layout/ConvergingText"/>
    <dgm:cxn modelId="{1C19F4A2-7F4D-43D0-9A39-55C29ED16395}" type="presParOf" srcId="{A8592052-F033-4D1E-961B-ECA6452EC99E}" destId="{0795FD1E-DBD4-4602-ACEA-543D43DC35D9}" srcOrd="44" destOrd="0" presId="urn:microsoft.com/office/officeart/2011/layout/ConvergingText"/>
    <dgm:cxn modelId="{16909401-23D2-4AF9-AF1E-99F2A5A74665}" type="presParOf" srcId="{A8592052-F033-4D1E-961B-ECA6452EC99E}" destId="{273D0C5F-ED39-4176-9351-7D424E7235A4}" srcOrd="45"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F8544C-E5B7-4935-B14A-D4CDE1F33BB8}" type="doc">
      <dgm:prSet loTypeId="urn:microsoft.com/office/officeart/2011/layout/ConvergingText" loCatId="process" qsTypeId="urn:microsoft.com/office/officeart/2005/8/quickstyle/simple1" qsCatId="simple" csTypeId="urn:microsoft.com/office/officeart/2005/8/colors/colorful1" csCatId="colorful" phldr="1"/>
      <dgm:spPr/>
      <dgm:t>
        <a:bodyPr/>
        <a:lstStyle/>
        <a:p>
          <a:endParaRPr lang="en-SG"/>
        </a:p>
      </dgm:t>
    </dgm:pt>
    <dgm:pt modelId="{810225C8-8219-4E4B-9CFF-D4A9D05C51D9}">
      <dgm:prSet phldrT="[Text]"/>
      <dgm:spPr/>
      <dgm:t>
        <a:bodyPr/>
        <a:lstStyle/>
        <a:p>
          <a:r>
            <a:rPr lang="en-GB" dirty="0"/>
            <a:t>China </a:t>
          </a:r>
          <a:endParaRPr lang="en-SG" dirty="0"/>
        </a:p>
      </dgm:t>
    </dgm:pt>
    <dgm:pt modelId="{684BA68B-234C-4A2B-875A-25C362DB4097}" type="parTrans" cxnId="{395C3DA1-F590-4B21-BFE5-3C5C0E0A5569}">
      <dgm:prSet/>
      <dgm:spPr/>
      <dgm:t>
        <a:bodyPr/>
        <a:lstStyle/>
        <a:p>
          <a:endParaRPr lang="en-SG"/>
        </a:p>
      </dgm:t>
    </dgm:pt>
    <dgm:pt modelId="{B6B23350-7F1E-4E7C-BF25-928A0A1BCBAF}" type="sibTrans" cxnId="{395C3DA1-F590-4B21-BFE5-3C5C0E0A5569}">
      <dgm:prSet/>
      <dgm:spPr/>
      <dgm:t>
        <a:bodyPr/>
        <a:lstStyle/>
        <a:p>
          <a:endParaRPr lang="en-SG"/>
        </a:p>
      </dgm:t>
    </dgm:pt>
    <dgm:pt modelId="{AD03B1D2-8BF9-4DBF-8D24-A91DAD7452A5}">
      <dgm:prSet phldrT="[Text]"/>
      <dgm:spPr/>
      <dgm:t>
        <a:bodyPr/>
        <a:lstStyle/>
        <a:p>
          <a:r>
            <a:rPr lang="en-GB" dirty="0"/>
            <a:t>Country A</a:t>
          </a:r>
          <a:endParaRPr lang="en-SG" dirty="0"/>
        </a:p>
      </dgm:t>
    </dgm:pt>
    <dgm:pt modelId="{957999C2-3B95-4A06-911D-BCF9007B9D27}" type="parTrans" cxnId="{2AA8E4AE-7965-4AEB-A8FD-ED04F58F1B31}">
      <dgm:prSet/>
      <dgm:spPr/>
      <dgm:t>
        <a:bodyPr/>
        <a:lstStyle/>
        <a:p>
          <a:endParaRPr lang="en-SG"/>
        </a:p>
      </dgm:t>
    </dgm:pt>
    <dgm:pt modelId="{D79FC710-4A77-4684-8724-E4C2E5DA3299}" type="sibTrans" cxnId="{2AA8E4AE-7965-4AEB-A8FD-ED04F58F1B31}">
      <dgm:prSet/>
      <dgm:spPr/>
      <dgm:t>
        <a:bodyPr/>
        <a:lstStyle/>
        <a:p>
          <a:endParaRPr lang="en-SG"/>
        </a:p>
      </dgm:t>
    </dgm:pt>
    <dgm:pt modelId="{E7E39EE7-CF26-4E5D-B8E9-7CCC1AAE0AE0}">
      <dgm:prSet phldrT="[Text]"/>
      <dgm:spPr/>
      <dgm:t>
        <a:bodyPr/>
        <a:lstStyle/>
        <a:p>
          <a:r>
            <a:rPr lang="en-GB" dirty="0"/>
            <a:t>Country B (Parts/Components </a:t>
          </a:r>
          <a:endParaRPr lang="en-SG" dirty="0"/>
        </a:p>
      </dgm:t>
    </dgm:pt>
    <dgm:pt modelId="{E8AFA126-AAB0-4441-ACE1-DD475FCF80D0}" type="parTrans" cxnId="{186C8B7F-EE32-42B8-8086-9DDFE74041B8}">
      <dgm:prSet/>
      <dgm:spPr/>
      <dgm:t>
        <a:bodyPr/>
        <a:lstStyle/>
        <a:p>
          <a:endParaRPr lang="en-SG"/>
        </a:p>
      </dgm:t>
    </dgm:pt>
    <dgm:pt modelId="{3A416008-FFB4-416D-80F8-11156A72CC6B}" type="sibTrans" cxnId="{186C8B7F-EE32-42B8-8086-9DDFE74041B8}">
      <dgm:prSet/>
      <dgm:spPr/>
      <dgm:t>
        <a:bodyPr/>
        <a:lstStyle/>
        <a:p>
          <a:endParaRPr lang="en-SG"/>
        </a:p>
      </dgm:t>
    </dgm:pt>
    <dgm:pt modelId="{A09316C5-D592-4DA9-9DAA-A52F0B295146}">
      <dgm:prSet phldrT="[Text]"/>
      <dgm:spPr/>
      <dgm:t>
        <a:bodyPr/>
        <a:lstStyle/>
        <a:p>
          <a:r>
            <a:rPr lang="en-GB" dirty="0"/>
            <a:t>Country C (design and technology) </a:t>
          </a:r>
          <a:endParaRPr lang="en-SG" dirty="0"/>
        </a:p>
      </dgm:t>
    </dgm:pt>
    <dgm:pt modelId="{E097E4F6-1E73-439F-AB9F-5E2DDBCBA00D}" type="parTrans" cxnId="{A6B11352-23B5-47F2-A2B1-08B798441F71}">
      <dgm:prSet/>
      <dgm:spPr/>
      <dgm:t>
        <a:bodyPr/>
        <a:lstStyle/>
        <a:p>
          <a:endParaRPr lang="en-SG"/>
        </a:p>
      </dgm:t>
    </dgm:pt>
    <dgm:pt modelId="{21E1B12E-263A-4266-9AAD-15C1F26B3828}" type="sibTrans" cxnId="{A6B11352-23B5-47F2-A2B1-08B798441F71}">
      <dgm:prSet/>
      <dgm:spPr/>
      <dgm:t>
        <a:bodyPr/>
        <a:lstStyle/>
        <a:p>
          <a:endParaRPr lang="en-SG"/>
        </a:p>
      </dgm:t>
    </dgm:pt>
    <dgm:pt modelId="{9E450CCD-DA18-407D-A2F4-CDF70F884038}">
      <dgm:prSet phldrT="[Text]"/>
      <dgm:spPr/>
      <dgm:t>
        <a:bodyPr/>
        <a:lstStyle/>
        <a:p>
          <a:r>
            <a:rPr lang="en-GB" dirty="0"/>
            <a:t>Country D </a:t>
          </a:r>
          <a:endParaRPr lang="en-SG" dirty="0"/>
        </a:p>
      </dgm:t>
    </dgm:pt>
    <dgm:pt modelId="{8F308CCC-7CFC-447E-82AE-F9B8E13F7AC8}" type="parTrans" cxnId="{31208938-B8B5-4245-BB41-F1E78A7FB308}">
      <dgm:prSet/>
      <dgm:spPr/>
      <dgm:t>
        <a:bodyPr/>
        <a:lstStyle/>
        <a:p>
          <a:endParaRPr lang="en-SG"/>
        </a:p>
      </dgm:t>
    </dgm:pt>
    <dgm:pt modelId="{4B7AE0F2-D82E-4E07-8098-8A1B3B20071D}" type="sibTrans" cxnId="{31208938-B8B5-4245-BB41-F1E78A7FB308}">
      <dgm:prSet/>
      <dgm:spPr/>
      <dgm:t>
        <a:bodyPr/>
        <a:lstStyle/>
        <a:p>
          <a:endParaRPr lang="en-SG"/>
        </a:p>
      </dgm:t>
    </dgm:pt>
    <dgm:pt modelId="{DE7F6106-B207-4C6F-8803-FCFBCF8E615E}" type="pres">
      <dgm:prSet presAssocID="{21F8544C-E5B7-4935-B14A-D4CDE1F33BB8}" presName="Name0" presStyleCnt="0">
        <dgm:presLayoutVars>
          <dgm:chMax/>
          <dgm:chPref val="1"/>
          <dgm:dir/>
          <dgm:animOne val="branch"/>
          <dgm:animLvl val="lvl"/>
          <dgm:resizeHandles/>
        </dgm:presLayoutVars>
      </dgm:prSet>
      <dgm:spPr/>
    </dgm:pt>
    <dgm:pt modelId="{A8592052-F033-4D1E-961B-ECA6452EC99E}" type="pres">
      <dgm:prSet presAssocID="{810225C8-8219-4E4B-9CFF-D4A9D05C51D9}" presName="composite" presStyleCnt="0"/>
      <dgm:spPr/>
    </dgm:pt>
    <dgm:pt modelId="{32509012-9385-4C4D-AEEF-016F74045E01}" type="pres">
      <dgm:prSet presAssocID="{810225C8-8219-4E4B-9CFF-D4A9D05C51D9}" presName="ParentAccent1" presStyleLbl="alignNode1" presStyleIdx="0" presStyleCnt="42"/>
      <dgm:spPr/>
    </dgm:pt>
    <dgm:pt modelId="{4061F0B5-DA2F-429F-9ACB-9F97A5134A4E}" type="pres">
      <dgm:prSet presAssocID="{810225C8-8219-4E4B-9CFF-D4A9D05C51D9}" presName="ParentAccent2" presStyleLbl="alignNode1" presStyleIdx="1" presStyleCnt="42"/>
      <dgm:spPr/>
    </dgm:pt>
    <dgm:pt modelId="{80D4600D-E0F2-4AA0-A64B-61AC5DB93C0B}" type="pres">
      <dgm:prSet presAssocID="{810225C8-8219-4E4B-9CFF-D4A9D05C51D9}" presName="ParentAccent3" presStyleLbl="alignNode1" presStyleIdx="2" presStyleCnt="42"/>
      <dgm:spPr/>
    </dgm:pt>
    <dgm:pt modelId="{C25B1890-1EAF-4D8F-9E60-B0F2125A4CD8}" type="pres">
      <dgm:prSet presAssocID="{810225C8-8219-4E4B-9CFF-D4A9D05C51D9}" presName="ParentAccent4" presStyleLbl="alignNode1" presStyleIdx="3" presStyleCnt="42"/>
      <dgm:spPr/>
    </dgm:pt>
    <dgm:pt modelId="{B8A6B255-3E98-4B9F-BCBF-BE493489329F}" type="pres">
      <dgm:prSet presAssocID="{810225C8-8219-4E4B-9CFF-D4A9D05C51D9}" presName="ParentAccent5" presStyleLbl="alignNode1" presStyleIdx="4" presStyleCnt="42"/>
      <dgm:spPr/>
    </dgm:pt>
    <dgm:pt modelId="{E9E0EE92-30F4-44DD-98DA-AF8B92BBCF2A}" type="pres">
      <dgm:prSet presAssocID="{810225C8-8219-4E4B-9CFF-D4A9D05C51D9}" presName="ParentAccent6" presStyleLbl="alignNode1" presStyleIdx="5" presStyleCnt="42"/>
      <dgm:spPr/>
    </dgm:pt>
    <dgm:pt modelId="{4AAB1206-6976-484B-B9C2-D08AA24EFC68}" type="pres">
      <dgm:prSet presAssocID="{810225C8-8219-4E4B-9CFF-D4A9D05C51D9}" presName="ParentAccent7" presStyleLbl="alignNode1" presStyleIdx="6" presStyleCnt="42"/>
      <dgm:spPr/>
    </dgm:pt>
    <dgm:pt modelId="{FE3DA22F-AE64-4AC3-9617-8A1D305ED35A}" type="pres">
      <dgm:prSet presAssocID="{810225C8-8219-4E4B-9CFF-D4A9D05C51D9}" presName="ParentAccent8" presStyleLbl="alignNode1" presStyleIdx="7" presStyleCnt="42"/>
      <dgm:spPr/>
    </dgm:pt>
    <dgm:pt modelId="{178456B1-8500-4EF0-8CDC-28CE6140A8E7}" type="pres">
      <dgm:prSet presAssocID="{810225C8-8219-4E4B-9CFF-D4A9D05C51D9}" presName="ParentAccent9" presStyleLbl="alignNode1" presStyleIdx="8" presStyleCnt="42"/>
      <dgm:spPr/>
    </dgm:pt>
    <dgm:pt modelId="{AB445617-FFF2-4E58-BCD0-4E113B4A3BEF}" type="pres">
      <dgm:prSet presAssocID="{810225C8-8219-4E4B-9CFF-D4A9D05C51D9}" presName="ParentAccent10" presStyleLbl="alignNode1" presStyleIdx="9" presStyleCnt="42"/>
      <dgm:spPr/>
    </dgm:pt>
    <dgm:pt modelId="{618D944E-FA54-43A9-92FF-5230EA9A0FB0}" type="pres">
      <dgm:prSet presAssocID="{810225C8-8219-4E4B-9CFF-D4A9D05C51D9}" presName="Parent" presStyleLbl="alignNode1" presStyleIdx="10" presStyleCnt="42">
        <dgm:presLayoutVars>
          <dgm:chMax val="5"/>
          <dgm:chPref val="3"/>
          <dgm:bulletEnabled val="1"/>
        </dgm:presLayoutVars>
      </dgm:prSet>
      <dgm:spPr/>
    </dgm:pt>
    <dgm:pt modelId="{7FA2A8C0-D387-47ED-90B5-AAA25201E396}" type="pres">
      <dgm:prSet presAssocID="{AD03B1D2-8BF9-4DBF-8D24-A91DAD7452A5}" presName="Child1Accent1" presStyleLbl="alignNode1" presStyleIdx="11" presStyleCnt="42"/>
      <dgm:spPr/>
    </dgm:pt>
    <dgm:pt modelId="{C9516957-8E2D-44D8-B00C-A075924A985E}" type="pres">
      <dgm:prSet presAssocID="{AD03B1D2-8BF9-4DBF-8D24-A91DAD7452A5}" presName="Child1Accent2" presStyleLbl="alignNode1" presStyleIdx="12" presStyleCnt="42"/>
      <dgm:spPr/>
    </dgm:pt>
    <dgm:pt modelId="{7137AE72-10C0-4FD4-A946-86851AA0CA0D}" type="pres">
      <dgm:prSet presAssocID="{AD03B1D2-8BF9-4DBF-8D24-A91DAD7452A5}" presName="Child1Accent3" presStyleLbl="alignNode1" presStyleIdx="13" presStyleCnt="42"/>
      <dgm:spPr/>
    </dgm:pt>
    <dgm:pt modelId="{63280E5A-4EFC-4C85-8DDD-9A3713064FB8}" type="pres">
      <dgm:prSet presAssocID="{AD03B1D2-8BF9-4DBF-8D24-A91DAD7452A5}" presName="Child1Accent4" presStyleLbl="alignNode1" presStyleIdx="14" presStyleCnt="42"/>
      <dgm:spPr/>
    </dgm:pt>
    <dgm:pt modelId="{C6766C5A-5D73-4487-B5CC-D2768077D8B8}" type="pres">
      <dgm:prSet presAssocID="{AD03B1D2-8BF9-4DBF-8D24-A91DAD7452A5}" presName="Child1Accent5" presStyleLbl="alignNode1" presStyleIdx="15" presStyleCnt="42"/>
      <dgm:spPr/>
    </dgm:pt>
    <dgm:pt modelId="{14A545D4-E025-4C0F-85B2-FA36476F7AE3}" type="pres">
      <dgm:prSet presAssocID="{AD03B1D2-8BF9-4DBF-8D24-A91DAD7452A5}" presName="Child1Accent6" presStyleLbl="alignNode1" presStyleIdx="16" presStyleCnt="42"/>
      <dgm:spPr/>
    </dgm:pt>
    <dgm:pt modelId="{195FE884-AB8B-49D8-AF6A-AF55A4AADE76}" type="pres">
      <dgm:prSet presAssocID="{AD03B1D2-8BF9-4DBF-8D24-A91DAD7452A5}" presName="Child1Accent7" presStyleLbl="alignNode1" presStyleIdx="17" presStyleCnt="42"/>
      <dgm:spPr/>
    </dgm:pt>
    <dgm:pt modelId="{9EF28072-0B6E-4041-9459-AFF185ED6739}" type="pres">
      <dgm:prSet presAssocID="{AD03B1D2-8BF9-4DBF-8D24-A91DAD7452A5}" presName="Child1Accent8" presStyleLbl="alignNode1" presStyleIdx="18" presStyleCnt="42"/>
      <dgm:spPr/>
    </dgm:pt>
    <dgm:pt modelId="{039AA80E-48D8-473F-8B16-D2E9F85563B1}" type="pres">
      <dgm:prSet presAssocID="{AD03B1D2-8BF9-4DBF-8D24-A91DAD7452A5}" presName="Child1Accent9" presStyleLbl="alignNode1" presStyleIdx="19" presStyleCnt="42"/>
      <dgm:spPr/>
    </dgm:pt>
    <dgm:pt modelId="{9FE07026-2D01-41EB-8C93-DCABAE7A1330}" type="pres">
      <dgm:prSet presAssocID="{AD03B1D2-8BF9-4DBF-8D24-A91DAD7452A5}" presName="Child1" presStyleLbl="revTx" presStyleIdx="0" presStyleCnt="4" custLinFactNeighborX="1564" custLinFactNeighborY="-4878">
        <dgm:presLayoutVars>
          <dgm:chMax/>
          <dgm:chPref val="0"/>
          <dgm:bulletEnabled val="1"/>
        </dgm:presLayoutVars>
      </dgm:prSet>
      <dgm:spPr/>
    </dgm:pt>
    <dgm:pt modelId="{A80B9611-1E95-427F-BC91-ECA4DCB36A6A}" type="pres">
      <dgm:prSet presAssocID="{E7E39EE7-CF26-4E5D-B8E9-7CCC1AAE0AE0}" presName="Child2Accent1" presStyleLbl="alignNode1" presStyleIdx="20" presStyleCnt="42"/>
      <dgm:spPr/>
    </dgm:pt>
    <dgm:pt modelId="{31F689A4-4DEB-4C0C-B0AF-5713C6AF6BB9}" type="pres">
      <dgm:prSet presAssocID="{E7E39EE7-CF26-4E5D-B8E9-7CCC1AAE0AE0}" presName="Child2Accent2" presStyleLbl="alignNode1" presStyleIdx="21" presStyleCnt="42"/>
      <dgm:spPr/>
    </dgm:pt>
    <dgm:pt modelId="{42C057E4-C195-42DC-BBE1-48E522998E37}" type="pres">
      <dgm:prSet presAssocID="{E7E39EE7-CF26-4E5D-B8E9-7CCC1AAE0AE0}" presName="Child2Accent3" presStyleLbl="alignNode1" presStyleIdx="22" presStyleCnt="42"/>
      <dgm:spPr/>
    </dgm:pt>
    <dgm:pt modelId="{1E62CA8E-429A-4C90-9420-893E72986B4D}" type="pres">
      <dgm:prSet presAssocID="{E7E39EE7-CF26-4E5D-B8E9-7CCC1AAE0AE0}" presName="Child2Accent4" presStyleLbl="alignNode1" presStyleIdx="23" presStyleCnt="42"/>
      <dgm:spPr/>
    </dgm:pt>
    <dgm:pt modelId="{C916BFE7-6FEF-4499-A21E-5DF9DDB3EA02}" type="pres">
      <dgm:prSet presAssocID="{E7E39EE7-CF26-4E5D-B8E9-7CCC1AAE0AE0}" presName="Child2Accent5" presStyleLbl="alignNode1" presStyleIdx="24" presStyleCnt="42"/>
      <dgm:spPr/>
    </dgm:pt>
    <dgm:pt modelId="{06176A78-3B14-43EA-B0BC-5279FFDA1D90}" type="pres">
      <dgm:prSet presAssocID="{E7E39EE7-CF26-4E5D-B8E9-7CCC1AAE0AE0}" presName="Child2Accent6" presStyleLbl="alignNode1" presStyleIdx="25" presStyleCnt="42"/>
      <dgm:spPr/>
    </dgm:pt>
    <dgm:pt modelId="{9EA09C39-E81E-4D2A-9AC0-F548E57D55A5}" type="pres">
      <dgm:prSet presAssocID="{E7E39EE7-CF26-4E5D-B8E9-7CCC1AAE0AE0}" presName="Child2Accent7" presStyleLbl="alignNode1" presStyleIdx="26" presStyleCnt="42"/>
      <dgm:spPr/>
    </dgm:pt>
    <dgm:pt modelId="{DED6C2A6-137B-4080-AF49-CB9427EA41D0}" type="pres">
      <dgm:prSet presAssocID="{E7E39EE7-CF26-4E5D-B8E9-7CCC1AAE0AE0}" presName="Child2" presStyleLbl="revTx" presStyleIdx="1" presStyleCnt="4" custScaleX="148066" custScaleY="114352" custLinFactNeighborX="20859" custLinFactNeighborY="-2876">
        <dgm:presLayoutVars>
          <dgm:chMax/>
          <dgm:chPref val="0"/>
          <dgm:bulletEnabled val="1"/>
        </dgm:presLayoutVars>
      </dgm:prSet>
      <dgm:spPr/>
    </dgm:pt>
    <dgm:pt modelId="{46801BBB-D836-4826-AEB7-96C2C3D9012E}" type="pres">
      <dgm:prSet presAssocID="{A09316C5-D592-4DA9-9DAA-A52F0B295146}" presName="Child3Accent1" presStyleLbl="alignNode1" presStyleIdx="27" presStyleCnt="42"/>
      <dgm:spPr/>
    </dgm:pt>
    <dgm:pt modelId="{74270C96-D08F-4C3E-B7AF-78BC63B564F6}" type="pres">
      <dgm:prSet presAssocID="{A09316C5-D592-4DA9-9DAA-A52F0B295146}" presName="Child3Accent2" presStyleLbl="alignNode1" presStyleIdx="28" presStyleCnt="42"/>
      <dgm:spPr/>
    </dgm:pt>
    <dgm:pt modelId="{51A0ADB4-EAED-48C5-A91F-0DFF033E2435}" type="pres">
      <dgm:prSet presAssocID="{A09316C5-D592-4DA9-9DAA-A52F0B295146}" presName="Child3Accent3" presStyleLbl="alignNode1" presStyleIdx="29" presStyleCnt="42"/>
      <dgm:spPr/>
    </dgm:pt>
    <dgm:pt modelId="{EA215CEB-E0AB-40F5-9E5A-75A69A70970A}" type="pres">
      <dgm:prSet presAssocID="{A09316C5-D592-4DA9-9DAA-A52F0B295146}" presName="Child3Accent4" presStyleLbl="alignNode1" presStyleIdx="30" presStyleCnt="42"/>
      <dgm:spPr/>
    </dgm:pt>
    <dgm:pt modelId="{8403312B-1EB4-44F4-813D-DCC2414E9207}" type="pres">
      <dgm:prSet presAssocID="{A09316C5-D592-4DA9-9DAA-A52F0B295146}" presName="Child3Accent5" presStyleLbl="alignNode1" presStyleIdx="31" presStyleCnt="42"/>
      <dgm:spPr/>
    </dgm:pt>
    <dgm:pt modelId="{E9679907-4A5F-4CA8-B4FD-35EBCD48086F}" type="pres">
      <dgm:prSet presAssocID="{A09316C5-D592-4DA9-9DAA-A52F0B295146}" presName="Child3Accent6" presStyleLbl="alignNode1" presStyleIdx="32" presStyleCnt="42"/>
      <dgm:spPr/>
    </dgm:pt>
    <dgm:pt modelId="{002220E1-82A3-43B1-B0E3-EBA584FAAC23}" type="pres">
      <dgm:prSet presAssocID="{A09316C5-D592-4DA9-9DAA-A52F0B295146}" presName="Child3Accent7" presStyleLbl="alignNode1" presStyleIdx="33" presStyleCnt="42"/>
      <dgm:spPr/>
    </dgm:pt>
    <dgm:pt modelId="{22EAF7FA-B782-4547-9E88-4E050789E5BF}" type="pres">
      <dgm:prSet presAssocID="{A09316C5-D592-4DA9-9DAA-A52F0B295146}" presName="Child3" presStyleLbl="revTx" presStyleIdx="2" presStyleCnt="4">
        <dgm:presLayoutVars>
          <dgm:chMax/>
          <dgm:chPref val="0"/>
          <dgm:bulletEnabled val="1"/>
        </dgm:presLayoutVars>
      </dgm:prSet>
      <dgm:spPr/>
    </dgm:pt>
    <dgm:pt modelId="{AA1D8544-E3DD-4437-B199-F8029BAB5B66}" type="pres">
      <dgm:prSet presAssocID="{9E450CCD-DA18-407D-A2F4-CDF70F884038}" presName="Child4Accent1" presStyleLbl="alignNode1" presStyleIdx="34" presStyleCnt="42"/>
      <dgm:spPr/>
    </dgm:pt>
    <dgm:pt modelId="{70835445-3B69-4439-9A6F-C3171E0DCF19}" type="pres">
      <dgm:prSet presAssocID="{9E450CCD-DA18-407D-A2F4-CDF70F884038}" presName="Child4Accent2" presStyleLbl="alignNode1" presStyleIdx="35" presStyleCnt="42"/>
      <dgm:spPr/>
    </dgm:pt>
    <dgm:pt modelId="{9898633B-2EB7-4E9A-AAA1-5E4153D1F2E4}" type="pres">
      <dgm:prSet presAssocID="{9E450CCD-DA18-407D-A2F4-CDF70F884038}" presName="Child4Accent3" presStyleLbl="alignNode1" presStyleIdx="36" presStyleCnt="42"/>
      <dgm:spPr/>
    </dgm:pt>
    <dgm:pt modelId="{EA2418BF-FFD5-44B9-9DC5-6C112A8601A0}" type="pres">
      <dgm:prSet presAssocID="{9E450CCD-DA18-407D-A2F4-CDF70F884038}" presName="Child4Accent4" presStyleLbl="alignNode1" presStyleIdx="37" presStyleCnt="42"/>
      <dgm:spPr/>
    </dgm:pt>
    <dgm:pt modelId="{F07F0A76-3FFD-4D0D-A3FA-C8B81EF2694A}" type="pres">
      <dgm:prSet presAssocID="{9E450CCD-DA18-407D-A2F4-CDF70F884038}" presName="Child4Accent5" presStyleLbl="alignNode1" presStyleIdx="38" presStyleCnt="42"/>
      <dgm:spPr/>
    </dgm:pt>
    <dgm:pt modelId="{3921D1B2-EB4C-408A-B88D-001C2AAA7760}" type="pres">
      <dgm:prSet presAssocID="{9E450CCD-DA18-407D-A2F4-CDF70F884038}" presName="Child4Accent6" presStyleLbl="alignNode1" presStyleIdx="39" presStyleCnt="42"/>
      <dgm:spPr/>
    </dgm:pt>
    <dgm:pt modelId="{42E6A6DF-1B1D-4F19-B115-FD77F6459D98}" type="pres">
      <dgm:prSet presAssocID="{9E450CCD-DA18-407D-A2F4-CDF70F884038}" presName="Child4Accent7" presStyleLbl="alignNode1" presStyleIdx="40" presStyleCnt="42"/>
      <dgm:spPr/>
    </dgm:pt>
    <dgm:pt modelId="{0795FD1E-DBD4-4602-ACEA-543D43DC35D9}" type="pres">
      <dgm:prSet presAssocID="{9E450CCD-DA18-407D-A2F4-CDF70F884038}" presName="Child4Accent8" presStyleLbl="alignNode1" presStyleIdx="41" presStyleCnt="42"/>
      <dgm:spPr/>
    </dgm:pt>
    <dgm:pt modelId="{273D0C5F-ED39-4176-9351-7D424E7235A4}" type="pres">
      <dgm:prSet presAssocID="{9E450CCD-DA18-407D-A2F4-CDF70F884038}" presName="Child4" presStyleLbl="revTx" presStyleIdx="3" presStyleCnt="4">
        <dgm:presLayoutVars>
          <dgm:chMax/>
          <dgm:chPref val="0"/>
          <dgm:bulletEnabled val="1"/>
        </dgm:presLayoutVars>
      </dgm:prSet>
      <dgm:spPr/>
    </dgm:pt>
  </dgm:ptLst>
  <dgm:cxnLst>
    <dgm:cxn modelId="{40AACC06-9E0A-4F7A-9AB7-98E6AAEEBFA1}" type="presOf" srcId="{810225C8-8219-4E4B-9CFF-D4A9D05C51D9}" destId="{618D944E-FA54-43A9-92FF-5230EA9A0FB0}" srcOrd="0" destOrd="0" presId="urn:microsoft.com/office/officeart/2011/layout/ConvergingText"/>
    <dgm:cxn modelId="{E1068522-543F-4A8A-BCD9-792616572A85}" type="presOf" srcId="{A09316C5-D592-4DA9-9DAA-A52F0B295146}" destId="{22EAF7FA-B782-4547-9E88-4E050789E5BF}" srcOrd="0" destOrd="0" presId="urn:microsoft.com/office/officeart/2011/layout/ConvergingText"/>
    <dgm:cxn modelId="{31208938-B8B5-4245-BB41-F1E78A7FB308}" srcId="{810225C8-8219-4E4B-9CFF-D4A9D05C51D9}" destId="{9E450CCD-DA18-407D-A2F4-CDF70F884038}" srcOrd="3" destOrd="0" parTransId="{8F308CCC-7CFC-447E-82AE-F9B8E13F7AC8}" sibTransId="{4B7AE0F2-D82E-4E07-8098-8A1B3B20071D}"/>
    <dgm:cxn modelId="{A6B11352-23B5-47F2-A2B1-08B798441F71}" srcId="{810225C8-8219-4E4B-9CFF-D4A9D05C51D9}" destId="{A09316C5-D592-4DA9-9DAA-A52F0B295146}" srcOrd="2" destOrd="0" parTransId="{E097E4F6-1E73-439F-AB9F-5E2DDBCBA00D}" sibTransId="{21E1B12E-263A-4266-9AAD-15C1F26B3828}"/>
    <dgm:cxn modelId="{186C8B7F-EE32-42B8-8086-9DDFE74041B8}" srcId="{810225C8-8219-4E4B-9CFF-D4A9D05C51D9}" destId="{E7E39EE7-CF26-4E5D-B8E9-7CCC1AAE0AE0}" srcOrd="1" destOrd="0" parTransId="{E8AFA126-AAB0-4441-ACE1-DD475FCF80D0}" sibTransId="{3A416008-FFB4-416D-80F8-11156A72CC6B}"/>
    <dgm:cxn modelId="{62FB1791-BED5-435F-B764-6BF343DE73E3}" type="presOf" srcId="{E7E39EE7-CF26-4E5D-B8E9-7CCC1AAE0AE0}" destId="{DED6C2A6-137B-4080-AF49-CB9427EA41D0}" srcOrd="0" destOrd="0" presId="urn:microsoft.com/office/officeart/2011/layout/ConvergingText"/>
    <dgm:cxn modelId="{395C3DA1-F590-4B21-BFE5-3C5C0E0A5569}" srcId="{21F8544C-E5B7-4935-B14A-D4CDE1F33BB8}" destId="{810225C8-8219-4E4B-9CFF-D4A9D05C51D9}" srcOrd="0" destOrd="0" parTransId="{684BA68B-234C-4A2B-875A-25C362DB4097}" sibTransId="{B6B23350-7F1E-4E7C-BF25-928A0A1BCBAF}"/>
    <dgm:cxn modelId="{2AA8E4AE-7965-4AEB-A8FD-ED04F58F1B31}" srcId="{810225C8-8219-4E4B-9CFF-D4A9D05C51D9}" destId="{AD03B1D2-8BF9-4DBF-8D24-A91DAD7452A5}" srcOrd="0" destOrd="0" parTransId="{957999C2-3B95-4A06-911D-BCF9007B9D27}" sibTransId="{D79FC710-4A77-4684-8724-E4C2E5DA3299}"/>
    <dgm:cxn modelId="{74CD40D9-998A-45ED-91BD-B6E35C46C006}" type="presOf" srcId="{21F8544C-E5B7-4935-B14A-D4CDE1F33BB8}" destId="{DE7F6106-B207-4C6F-8803-FCFBCF8E615E}" srcOrd="0" destOrd="0" presId="urn:microsoft.com/office/officeart/2011/layout/ConvergingText"/>
    <dgm:cxn modelId="{4F1C71E5-063D-4BE2-B092-C3F652B0ECFC}" type="presOf" srcId="{9E450CCD-DA18-407D-A2F4-CDF70F884038}" destId="{273D0C5F-ED39-4176-9351-7D424E7235A4}" srcOrd="0" destOrd="0" presId="urn:microsoft.com/office/officeart/2011/layout/ConvergingText"/>
    <dgm:cxn modelId="{8C59F5F7-0199-4D71-AC28-F1F787C7B317}" type="presOf" srcId="{AD03B1D2-8BF9-4DBF-8D24-A91DAD7452A5}" destId="{9FE07026-2D01-41EB-8C93-DCABAE7A1330}" srcOrd="0" destOrd="0" presId="urn:microsoft.com/office/officeart/2011/layout/ConvergingText"/>
    <dgm:cxn modelId="{846E82A6-92C7-48FD-A623-27DE4BCE0E3D}" type="presParOf" srcId="{DE7F6106-B207-4C6F-8803-FCFBCF8E615E}" destId="{A8592052-F033-4D1E-961B-ECA6452EC99E}" srcOrd="0" destOrd="0" presId="urn:microsoft.com/office/officeart/2011/layout/ConvergingText"/>
    <dgm:cxn modelId="{57D6EAC4-E95B-4D74-9FA3-0B2B11EC0A86}" type="presParOf" srcId="{A8592052-F033-4D1E-961B-ECA6452EC99E}" destId="{32509012-9385-4C4D-AEEF-016F74045E01}" srcOrd="0" destOrd="0" presId="urn:microsoft.com/office/officeart/2011/layout/ConvergingText"/>
    <dgm:cxn modelId="{8DBEEB21-DC5E-4B97-965B-124C50DF0A39}" type="presParOf" srcId="{A8592052-F033-4D1E-961B-ECA6452EC99E}" destId="{4061F0B5-DA2F-429F-9ACB-9F97A5134A4E}" srcOrd="1" destOrd="0" presId="urn:microsoft.com/office/officeart/2011/layout/ConvergingText"/>
    <dgm:cxn modelId="{753D14C4-CDBA-4C9E-BA39-5E610899FB2E}" type="presParOf" srcId="{A8592052-F033-4D1E-961B-ECA6452EC99E}" destId="{80D4600D-E0F2-4AA0-A64B-61AC5DB93C0B}" srcOrd="2" destOrd="0" presId="urn:microsoft.com/office/officeart/2011/layout/ConvergingText"/>
    <dgm:cxn modelId="{41C48D4F-200D-4224-811B-71E08E8F3C95}" type="presParOf" srcId="{A8592052-F033-4D1E-961B-ECA6452EC99E}" destId="{C25B1890-1EAF-4D8F-9E60-B0F2125A4CD8}" srcOrd="3" destOrd="0" presId="urn:microsoft.com/office/officeart/2011/layout/ConvergingText"/>
    <dgm:cxn modelId="{9BDC7118-284B-4037-B3A1-AA62FC3601DE}" type="presParOf" srcId="{A8592052-F033-4D1E-961B-ECA6452EC99E}" destId="{B8A6B255-3E98-4B9F-BCBF-BE493489329F}" srcOrd="4" destOrd="0" presId="urn:microsoft.com/office/officeart/2011/layout/ConvergingText"/>
    <dgm:cxn modelId="{BB604C94-AF74-446E-A48B-B570A79F5696}" type="presParOf" srcId="{A8592052-F033-4D1E-961B-ECA6452EC99E}" destId="{E9E0EE92-30F4-44DD-98DA-AF8B92BBCF2A}" srcOrd="5" destOrd="0" presId="urn:microsoft.com/office/officeart/2011/layout/ConvergingText"/>
    <dgm:cxn modelId="{ABCC9D9E-3ADF-4D6B-9323-F2F081D45526}" type="presParOf" srcId="{A8592052-F033-4D1E-961B-ECA6452EC99E}" destId="{4AAB1206-6976-484B-B9C2-D08AA24EFC68}" srcOrd="6" destOrd="0" presId="urn:microsoft.com/office/officeart/2011/layout/ConvergingText"/>
    <dgm:cxn modelId="{A77B662F-DC80-4D51-B654-8EF73D529E2F}" type="presParOf" srcId="{A8592052-F033-4D1E-961B-ECA6452EC99E}" destId="{FE3DA22F-AE64-4AC3-9617-8A1D305ED35A}" srcOrd="7" destOrd="0" presId="urn:microsoft.com/office/officeart/2011/layout/ConvergingText"/>
    <dgm:cxn modelId="{83661C0B-DE5E-43F8-BBFB-D2668A803BA1}" type="presParOf" srcId="{A8592052-F033-4D1E-961B-ECA6452EC99E}" destId="{178456B1-8500-4EF0-8CDC-28CE6140A8E7}" srcOrd="8" destOrd="0" presId="urn:microsoft.com/office/officeart/2011/layout/ConvergingText"/>
    <dgm:cxn modelId="{DEB21E9F-3991-4272-ABC4-5EF4112D95E7}" type="presParOf" srcId="{A8592052-F033-4D1E-961B-ECA6452EC99E}" destId="{AB445617-FFF2-4E58-BCD0-4E113B4A3BEF}" srcOrd="9" destOrd="0" presId="urn:microsoft.com/office/officeart/2011/layout/ConvergingText"/>
    <dgm:cxn modelId="{2FAE4F6B-FBAD-4C25-BAB1-EDC10E771AED}" type="presParOf" srcId="{A8592052-F033-4D1E-961B-ECA6452EC99E}" destId="{618D944E-FA54-43A9-92FF-5230EA9A0FB0}" srcOrd="10" destOrd="0" presId="urn:microsoft.com/office/officeart/2011/layout/ConvergingText"/>
    <dgm:cxn modelId="{68326B8C-0D38-4C4A-B148-1BB8AA92D5D7}" type="presParOf" srcId="{A8592052-F033-4D1E-961B-ECA6452EC99E}" destId="{7FA2A8C0-D387-47ED-90B5-AAA25201E396}" srcOrd="11" destOrd="0" presId="urn:microsoft.com/office/officeart/2011/layout/ConvergingText"/>
    <dgm:cxn modelId="{9F21ED6E-4FD1-4971-BEAD-09597B23C5E3}" type="presParOf" srcId="{A8592052-F033-4D1E-961B-ECA6452EC99E}" destId="{C9516957-8E2D-44D8-B00C-A075924A985E}" srcOrd="12" destOrd="0" presId="urn:microsoft.com/office/officeart/2011/layout/ConvergingText"/>
    <dgm:cxn modelId="{0E5475B3-0B6B-466A-8DFD-697F9332C7DA}" type="presParOf" srcId="{A8592052-F033-4D1E-961B-ECA6452EC99E}" destId="{7137AE72-10C0-4FD4-A946-86851AA0CA0D}" srcOrd="13" destOrd="0" presId="urn:microsoft.com/office/officeart/2011/layout/ConvergingText"/>
    <dgm:cxn modelId="{BFA6F173-5926-4379-A3A0-AD2C2111D9A4}" type="presParOf" srcId="{A8592052-F033-4D1E-961B-ECA6452EC99E}" destId="{63280E5A-4EFC-4C85-8DDD-9A3713064FB8}" srcOrd="14" destOrd="0" presId="urn:microsoft.com/office/officeart/2011/layout/ConvergingText"/>
    <dgm:cxn modelId="{9DAD446B-26F4-49C7-9B33-97847C2048F4}" type="presParOf" srcId="{A8592052-F033-4D1E-961B-ECA6452EC99E}" destId="{C6766C5A-5D73-4487-B5CC-D2768077D8B8}" srcOrd="15" destOrd="0" presId="urn:microsoft.com/office/officeart/2011/layout/ConvergingText"/>
    <dgm:cxn modelId="{64076E10-C744-40B5-B859-FCDF3716DB91}" type="presParOf" srcId="{A8592052-F033-4D1E-961B-ECA6452EC99E}" destId="{14A545D4-E025-4C0F-85B2-FA36476F7AE3}" srcOrd="16" destOrd="0" presId="urn:microsoft.com/office/officeart/2011/layout/ConvergingText"/>
    <dgm:cxn modelId="{7786B591-EFFD-458F-BE4C-C73D23DB9A36}" type="presParOf" srcId="{A8592052-F033-4D1E-961B-ECA6452EC99E}" destId="{195FE884-AB8B-49D8-AF6A-AF55A4AADE76}" srcOrd="17" destOrd="0" presId="urn:microsoft.com/office/officeart/2011/layout/ConvergingText"/>
    <dgm:cxn modelId="{2DD9A9E1-B922-48FA-AD07-DD89C2D8ADA4}" type="presParOf" srcId="{A8592052-F033-4D1E-961B-ECA6452EC99E}" destId="{9EF28072-0B6E-4041-9459-AFF185ED6739}" srcOrd="18" destOrd="0" presId="urn:microsoft.com/office/officeart/2011/layout/ConvergingText"/>
    <dgm:cxn modelId="{D9E3199F-A9FE-49CF-B427-C061F27E6B49}" type="presParOf" srcId="{A8592052-F033-4D1E-961B-ECA6452EC99E}" destId="{039AA80E-48D8-473F-8B16-D2E9F85563B1}" srcOrd="19" destOrd="0" presId="urn:microsoft.com/office/officeart/2011/layout/ConvergingText"/>
    <dgm:cxn modelId="{77384B4D-D38C-4979-8D41-BEB2F242F02B}" type="presParOf" srcId="{A8592052-F033-4D1E-961B-ECA6452EC99E}" destId="{9FE07026-2D01-41EB-8C93-DCABAE7A1330}" srcOrd="20" destOrd="0" presId="urn:microsoft.com/office/officeart/2011/layout/ConvergingText"/>
    <dgm:cxn modelId="{FCEDE13A-87CB-4F12-9515-0282830C3139}" type="presParOf" srcId="{A8592052-F033-4D1E-961B-ECA6452EC99E}" destId="{A80B9611-1E95-427F-BC91-ECA4DCB36A6A}" srcOrd="21" destOrd="0" presId="urn:microsoft.com/office/officeart/2011/layout/ConvergingText"/>
    <dgm:cxn modelId="{7E60CF8B-EDBD-46E0-A4F9-A2F9CE3BD7D5}" type="presParOf" srcId="{A8592052-F033-4D1E-961B-ECA6452EC99E}" destId="{31F689A4-4DEB-4C0C-B0AF-5713C6AF6BB9}" srcOrd="22" destOrd="0" presId="urn:microsoft.com/office/officeart/2011/layout/ConvergingText"/>
    <dgm:cxn modelId="{59A701C4-0089-48F7-A551-9E9AE447CF3D}" type="presParOf" srcId="{A8592052-F033-4D1E-961B-ECA6452EC99E}" destId="{42C057E4-C195-42DC-BBE1-48E522998E37}" srcOrd="23" destOrd="0" presId="urn:microsoft.com/office/officeart/2011/layout/ConvergingText"/>
    <dgm:cxn modelId="{9AB4E64D-826D-44B6-BBFA-CA22F3E65F27}" type="presParOf" srcId="{A8592052-F033-4D1E-961B-ECA6452EC99E}" destId="{1E62CA8E-429A-4C90-9420-893E72986B4D}" srcOrd="24" destOrd="0" presId="urn:microsoft.com/office/officeart/2011/layout/ConvergingText"/>
    <dgm:cxn modelId="{EDA99E64-6CA6-432A-9858-E865C47E87F6}" type="presParOf" srcId="{A8592052-F033-4D1E-961B-ECA6452EC99E}" destId="{C916BFE7-6FEF-4499-A21E-5DF9DDB3EA02}" srcOrd="25" destOrd="0" presId="urn:microsoft.com/office/officeart/2011/layout/ConvergingText"/>
    <dgm:cxn modelId="{C604BE1C-E882-45BA-B968-8C5110607A83}" type="presParOf" srcId="{A8592052-F033-4D1E-961B-ECA6452EC99E}" destId="{06176A78-3B14-43EA-B0BC-5279FFDA1D90}" srcOrd="26" destOrd="0" presId="urn:microsoft.com/office/officeart/2011/layout/ConvergingText"/>
    <dgm:cxn modelId="{C4719492-7C3B-4B44-B923-4807F384C86C}" type="presParOf" srcId="{A8592052-F033-4D1E-961B-ECA6452EC99E}" destId="{9EA09C39-E81E-4D2A-9AC0-F548E57D55A5}" srcOrd="27" destOrd="0" presId="urn:microsoft.com/office/officeart/2011/layout/ConvergingText"/>
    <dgm:cxn modelId="{926D1E6A-4A56-480E-AE5E-D4C92985AAE7}" type="presParOf" srcId="{A8592052-F033-4D1E-961B-ECA6452EC99E}" destId="{DED6C2A6-137B-4080-AF49-CB9427EA41D0}" srcOrd="28" destOrd="0" presId="urn:microsoft.com/office/officeart/2011/layout/ConvergingText"/>
    <dgm:cxn modelId="{14B6FBDD-55B9-4EAE-B484-681F5638BDB5}" type="presParOf" srcId="{A8592052-F033-4D1E-961B-ECA6452EC99E}" destId="{46801BBB-D836-4826-AEB7-96C2C3D9012E}" srcOrd="29" destOrd="0" presId="urn:microsoft.com/office/officeart/2011/layout/ConvergingText"/>
    <dgm:cxn modelId="{F6E67439-CF9E-47C8-8CAA-DA0F7E196D38}" type="presParOf" srcId="{A8592052-F033-4D1E-961B-ECA6452EC99E}" destId="{74270C96-D08F-4C3E-B7AF-78BC63B564F6}" srcOrd="30" destOrd="0" presId="urn:microsoft.com/office/officeart/2011/layout/ConvergingText"/>
    <dgm:cxn modelId="{2957DDC5-A782-4D10-9421-566731B667B2}" type="presParOf" srcId="{A8592052-F033-4D1E-961B-ECA6452EC99E}" destId="{51A0ADB4-EAED-48C5-A91F-0DFF033E2435}" srcOrd="31" destOrd="0" presId="urn:microsoft.com/office/officeart/2011/layout/ConvergingText"/>
    <dgm:cxn modelId="{5B3E5DE9-C7E3-4CB4-8202-78624E3DDFDE}" type="presParOf" srcId="{A8592052-F033-4D1E-961B-ECA6452EC99E}" destId="{EA215CEB-E0AB-40F5-9E5A-75A69A70970A}" srcOrd="32" destOrd="0" presId="urn:microsoft.com/office/officeart/2011/layout/ConvergingText"/>
    <dgm:cxn modelId="{075E4185-12F7-4A3A-A7CC-A20D174416BC}" type="presParOf" srcId="{A8592052-F033-4D1E-961B-ECA6452EC99E}" destId="{8403312B-1EB4-44F4-813D-DCC2414E9207}" srcOrd="33" destOrd="0" presId="urn:microsoft.com/office/officeart/2011/layout/ConvergingText"/>
    <dgm:cxn modelId="{4357DF8E-3467-4135-8892-FC5AD05D1B4C}" type="presParOf" srcId="{A8592052-F033-4D1E-961B-ECA6452EC99E}" destId="{E9679907-4A5F-4CA8-B4FD-35EBCD48086F}" srcOrd="34" destOrd="0" presId="urn:microsoft.com/office/officeart/2011/layout/ConvergingText"/>
    <dgm:cxn modelId="{FBE3E098-0817-422E-AF0B-3E88965E871F}" type="presParOf" srcId="{A8592052-F033-4D1E-961B-ECA6452EC99E}" destId="{002220E1-82A3-43B1-B0E3-EBA584FAAC23}" srcOrd="35" destOrd="0" presId="urn:microsoft.com/office/officeart/2011/layout/ConvergingText"/>
    <dgm:cxn modelId="{D001C924-E268-4BDC-8F39-E48BA661CEF3}" type="presParOf" srcId="{A8592052-F033-4D1E-961B-ECA6452EC99E}" destId="{22EAF7FA-B782-4547-9E88-4E050789E5BF}" srcOrd="36" destOrd="0" presId="urn:microsoft.com/office/officeart/2011/layout/ConvergingText"/>
    <dgm:cxn modelId="{8D869C68-F891-476B-AC3C-E207870BFB07}" type="presParOf" srcId="{A8592052-F033-4D1E-961B-ECA6452EC99E}" destId="{AA1D8544-E3DD-4437-B199-F8029BAB5B66}" srcOrd="37" destOrd="0" presId="urn:microsoft.com/office/officeart/2011/layout/ConvergingText"/>
    <dgm:cxn modelId="{47506444-8344-420C-B1A7-377F8241814F}" type="presParOf" srcId="{A8592052-F033-4D1E-961B-ECA6452EC99E}" destId="{70835445-3B69-4439-9A6F-C3171E0DCF19}" srcOrd="38" destOrd="0" presId="urn:microsoft.com/office/officeart/2011/layout/ConvergingText"/>
    <dgm:cxn modelId="{05373F94-7088-4E9F-BA50-17EF80BDA9EF}" type="presParOf" srcId="{A8592052-F033-4D1E-961B-ECA6452EC99E}" destId="{9898633B-2EB7-4E9A-AAA1-5E4153D1F2E4}" srcOrd="39" destOrd="0" presId="urn:microsoft.com/office/officeart/2011/layout/ConvergingText"/>
    <dgm:cxn modelId="{168E2320-34F8-4A99-B9F5-4E6C76D6AA0B}" type="presParOf" srcId="{A8592052-F033-4D1E-961B-ECA6452EC99E}" destId="{EA2418BF-FFD5-44B9-9DC5-6C112A8601A0}" srcOrd="40" destOrd="0" presId="urn:microsoft.com/office/officeart/2011/layout/ConvergingText"/>
    <dgm:cxn modelId="{23CC37D6-ABCC-4626-946F-7DAD8164CAE0}" type="presParOf" srcId="{A8592052-F033-4D1E-961B-ECA6452EC99E}" destId="{F07F0A76-3FFD-4D0D-A3FA-C8B81EF2694A}" srcOrd="41" destOrd="0" presId="urn:microsoft.com/office/officeart/2011/layout/ConvergingText"/>
    <dgm:cxn modelId="{D91980D9-9658-40F7-B02D-424D4A55FFBC}" type="presParOf" srcId="{A8592052-F033-4D1E-961B-ECA6452EC99E}" destId="{3921D1B2-EB4C-408A-B88D-001C2AAA7760}" srcOrd="42" destOrd="0" presId="urn:microsoft.com/office/officeart/2011/layout/ConvergingText"/>
    <dgm:cxn modelId="{8EDA2F71-4145-4D0E-9F09-2E3C915792AF}" type="presParOf" srcId="{A8592052-F033-4D1E-961B-ECA6452EC99E}" destId="{42E6A6DF-1B1D-4F19-B115-FD77F6459D98}" srcOrd="43" destOrd="0" presId="urn:microsoft.com/office/officeart/2011/layout/ConvergingText"/>
    <dgm:cxn modelId="{1C19F4A2-7F4D-43D0-9A39-55C29ED16395}" type="presParOf" srcId="{A8592052-F033-4D1E-961B-ECA6452EC99E}" destId="{0795FD1E-DBD4-4602-ACEA-543D43DC35D9}" srcOrd="44" destOrd="0" presId="urn:microsoft.com/office/officeart/2011/layout/ConvergingText"/>
    <dgm:cxn modelId="{16909401-23D2-4AF9-AF1E-99F2A5A74665}" type="presParOf" srcId="{A8592052-F033-4D1E-961B-ECA6452EC99E}" destId="{273D0C5F-ED39-4176-9351-7D424E7235A4}" srcOrd="45"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1F8544C-E5B7-4935-B14A-D4CDE1F33BB8}" type="doc">
      <dgm:prSet loTypeId="urn:microsoft.com/office/officeart/2011/layout/ConvergingText" loCatId="process" qsTypeId="urn:microsoft.com/office/officeart/2005/8/quickstyle/simple1" qsCatId="simple" csTypeId="urn:microsoft.com/office/officeart/2005/8/colors/colorful1" csCatId="colorful" phldr="1"/>
      <dgm:spPr/>
      <dgm:t>
        <a:bodyPr/>
        <a:lstStyle/>
        <a:p>
          <a:endParaRPr lang="en-SG"/>
        </a:p>
      </dgm:t>
    </dgm:pt>
    <dgm:pt modelId="{810225C8-8219-4E4B-9CFF-D4A9D05C51D9}">
      <dgm:prSet phldrT="[Text]"/>
      <dgm:spPr/>
      <dgm:t>
        <a:bodyPr/>
        <a:lstStyle/>
        <a:p>
          <a:r>
            <a:rPr lang="en-GB" dirty="0"/>
            <a:t>China </a:t>
          </a:r>
          <a:endParaRPr lang="en-SG" dirty="0"/>
        </a:p>
      </dgm:t>
    </dgm:pt>
    <dgm:pt modelId="{684BA68B-234C-4A2B-875A-25C362DB4097}" type="parTrans" cxnId="{395C3DA1-F590-4B21-BFE5-3C5C0E0A5569}">
      <dgm:prSet/>
      <dgm:spPr/>
      <dgm:t>
        <a:bodyPr/>
        <a:lstStyle/>
        <a:p>
          <a:endParaRPr lang="en-SG"/>
        </a:p>
      </dgm:t>
    </dgm:pt>
    <dgm:pt modelId="{B6B23350-7F1E-4E7C-BF25-928A0A1BCBAF}" type="sibTrans" cxnId="{395C3DA1-F590-4B21-BFE5-3C5C0E0A5569}">
      <dgm:prSet/>
      <dgm:spPr/>
      <dgm:t>
        <a:bodyPr/>
        <a:lstStyle/>
        <a:p>
          <a:endParaRPr lang="en-SG"/>
        </a:p>
      </dgm:t>
    </dgm:pt>
    <dgm:pt modelId="{AD03B1D2-8BF9-4DBF-8D24-A91DAD7452A5}">
      <dgm:prSet phldrT="[Text]"/>
      <dgm:spPr/>
      <dgm:t>
        <a:bodyPr/>
        <a:lstStyle/>
        <a:p>
          <a:r>
            <a:rPr lang="en-GB" dirty="0"/>
            <a:t>Country A (USA) $50</a:t>
          </a:r>
          <a:endParaRPr lang="en-SG" dirty="0"/>
        </a:p>
      </dgm:t>
    </dgm:pt>
    <dgm:pt modelId="{957999C2-3B95-4A06-911D-BCF9007B9D27}" type="parTrans" cxnId="{2AA8E4AE-7965-4AEB-A8FD-ED04F58F1B31}">
      <dgm:prSet/>
      <dgm:spPr/>
      <dgm:t>
        <a:bodyPr/>
        <a:lstStyle/>
        <a:p>
          <a:endParaRPr lang="en-SG"/>
        </a:p>
      </dgm:t>
    </dgm:pt>
    <dgm:pt modelId="{D79FC710-4A77-4684-8724-E4C2E5DA3299}" type="sibTrans" cxnId="{2AA8E4AE-7965-4AEB-A8FD-ED04F58F1B31}">
      <dgm:prSet/>
      <dgm:spPr/>
      <dgm:t>
        <a:bodyPr/>
        <a:lstStyle/>
        <a:p>
          <a:endParaRPr lang="en-SG"/>
        </a:p>
      </dgm:t>
    </dgm:pt>
    <dgm:pt modelId="{E7E39EE7-CF26-4E5D-B8E9-7CCC1AAE0AE0}">
      <dgm:prSet phldrT="[Text]"/>
      <dgm:spPr/>
      <dgm:t>
        <a:bodyPr/>
        <a:lstStyle/>
        <a:p>
          <a:r>
            <a:rPr lang="en-GB" dirty="0"/>
            <a:t>Country B (Germany : $22) </a:t>
          </a:r>
          <a:endParaRPr lang="en-SG" dirty="0"/>
        </a:p>
      </dgm:t>
    </dgm:pt>
    <dgm:pt modelId="{E8AFA126-AAB0-4441-ACE1-DD475FCF80D0}" type="parTrans" cxnId="{186C8B7F-EE32-42B8-8086-9DDFE74041B8}">
      <dgm:prSet/>
      <dgm:spPr/>
      <dgm:t>
        <a:bodyPr/>
        <a:lstStyle/>
        <a:p>
          <a:endParaRPr lang="en-SG"/>
        </a:p>
      </dgm:t>
    </dgm:pt>
    <dgm:pt modelId="{3A416008-FFB4-416D-80F8-11156A72CC6B}" type="sibTrans" cxnId="{186C8B7F-EE32-42B8-8086-9DDFE74041B8}">
      <dgm:prSet/>
      <dgm:spPr/>
      <dgm:t>
        <a:bodyPr/>
        <a:lstStyle/>
        <a:p>
          <a:endParaRPr lang="en-SG"/>
        </a:p>
      </dgm:t>
    </dgm:pt>
    <dgm:pt modelId="{A09316C5-D592-4DA9-9DAA-A52F0B295146}">
      <dgm:prSet phldrT="[Text]"/>
      <dgm:spPr/>
      <dgm:t>
        <a:bodyPr/>
        <a:lstStyle/>
        <a:p>
          <a:r>
            <a:rPr lang="en-GB" dirty="0"/>
            <a:t>Country C (Japan $50</a:t>
          </a:r>
          <a:endParaRPr lang="en-SG" dirty="0"/>
        </a:p>
      </dgm:t>
    </dgm:pt>
    <dgm:pt modelId="{E097E4F6-1E73-439F-AB9F-5E2DDBCBA00D}" type="parTrans" cxnId="{A6B11352-23B5-47F2-A2B1-08B798441F71}">
      <dgm:prSet/>
      <dgm:spPr/>
      <dgm:t>
        <a:bodyPr/>
        <a:lstStyle/>
        <a:p>
          <a:endParaRPr lang="en-SG"/>
        </a:p>
      </dgm:t>
    </dgm:pt>
    <dgm:pt modelId="{21E1B12E-263A-4266-9AAD-15C1F26B3828}" type="sibTrans" cxnId="{A6B11352-23B5-47F2-A2B1-08B798441F71}">
      <dgm:prSet/>
      <dgm:spPr/>
      <dgm:t>
        <a:bodyPr/>
        <a:lstStyle/>
        <a:p>
          <a:endParaRPr lang="en-SG"/>
        </a:p>
      </dgm:t>
    </dgm:pt>
    <dgm:pt modelId="{9E450CCD-DA18-407D-A2F4-CDF70F884038}">
      <dgm:prSet phldrT="[Text]"/>
      <dgm:spPr/>
      <dgm:t>
        <a:bodyPr/>
        <a:lstStyle/>
        <a:p>
          <a:r>
            <a:rPr lang="en-GB" dirty="0"/>
            <a:t>Country D (Korea $50) </a:t>
          </a:r>
          <a:endParaRPr lang="en-SG" dirty="0"/>
        </a:p>
      </dgm:t>
    </dgm:pt>
    <dgm:pt modelId="{8F308CCC-7CFC-447E-82AE-F9B8E13F7AC8}" type="parTrans" cxnId="{31208938-B8B5-4245-BB41-F1E78A7FB308}">
      <dgm:prSet/>
      <dgm:spPr/>
      <dgm:t>
        <a:bodyPr/>
        <a:lstStyle/>
        <a:p>
          <a:endParaRPr lang="en-SG"/>
        </a:p>
      </dgm:t>
    </dgm:pt>
    <dgm:pt modelId="{4B7AE0F2-D82E-4E07-8098-8A1B3B20071D}" type="sibTrans" cxnId="{31208938-B8B5-4245-BB41-F1E78A7FB308}">
      <dgm:prSet/>
      <dgm:spPr/>
      <dgm:t>
        <a:bodyPr/>
        <a:lstStyle/>
        <a:p>
          <a:endParaRPr lang="en-SG"/>
        </a:p>
      </dgm:t>
    </dgm:pt>
    <dgm:pt modelId="{DE7F6106-B207-4C6F-8803-FCFBCF8E615E}" type="pres">
      <dgm:prSet presAssocID="{21F8544C-E5B7-4935-B14A-D4CDE1F33BB8}" presName="Name0" presStyleCnt="0">
        <dgm:presLayoutVars>
          <dgm:chMax/>
          <dgm:chPref val="1"/>
          <dgm:dir/>
          <dgm:animOne val="branch"/>
          <dgm:animLvl val="lvl"/>
          <dgm:resizeHandles/>
        </dgm:presLayoutVars>
      </dgm:prSet>
      <dgm:spPr/>
    </dgm:pt>
    <dgm:pt modelId="{A8592052-F033-4D1E-961B-ECA6452EC99E}" type="pres">
      <dgm:prSet presAssocID="{810225C8-8219-4E4B-9CFF-D4A9D05C51D9}" presName="composite" presStyleCnt="0"/>
      <dgm:spPr/>
    </dgm:pt>
    <dgm:pt modelId="{32509012-9385-4C4D-AEEF-016F74045E01}" type="pres">
      <dgm:prSet presAssocID="{810225C8-8219-4E4B-9CFF-D4A9D05C51D9}" presName="ParentAccent1" presStyleLbl="alignNode1" presStyleIdx="0" presStyleCnt="42"/>
      <dgm:spPr/>
    </dgm:pt>
    <dgm:pt modelId="{4061F0B5-DA2F-429F-9ACB-9F97A5134A4E}" type="pres">
      <dgm:prSet presAssocID="{810225C8-8219-4E4B-9CFF-D4A9D05C51D9}" presName="ParentAccent2" presStyleLbl="alignNode1" presStyleIdx="1" presStyleCnt="42"/>
      <dgm:spPr/>
    </dgm:pt>
    <dgm:pt modelId="{80D4600D-E0F2-4AA0-A64B-61AC5DB93C0B}" type="pres">
      <dgm:prSet presAssocID="{810225C8-8219-4E4B-9CFF-D4A9D05C51D9}" presName="ParentAccent3" presStyleLbl="alignNode1" presStyleIdx="2" presStyleCnt="42"/>
      <dgm:spPr/>
    </dgm:pt>
    <dgm:pt modelId="{C25B1890-1EAF-4D8F-9E60-B0F2125A4CD8}" type="pres">
      <dgm:prSet presAssocID="{810225C8-8219-4E4B-9CFF-D4A9D05C51D9}" presName="ParentAccent4" presStyleLbl="alignNode1" presStyleIdx="3" presStyleCnt="42"/>
      <dgm:spPr/>
    </dgm:pt>
    <dgm:pt modelId="{B8A6B255-3E98-4B9F-BCBF-BE493489329F}" type="pres">
      <dgm:prSet presAssocID="{810225C8-8219-4E4B-9CFF-D4A9D05C51D9}" presName="ParentAccent5" presStyleLbl="alignNode1" presStyleIdx="4" presStyleCnt="42"/>
      <dgm:spPr/>
    </dgm:pt>
    <dgm:pt modelId="{E9E0EE92-30F4-44DD-98DA-AF8B92BBCF2A}" type="pres">
      <dgm:prSet presAssocID="{810225C8-8219-4E4B-9CFF-D4A9D05C51D9}" presName="ParentAccent6" presStyleLbl="alignNode1" presStyleIdx="5" presStyleCnt="42"/>
      <dgm:spPr/>
    </dgm:pt>
    <dgm:pt modelId="{4AAB1206-6976-484B-B9C2-D08AA24EFC68}" type="pres">
      <dgm:prSet presAssocID="{810225C8-8219-4E4B-9CFF-D4A9D05C51D9}" presName="ParentAccent7" presStyleLbl="alignNode1" presStyleIdx="6" presStyleCnt="42"/>
      <dgm:spPr/>
    </dgm:pt>
    <dgm:pt modelId="{FE3DA22F-AE64-4AC3-9617-8A1D305ED35A}" type="pres">
      <dgm:prSet presAssocID="{810225C8-8219-4E4B-9CFF-D4A9D05C51D9}" presName="ParentAccent8" presStyleLbl="alignNode1" presStyleIdx="7" presStyleCnt="42"/>
      <dgm:spPr/>
    </dgm:pt>
    <dgm:pt modelId="{178456B1-8500-4EF0-8CDC-28CE6140A8E7}" type="pres">
      <dgm:prSet presAssocID="{810225C8-8219-4E4B-9CFF-D4A9D05C51D9}" presName="ParentAccent9" presStyleLbl="alignNode1" presStyleIdx="8" presStyleCnt="42"/>
      <dgm:spPr/>
    </dgm:pt>
    <dgm:pt modelId="{AB445617-FFF2-4E58-BCD0-4E113B4A3BEF}" type="pres">
      <dgm:prSet presAssocID="{810225C8-8219-4E4B-9CFF-D4A9D05C51D9}" presName="ParentAccent10" presStyleLbl="alignNode1" presStyleIdx="9" presStyleCnt="42"/>
      <dgm:spPr/>
    </dgm:pt>
    <dgm:pt modelId="{618D944E-FA54-43A9-92FF-5230EA9A0FB0}" type="pres">
      <dgm:prSet presAssocID="{810225C8-8219-4E4B-9CFF-D4A9D05C51D9}" presName="Parent" presStyleLbl="alignNode1" presStyleIdx="10" presStyleCnt="42">
        <dgm:presLayoutVars>
          <dgm:chMax val="5"/>
          <dgm:chPref val="3"/>
          <dgm:bulletEnabled val="1"/>
        </dgm:presLayoutVars>
      </dgm:prSet>
      <dgm:spPr/>
    </dgm:pt>
    <dgm:pt modelId="{7FA2A8C0-D387-47ED-90B5-AAA25201E396}" type="pres">
      <dgm:prSet presAssocID="{AD03B1D2-8BF9-4DBF-8D24-A91DAD7452A5}" presName="Child1Accent1" presStyleLbl="alignNode1" presStyleIdx="11" presStyleCnt="42"/>
      <dgm:spPr/>
    </dgm:pt>
    <dgm:pt modelId="{C9516957-8E2D-44D8-B00C-A075924A985E}" type="pres">
      <dgm:prSet presAssocID="{AD03B1D2-8BF9-4DBF-8D24-A91DAD7452A5}" presName="Child1Accent2" presStyleLbl="alignNode1" presStyleIdx="12" presStyleCnt="42"/>
      <dgm:spPr/>
    </dgm:pt>
    <dgm:pt modelId="{7137AE72-10C0-4FD4-A946-86851AA0CA0D}" type="pres">
      <dgm:prSet presAssocID="{AD03B1D2-8BF9-4DBF-8D24-A91DAD7452A5}" presName="Child1Accent3" presStyleLbl="alignNode1" presStyleIdx="13" presStyleCnt="42"/>
      <dgm:spPr/>
    </dgm:pt>
    <dgm:pt modelId="{63280E5A-4EFC-4C85-8DDD-9A3713064FB8}" type="pres">
      <dgm:prSet presAssocID="{AD03B1D2-8BF9-4DBF-8D24-A91DAD7452A5}" presName="Child1Accent4" presStyleLbl="alignNode1" presStyleIdx="14" presStyleCnt="42"/>
      <dgm:spPr/>
    </dgm:pt>
    <dgm:pt modelId="{C6766C5A-5D73-4487-B5CC-D2768077D8B8}" type="pres">
      <dgm:prSet presAssocID="{AD03B1D2-8BF9-4DBF-8D24-A91DAD7452A5}" presName="Child1Accent5" presStyleLbl="alignNode1" presStyleIdx="15" presStyleCnt="42"/>
      <dgm:spPr/>
    </dgm:pt>
    <dgm:pt modelId="{14A545D4-E025-4C0F-85B2-FA36476F7AE3}" type="pres">
      <dgm:prSet presAssocID="{AD03B1D2-8BF9-4DBF-8D24-A91DAD7452A5}" presName="Child1Accent6" presStyleLbl="alignNode1" presStyleIdx="16" presStyleCnt="42"/>
      <dgm:spPr/>
    </dgm:pt>
    <dgm:pt modelId="{195FE884-AB8B-49D8-AF6A-AF55A4AADE76}" type="pres">
      <dgm:prSet presAssocID="{AD03B1D2-8BF9-4DBF-8D24-A91DAD7452A5}" presName="Child1Accent7" presStyleLbl="alignNode1" presStyleIdx="17" presStyleCnt="42"/>
      <dgm:spPr/>
    </dgm:pt>
    <dgm:pt modelId="{9EF28072-0B6E-4041-9459-AFF185ED6739}" type="pres">
      <dgm:prSet presAssocID="{AD03B1D2-8BF9-4DBF-8D24-A91DAD7452A5}" presName="Child1Accent8" presStyleLbl="alignNode1" presStyleIdx="18" presStyleCnt="42"/>
      <dgm:spPr/>
    </dgm:pt>
    <dgm:pt modelId="{039AA80E-48D8-473F-8B16-D2E9F85563B1}" type="pres">
      <dgm:prSet presAssocID="{AD03B1D2-8BF9-4DBF-8D24-A91DAD7452A5}" presName="Child1Accent9" presStyleLbl="alignNode1" presStyleIdx="19" presStyleCnt="42"/>
      <dgm:spPr/>
    </dgm:pt>
    <dgm:pt modelId="{9FE07026-2D01-41EB-8C93-DCABAE7A1330}" type="pres">
      <dgm:prSet presAssocID="{AD03B1D2-8BF9-4DBF-8D24-A91DAD7452A5}" presName="Child1" presStyleLbl="revTx" presStyleIdx="0" presStyleCnt="4" custLinFactNeighborX="1564" custLinFactNeighborY="-4878">
        <dgm:presLayoutVars>
          <dgm:chMax/>
          <dgm:chPref val="0"/>
          <dgm:bulletEnabled val="1"/>
        </dgm:presLayoutVars>
      </dgm:prSet>
      <dgm:spPr/>
    </dgm:pt>
    <dgm:pt modelId="{A80B9611-1E95-427F-BC91-ECA4DCB36A6A}" type="pres">
      <dgm:prSet presAssocID="{E7E39EE7-CF26-4E5D-B8E9-7CCC1AAE0AE0}" presName="Child2Accent1" presStyleLbl="alignNode1" presStyleIdx="20" presStyleCnt="42"/>
      <dgm:spPr/>
    </dgm:pt>
    <dgm:pt modelId="{31F689A4-4DEB-4C0C-B0AF-5713C6AF6BB9}" type="pres">
      <dgm:prSet presAssocID="{E7E39EE7-CF26-4E5D-B8E9-7CCC1AAE0AE0}" presName="Child2Accent2" presStyleLbl="alignNode1" presStyleIdx="21" presStyleCnt="42"/>
      <dgm:spPr/>
    </dgm:pt>
    <dgm:pt modelId="{42C057E4-C195-42DC-BBE1-48E522998E37}" type="pres">
      <dgm:prSet presAssocID="{E7E39EE7-CF26-4E5D-B8E9-7CCC1AAE0AE0}" presName="Child2Accent3" presStyleLbl="alignNode1" presStyleIdx="22" presStyleCnt="42"/>
      <dgm:spPr/>
    </dgm:pt>
    <dgm:pt modelId="{1E62CA8E-429A-4C90-9420-893E72986B4D}" type="pres">
      <dgm:prSet presAssocID="{E7E39EE7-CF26-4E5D-B8E9-7CCC1AAE0AE0}" presName="Child2Accent4" presStyleLbl="alignNode1" presStyleIdx="23" presStyleCnt="42"/>
      <dgm:spPr/>
    </dgm:pt>
    <dgm:pt modelId="{C916BFE7-6FEF-4499-A21E-5DF9DDB3EA02}" type="pres">
      <dgm:prSet presAssocID="{E7E39EE7-CF26-4E5D-B8E9-7CCC1AAE0AE0}" presName="Child2Accent5" presStyleLbl="alignNode1" presStyleIdx="24" presStyleCnt="42"/>
      <dgm:spPr/>
    </dgm:pt>
    <dgm:pt modelId="{06176A78-3B14-43EA-B0BC-5279FFDA1D90}" type="pres">
      <dgm:prSet presAssocID="{E7E39EE7-CF26-4E5D-B8E9-7CCC1AAE0AE0}" presName="Child2Accent6" presStyleLbl="alignNode1" presStyleIdx="25" presStyleCnt="42"/>
      <dgm:spPr/>
    </dgm:pt>
    <dgm:pt modelId="{9EA09C39-E81E-4D2A-9AC0-F548E57D55A5}" type="pres">
      <dgm:prSet presAssocID="{E7E39EE7-CF26-4E5D-B8E9-7CCC1AAE0AE0}" presName="Child2Accent7" presStyleLbl="alignNode1" presStyleIdx="26" presStyleCnt="42"/>
      <dgm:spPr/>
    </dgm:pt>
    <dgm:pt modelId="{DED6C2A6-137B-4080-AF49-CB9427EA41D0}" type="pres">
      <dgm:prSet presAssocID="{E7E39EE7-CF26-4E5D-B8E9-7CCC1AAE0AE0}" presName="Child2" presStyleLbl="revTx" presStyleIdx="1" presStyleCnt="4" custScaleX="148066" custScaleY="114352" custLinFactNeighborX="20859" custLinFactNeighborY="-2876">
        <dgm:presLayoutVars>
          <dgm:chMax/>
          <dgm:chPref val="0"/>
          <dgm:bulletEnabled val="1"/>
        </dgm:presLayoutVars>
      </dgm:prSet>
      <dgm:spPr/>
    </dgm:pt>
    <dgm:pt modelId="{46801BBB-D836-4826-AEB7-96C2C3D9012E}" type="pres">
      <dgm:prSet presAssocID="{A09316C5-D592-4DA9-9DAA-A52F0B295146}" presName="Child3Accent1" presStyleLbl="alignNode1" presStyleIdx="27" presStyleCnt="42"/>
      <dgm:spPr/>
    </dgm:pt>
    <dgm:pt modelId="{74270C96-D08F-4C3E-B7AF-78BC63B564F6}" type="pres">
      <dgm:prSet presAssocID="{A09316C5-D592-4DA9-9DAA-A52F0B295146}" presName="Child3Accent2" presStyleLbl="alignNode1" presStyleIdx="28" presStyleCnt="42"/>
      <dgm:spPr/>
    </dgm:pt>
    <dgm:pt modelId="{51A0ADB4-EAED-48C5-A91F-0DFF033E2435}" type="pres">
      <dgm:prSet presAssocID="{A09316C5-D592-4DA9-9DAA-A52F0B295146}" presName="Child3Accent3" presStyleLbl="alignNode1" presStyleIdx="29" presStyleCnt="42"/>
      <dgm:spPr/>
    </dgm:pt>
    <dgm:pt modelId="{EA215CEB-E0AB-40F5-9E5A-75A69A70970A}" type="pres">
      <dgm:prSet presAssocID="{A09316C5-D592-4DA9-9DAA-A52F0B295146}" presName="Child3Accent4" presStyleLbl="alignNode1" presStyleIdx="30" presStyleCnt="42"/>
      <dgm:spPr/>
    </dgm:pt>
    <dgm:pt modelId="{8403312B-1EB4-44F4-813D-DCC2414E9207}" type="pres">
      <dgm:prSet presAssocID="{A09316C5-D592-4DA9-9DAA-A52F0B295146}" presName="Child3Accent5" presStyleLbl="alignNode1" presStyleIdx="31" presStyleCnt="42"/>
      <dgm:spPr/>
    </dgm:pt>
    <dgm:pt modelId="{E9679907-4A5F-4CA8-B4FD-35EBCD48086F}" type="pres">
      <dgm:prSet presAssocID="{A09316C5-D592-4DA9-9DAA-A52F0B295146}" presName="Child3Accent6" presStyleLbl="alignNode1" presStyleIdx="32" presStyleCnt="42"/>
      <dgm:spPr/>
    </dgm:pt>
    <dgm:pt modelId="{002220E1-82A3-43B1-B0E3-EBA584FAAC23}" type="pres">
      <dgm:prSet presAssocID="{A09316C5-D592-4DA9-9DAA-A52F0B295146}" presName="Child3Accent7" presStyleLbl="alignNode1" presStyleIdx="33" presStyleCnt="42"/>
      <dgm:spPr/>
    </dgm:pt>
    <dgm:pt modelId="{22EAF7FA-B782-4547-9E88-4E050789E5BF}" type="pres">
      <dgm:prSet presAssocID="{A09316C5-D592-4DA9-9DAA-A52F0B295146}" presName="Child3" presStyleLbl="revTx" presStyleIdx="2" presStyleCnt="4">
        <dgm:presLayoutVars>
          <dgm:chMax/>
          <dgm:chPref val="0"/>
          <dgm:bulletEnabled val="1"/>
        </dgm:presLayoutVars>
      </dgm:prSet>
      <dgm:spPr/>
    </dgm:pt>
    <dgm:pt modelId="{AA1D8544-E3DD-4437-B199-F8029BAB5B66}" type="pres">
      <dgm:prSet presAssocID="{9E450CCD-DA18-407D-A2F4-CDF70F884038}" presName="Child4Accent1" presStyleLbl="alignNode1" presStyleIdx="34" presStyleCnt="42"/>
      <dgm:spPr/>
    </dgm:pt>
    <dgm:pt modelId="{70835445-3B69-4439-9A6F-C3171E0DCF19}" type="pres">
      <dgm:prSet presAssocID="{9E450CCD-DA18-407D-A2F4-CDF70F884038}" presName="Child4Accent2" presStyleLbl="alignNode1" presStyleIdx="35" presStyleCnt="42"/>
      <dgm:spPr/>
    </dgm:pt>
    <dgm:pt modelId="{9898633B-2EB7-4E9A-AAA1-5E4153D1F2E4}" type="pres">
      <dgm:prSet presAssocID="{9E450CCD-DA18-407D-A2F4-CDF70F884038}" presName="Child4Accent3" presStyleLbl="alignNode1" presStyleIdx="36" presStyleCnt="42"/>
      <dgm:spPr/>
    </dgm:pt>
    <dgm:pt modelId="{EA2418BF-FFD5-44B9-9DC5-6C112A8601A0}" type="pres">
      <dgm:prSet presAssocID="{9E450CCD-DA18-407D-A2F4-CDF70F884038}" presName="Child4Accent4" presStyleLbl="alignNode1" presStyleIdx="37" presStyleCnt="42"/>
      <dgm:spPr/>
    </dgm:pt>
    <dgm:pt modelId="{F07F0A76-3FFD-4D0D-A3FA-C8B81EF2694A}" type="pres">
      <dgm:prSet presAssocID="{9E450CCD-DA18-407D-A2F4-CDF70F884038}" presName="Child4Accent5" presStyleLbl="alignNode1" presStyleIdx="38" presStyleCnt="42"/>
      <dgm:spPr/>
    </dgm:pt>
    <dgm:pt modelId="{3921D1B2-EB4C-408A-B88D-001C2AAA7760}" type="pres">
      <dgm:prSet presAssocID="{9E450CCD-DA18-407D-A2F4-CDF70F884038}" presName="Child4Accent6" presStyleLbl="alignNode1" presStyleIdx="39" presStyleCnt="42"/>
      <dgm:spPr/>
    </dgm:pt>
    <dgm:pt modelId="{42E6A6DF-1B1D-4F19-B115-FD77F6459D98}" type="pres">
      <dgm:prSet presAssocID="{9E450CCD-DA18-407D-A2F4-CDF70F884038}" presName="Child4Accent7" presStyleLbl="alignNode1" presStyleIdx="40" presStyleCnt="42"/>
      <dgm:spPr/>
    </dgm:pt>
    <dgm:pt modelId="{0795FD1E-DBD4-4602-ACEA-543D43DC35D9}" type="pres">
      <dgm:prSet presAssocID="{9E450CCD-DA18-407D-A2F4-CDF70F884038}" presName="Child4Accent8" presStyleLbl="alignNode1" presStyleIdx="41" presStyleCnt="42"/>
      <dgm:spPr/>
    </dgm:pt>
    <dgm:pt modelId="{273D0C5F-ED39-4176-9351-7D424E7235A4}" type="pres">
      <dgm:prSet presAssocID="{9E450CCD-DA18-407D-A2F4-CDF70F884038}" presName="Child4" presStyleLbl="revTx" presStyleIdx="3" presStyleCnt="4">
        <dgm:presLayoutVars>
          <dgm:chMax/>
          <dgm:chPref val="0"/>
          <dgm:bulletEnabled val="1"/>
        </dgm:presLayoutVars>
      </dgm:prSet>
      <dgm:spPr/>
    </dgm:pt>
  </dgm:ptLst>
  <dgm:cxnLst>
    <dgm:cxn modelId="{40AACC06-9E0A-4F7A-9AB7-98E6AAEEBFA1}" type="presOf" srcId="{810225C8-8219-4E4B-9CFF-D4A9D05C51D9}" destId="{618D944E-FA54-43A9-92FF-5230EA9A0FB0}" srcOrd="0" destOrd="0" presId="urn:microsoft.com/office/officeart/2011/layout/ConvergingText"/>
    <dgm:cxn modelId="{E1068522-543F-4A8A-BCD9-792616572A85}" type="presOf" srcId="{A09316C5-D592-4DA9-9DAA-A52F0B295146}" destId="{22EAF7FA-B782-4547-9E88-4E050789E5BF}" srcOrd="0" destOrd="0" presId="urn:microsoft.com/office/officeart/2011/layout/ConvergingText"/>
    <dgm:cxn modelId="{31208938-B8B5-4245-BB41-F1E78A7FB308}" srcId="{810225C8-8219-4E4B-9CFF-D4A9D05C51D9}" destId="{9E450CCD-DA18-407D-A2F4-CDF70F884038}" srcOrd="3" destOrd="0" parTransId="{8F308CCC-7CFC-447E-82AE-F9B8E13F7AC8}" sibTransId="{4B7AE0F2-D82E-4E07-8098-8A1B3B20071D}"/>
    <dgm:cxn modelId="{A6B11352-23B5-47F2-A2B1-08B798441F71}" srcId="{810225C8-8219-4E4B-9CFF-D4A9D05C51D9}" destId="{A09316C5-D592-4DA9-9DAA-A52F0B295146}" srcOrd="2" destOrd="0" parTransId="{E097E4F6-1E73-439F-AB9F-5E2DDBCBA00D}" sibTransId="{21E1B12E-263A-4266-9AAD-15C1F26B3828}"/>
    <dgm:cxn modelId="{186C8B7F-EE32-42B8-8086-9DDFE74041B8}" srcId="{810225C8-8219-4E4B-9CFF-D4A9D05C51D9}" destId="{E7E39EE7-CF26-4E5D-B8E9-7CCC1AAE0AE0}" srcOrd="1" destOrd="0" parTransId="{E8AFA126-AAB0-4441-ACE1-DD475FCF80D0}" sibTransId="{3A416008-FFB4-416D-80F8-11156A72CC6B}"/>
    <dgm:cxn modelId="{62FB1791-BED5-435F-B764-6BF343DE73E3}" type="presOf" srcId="{E7E39EE7-CF26-4E5D-B8E9-7CCC1AAE0AE0}" destId="{DED6C2A6-137B-4080-AF49-CB9427EA41D0}" srcOrd="0" destOrd="0" presId="urn:microsoft.com/office/officeart/2011/layout/ConvergingText"/>
    <dgm:cxn modelId="{395C3DA1-F590-4B21-BFE5-3C5C0E0A5569}" srcId="{21F8544C-E5B7-4935-B14A-D4CDE1F33BB8}" destId="{810225C8-8219-4E4B-9CFF-D4A9D05C51D9}" srcOrd="0" destOrd="0" parTransId="{684BA68B-234C-4A2B-875A-25C362DB4097}" sibTransId="{B6B23350-7F1E-4E7C-BF25-928A0A1BCBAF}"/>
    <dgm:cxn modelId="{2AA8E4AE-7965-4AEB-A8FD-ED04F58F1B31}" srcId="{810225C8-8219-4E4B-9CFF-D4A9D05C51D9}" destId="{AD03B1D2-8BF9-4DBF-8D24-A91DAD7452A5}" srcOrd="0" destOrd="0" parTransId="{957999C2-3B95-4A06-911D-BCF9007B9D27}" sibTransId="{D79FC710-4A77-4684-8724-E4C2E5DA3299}"/>
    <dgm:cxn modelId="{74CD40D9-998A-45ED-91BD-B6E35C46C006}" type="presOf" srcId="{21F8544C-E5B7-4935-B14A-D4CDE1F33BB8}" destId="{DE7F6106-B207-4C6F-8803-FCFBCF8E615E}" srcOrd="0" destOrd="0" presId="urn:microsoft.com/office/officeart/2011/layout/ConvergingText"/>
    <dgm:cxn modelId="{4F1C71E5-063D-4BE2-B092-C3F652B0ECFC}" type="presOf" srcId="{9E450CCD-DA18-407D-A2F4-CDF70F884038}" destId="{273D0C5F-ED39-4176-9351-7D424E7235A4}" srcOrd="0" destOrd="0" presId="urn:microsoft.com/office/officeart/2011/layout/ConvergingText"/>
    <dgm:cxn modelId="{8C59F5F7-0199-4D71-AC28-F1F787C7B317}" type="presOf" srcId="{AD03B1D2-8BF9-4DBF-8D24-A91DAD7452A5}" destId="{9FE07026-2D01-41EB-8C93-DCABAE7A1330}" srcOrd="0" destOrd="0" presId="urn:microsoft.com/office/officeart/2011/layout/ConvergingText"/>
    <dgm:cxn modelId="{846E82A6-92C7-48FD-A623-27DE4BCE0E3D}" type="presParOf" srcId="{DE7F6106-B207-4C6F-8803-FCFBCF8E615E}" destId="{A8592052-F033-4D1E-961B-ECA6452EC99E}" srcOrd="0" destOrd="0" presId="urn:microsoft.com/office/officeart/2011/layout/ConvergingText"/>
    <dgm:cxn modelId="{57D6EAC4-E95B-4D74-9FA3-0B2B11EC0A86}" type="presParOf" srcId="{A8592052-F033-4D1E-961B-ECA6452EC99E}" destId="{32509012-9385-4C4D-AEEF-016F74045E01}" srcOrd="0" destOrd="0" presId="urn:microsoft.com/office/officeart/2011/layout/ConvergingText"/>
    <dgm:cxn modelId="{8DBEEB21-DC5E-4B97-965B-124C50DF0A39}" type="presParOf" srcId="{A8592052-F033-4D1E-961B-ECA6452EC99E}" destId="{4061F0B5-DA2F-429F-9ACB-9F97A5134A4E}" srcOrd="1" destOrd="0" presId="urn:microsoft.com/office/officeart/2011/layout/ConvergingText"/>
    <dgm:cxn modelId="{753D14C4-CDBA-4C9E-BA39-5E610899FB2E}" type="presParOf" srcId="{A8592052-F033-4D1E-961B-ECA6452EC99E}" destId="{80D4600D-E0F2-4AA0-A64B-61AC5DB93C0B}" srcOrd="2" destOrd="0" presId="urn:microsoft.com/office/officeart/2011/layout/ConvergingText"/>
    <dgm:cxn modelId="{41C48D4F-200D-4224-811B-71E08E8F3C95}" type="presParOf" srcId="{A8592052-F033-4D1E-961B-ECA6452EC99E}" destId="{C25B1890-1EAF-4D8F-9E60-B0F2125A4CD8}" srcOrd="3" destOrd="0" presId="urn:microsoft.com/office/officeart/2011/layout/ConvergingText"/>
    <dgm:cxn modelId="{9BDC7118-284B-4037-B3A1-AA62FC3601DE}" type="presParOf" srcId="{A8592052-F033-4D1E-961B-ECA6452EC99E}" destId="{B8A6B255-3E98-4B9F-BCBF-BE493489329F}" srcOrd="4" destOrd="0" presId="urn:microsoft.com/office/officeart/2011/layout/ConvergingText"/>
    <dgm:cxn modelId="{BB604C94-AF74-446E-A48B-B570A79F5696}" type="presParOf" srcId="{A8592052-F033-4D1E-961B-ECA6452EC99E}" destId="{E9E0EE92-30F4-44DD-98DA-AF8B92BBCF2A}" srcOrd="5" destOrd="0" presId="urn:microsoft.com/office/officeart/2011/layout/ConvergingText"/>
    <dgm:cxn modelId="{ABCC9D9E-3ADF-4D6B-9323-F2F081D45526}" type="presParOf" srcId="{A8592052-F033-4D1E-961B-ECA6452EC99E}" destId="{4AAB1206-6976-484B-B9C2-D08AA24EFC68}" srcOrd="6" destOrd="0" presId="urn:microsoft.com/office/officeart/2011/layout/ConvergingText"/>
    <dgm:cxn modelId="{A77B662F-DC80-4D51-B654-8EF73D529E2F}" type="presParOf" srcId="{A8592052-F033-4D1E-961B-ECA6452EC99E}" destId="{FE3DA22F-AE64-4AC3-9617-8A1D305ED35A}" srcOrd="7" destOrd="0" presId="urn:microsoft.com/office/officeart/2011/layout/ConvergingText"/>
    <dgm:cxn modelId="{83661C0B-DE5E-43F8-BBFB-D2668A803BA1}" type="presParOf" srcId="{A8592052-F033-4D1E-961B-ECA6452EC99E}" destId="{178456B1-8500-4EF0-8CDC-28CE6140A8E7}" srcOrd="8" destOrd="0" presId="urn:microsoft.com/office/officeart/2011/layout/ConvergingText"/>
    <dgm:cxn modelId="{DEB21E9F-3991-4272-ABC4-5EF4112D95E7}" type="presParOf" srcId="{A8592052-F033-4D1E-961B-ECA6452EC99E}" destId="{AB445617-FFF2-4E58-BCD0-4E113B4A3BEF}" srcOrd="9" destOrd="0" presId="urn:microsoft.com/office/officeart/2011/layout/ConvergingText"/>
    <dgm:cxn modelId="{2FAE4F6B-FBAD-4C25-BAB1-EDC10E771AED}" type="presParOf" srcId="{A8592052-F033-4D1E-961B-ECA6452EC99E}" destId="{618D944E-FA54-43A9-92FF-5230EA9A0FB0}" srcOrd="10" destOrd="0" presId="urn:microsoft.com/office/officeart/2011/layout/ConvergingText"/>
    <dgm:cxn modelId="{68326B8C-0D38-4C4A-B148-1BB8AA92D5D7}" type="presParOf" srcId="{A8592052-F033-4D1E-961B-ECA6452EC99E}" destId="{7FA2A8C0-D387-47ED-90B5-AAA25201E396}" srcOrd="11" destOrd="0" presId="urn:microsoft.com/office/officeart/2011/layout/ConvergingText"/>
    <dgm:cxn modelId="{9F21ED6E-4FD1-4971-BEAD-09597B23C5E3}" type="presParOf" srcId="{A8592052-F033-4D1E-961B-ECA6452EC99E}" destId="{C9516957-8E2D-44D8-B00C-A075924A985E}" srcOrd="12" destOrd="0" presId="urn:microsoft.com/office/officeart/2011/layout/ConvergingText"/>
    <dgm:cxn modelId="{0E5475B3-0B6B-466A-8DFD-697F9332C7DA}" type="presParOf" srcId="{A8592052-F033-4D1E-961B-ECA6452EC99E}" destId="{7137AE72-10C0-4FD4-A946-86851AA0CA0D}" srcOrd="13" destOrd="0" presId="urn:microsoft.com/office/officeart/2011/layout/ConvergingText"/>
    <dgm:cxn modelId="{BFA6F173-5926-4379-A3A0-AD2C2111D9A4}" type="presParOf" srcId="{A8592052-F033-4D1E-961B-ECA6452EC99E}" destId="{63280E5A-4EFC-4C85-8DDD-9A3713064FB8}" srcOrd="14" destOrd="0" presId="urn:microsoft.com/office/officeart/2011/layout/ConvergingText"/>
    <dgm:cxn modelId="{9DAD446B-26F4-49C7-9B33-97847C2048F4}" type="presParOf" srcId="{A8592052-F033-4D1E-961B-ECA6452EC99E}" destId="{C6766C5A-5D73-4487-B5CC-D2768077D8B8}" srcOrd="15" destOrd="0" presId="urn:microsoft.com/office/officeart/2011/layout/ConvergingText"/>
    <dgm:cxn modelId="{64076E10-C744-40B5-B859-FCDF3716DB91}" type="presParOf" srcId="{A8592052-F033-4D1E-961B-ECA6452EC99E}" destId="{14A545D4-E025-4C0F-85B2-FA36476F7AE3}" srcOrd="16" destOrd="0" presId="urn:microsoft.com/office/officeart/2011/layout/ConvergingText"/>
    <dgm:cxn modelId="{7786B591-EFFD-458F-BE4C-C73D23DB9A36}" type="presParOf" srcId="{A8592052-F033-4D1E-961B-ECA6452EC99E}" destId="{195FE884-AB8B-49D8-AF6A-AF55A4AADE76}" srcOrd="17" destOrd="0" presId="urn:microsoft.com/office/officeart/2011/layout/ConvergingText"/>
    <dgm:cxn modelId="{2DD9A9E1-B922-48FA-AD07-DD89C2D8ADA4}" type="presParOf" srcId="{A8592052-F033-4D1E-961B-ECA6452EC99E}" destId="{9EF28072-0B6E-4041-9459-AFF185ED6739}" srcOrd="18" destOrd="0" presId="urn:microsoft.com/office/officeart/2011/layout/ConvergingText"/>
    <dgm:cxn modelId="{D9E3199F-A9FE-49CF-B427-C061F27E6B49}" type="presParOf" srcId="{A8592052-F033-4D1E-961B-ECA6452EC99E}" destId="{039AA80E-48D8-473F-8B16-D2E9F85563B1}" srcOrd="19" destOrd="0" presId="urn:microsoft.com/office/officeart/2011/layout/ConvergingText"/>
    <dgm:cxn modelId="{77384B4D-D38C-4979-8D41-BEB2F242F02B}" type="presParOf" srcId="{A8592052-F033-4D1E-961B-ECA6452EC99E}" destId="{9FE07026-2D01-41EB-8C93-DCABAE7A1330}" srcOrd="20" destOrd="0" presId="urn:microsoft.com/office/officeart/2011/layout/ConvergingText"/>
    <dgm:cxn modelId="{FCEDE13A-87CB-4F12-9515-0282830C3139}" type="presParOf" srcId="{A8592052-F033-4D1E-961B-ECA6452EC99E}" destId="{A80B9611-1E95-427F-BC91-ECA4DCB36A6A}" srcOrd="21" destOrd="0" presId="urn:microsoft.com/office/officeart/2011/layout/ConvergingText"/>
    <dgm:cxn modelId="{7E60CF8B-EDBD-46E0-A4F9-A2F9CE3BD7D5}" type="presParOf" srcId="{A8592052-F033-4D1E-961B-ECA6452EC99E}" destId="{31F689A4-4DEB-4C0C-B0AF-5713C6AF6BB9}" srcOrd="22" destOrd="0" presId="urn:microsoft.com/office/officeart/2011/layout/ConvergingText"/>
    <dgm:cxn modelId="{59A701C4-0089-48F7-A551-9E9AE447CF3D}" type="presParOf" srcId="{A8592052-F033-4D1E-961B-ECA6452EC99E}" destId="{42C057E4-C195-42DC-BBE1-48E522998E37}" srcOrd="23" destOrd="0" presId="urn:microsoft.com/office/officeart/2011/layout/ConvergingText"/>
    <dgm:cxn modelId="{9AB4E64D-826D-44B6-BBFA-CA22F3E65F27}" type="presParOf" srcId="{A8592052-F033-4D1E-961B-ECA6452EC99E}" destId="{1E62CA8E-429A-4C90-9420-893E72986B4D}" srcOrd="24" destOrd="0" presId="urn:microsoft.com/office/officeart/2011/layout/ConvergingText"/>
    <dgm:cxn modelId="{EDA99E64-6CA6-432A-9858-E865C47E87F6}" type="presParOf" srcId="{A8592052-F033-4D1E-961B-ECA6452EC99E}" destId="{C916BFE7-6FEF-4499-A21E-5DF9DDB3EA02}" srcOrd="25" destOrd="0" presId="urn:microsoft.com/office/officeart/2011/layout/ConvergingText"/>
    <dgm:cxn modelId="{C604BE1C-E882-45BA-B968-8C5110607A83}" type="presParOf" srcId="{A8592052-F033-4D1E-961B-ECA6452EC99E}" destId="{06176A78-3B14-43EA-B0BC-5279FFDA1D90}" srcOrd="26" destOrd="0" presId="urn:microsoft.com/office/officeart/2011/layout/ConvergingText"/>
    <dgm:cxn modelId="{C4719492-7C3B-4B44-B923-4807F384C86C}" type="presParOf" srcId="{A8592052-F033-4D1E-961B-ECA6452EC99E}" destId="{9EA09C39-E81E-4D2A-9AC0-F548E57D55A5}" srcOrd="27" destOrd="0" presId="urn:microsoft.com/office/officeart/2011/layout/ConvergingText"/>
    <dgm:cxn modelId="{926D1E6A-4A56-480E-AE5E-D4C92985AAE7}" type="presParOf" srcId="{A8592052-F033-4D1E-961B-ECA6452EC99E}" destId="{DED6C2A6-137B-4080-AF49-CB9427EA41D0}" srcOrd="28" destOrd="0" presId="urn:microsoft.com/office/officeart/2011/layout/ConvergingText"/>
    <dgm:cxn modelId="{14B6FBDD-55B9-4EAE-B484-681F5638BDB5}" type="presParOf" srcId="{A8592052-F033-4D1E-961B-ECA6452EC99E}" destId="{46801BBB-D836-4826-AEB7-96C2C3D9012E}" srcOrd="29" destOrd="0" presId="urn:microsoft.com/office/officeart/2011/layout/ConvergingText"/>
    <dgm:cxn modelId="{F6E67439-CF9E-47C8-8CAA-DA0F7E196D38}" type="presParOf" srcId="{A8592052-F033-4D1E-961B-ECA6452EC99E}" destId="{74270C96-D08F-4C3E-B7AF-78BC63B564F6}" srcOrd="30" destOrd="0" presId="urn:microsoft.com/office/officeart/2011/layout/ConvergingText"/>
    <dgm:cxn modelId="{2957DDC5-A782-4D10-9421-566731B667B2}" type="presParOf" srcId="{A8592052-F033-4D1E-961B-ECA6452EC99E}" destId="{51A0ADB4-EAED-48C5-A91F-0DFF033E2435}" srcOrd="31" destOrd="0" presId="urn:microsoft.com/office/officeart/2011/layout/ConvergingText"/>
    <dgm:cxn modelId="{5B3E5DE9-C7E3-4CB4-8202-78624E3DDFDE}" type="presParOf" srcId="{A8592052-F033-4D1E-961B-ECA6452EC99E}" destId="{EA215CEB-E0AB-40F5-9E5A-75A69A70970A}" srcOrd="32" destOrd="0" presId="urn:microsoft.com/office/officeart/2011/layout/ConvergingText"/>
    <dgm:cxn modelId="{075E4185-12F7-4A3A-A7CC-A20D174416BC}" type="presParOf" srcId="{A8592052-F033-4D1E-961B-ECA6452EC99E}" destId="{8403312B-1EB4-44F4-813D-DCC2414E9207}" srcOrd="33" destOrd="0" presId="urn:microsoft.com/office/officeart/2011/layout/ConvergingText"/>
    <dgm:cxn modelId="{4357DF8E-3467-4135-8892-FC5AD05D1B4C}" type="presParOf" srcId="{A8592052-F033-4D1E-961B-ECA6452EC99E}" destId="{E9679907-4A5F-4CA8-B4FD-35EBCD48086F}" srcOrd="34" destOrd="0" presId="urn:microsoft.com/office/officeart/2011/layout/ConvergingText"/>
    <dgm:cxn modelId="{FBE3E098-0817-422E-AF0B-3E88965E871F}" type="presParOf" srcId="{A8592052-F033-4D1E-961B-ECA6452EC99E}" destId="{002220E1-82A3-43B1-B0E3-EBA584FAAC23}" srcOrd="35" destOrd="0" presId="urn:microsoft.com/office/officeart/2011/layout/ConvergingText"/>
    <dgm:cxn modelId="{D001C924-E268-4BDC-8F39-E48BA661CEF3}" type="presParOf" srcId="{A8592052-F033-4D1E-961B-ECA6452EC99E}" destId="{22EAF7FA-B782-4547-9E88-4E050789E5BF}" srcOrd="36" destOrd="0" presId="urn:microsoft.com/office/officeart/2011/layout/ConvergingText"/>
    <dgm:cxn modelId="{8D869C68-F891-476B-AC3C-E207870BFB07}" type="presParOf" srcId="{A8592052-F033-4D1E-961B-ECA6452EC99E}" destId="{AA1D8544-E3DD-4437-B199-F8029BAB5B66}" srcOrd="37" destOrd="0" presId="urn:microsoft.com/office/officeart/2011/layout/ConvergingText"/>
    <dgm:cxn modelId="{47506444-8344-420C-B1A7-377F8241814F}" type="presParOf" srcId="{A8592052-F033-4D1E-961B-ECA6452EC99E}" destId="{70835445-3B69-4439-9A6F-C3171E0DCF19}" srcOrd="38" destOrd="0" presId="urn:microsoft.com/office/officeart/2011/layout/ConvergingText"/>
    <dgm:cxn modelId="{05373F94-7088-4E9F-BA50-17EF80BDA9EF}" type="presParOf" srcId="{A8592052-F033-4D1E-961B-ECA6452EC99E}" destId="{9898633B-2EB7-4E9A-AAA1-5E4153D1F2E4}" srcOrd="39" destOrd="0" presId="urn:microsoft.com/office/officeart/2011/layout/ConvergingText"/>
    <dgm:cxn modelId="{168E2320-34F8-4A99-B9F5-4E6C76D6AA0B}" type="presParOf" srcId="{A8592052-F033-4D1E-961B-ECA6452EC99E}" destId="{EA2418BF-FFD5-44B9-9DC5-6C112A8601A0}" srcOrd="40" destOrd="0" presId="urn:microsoft.com/office/officeart/2011/layout/ConvergingText"/>
    <dgm:cxn modelId="{23CC37D6-ABCC-4626-946F-7DAD8164CAE0}" type="presParOf" srcId="{A8592052-F033-4D1E-961B-ECA6452EC99E}" destId="{F07F0A76-3FFD-4D0D-A3FA-C8B81EF2694A}" srcOrd="41" destOrd="0" presId="urn:microsoft.com/office/officeart/2011/layout/ConvergingText"/>
    <dgm:cxn modelId="{D91980D9-9658-40F7-B02D-424D4A55FFBC}" type="presParOf" srcId="{A8592052-F033-4D1E-961B-ECA6452EC99E}" destId="{3921D1B2-EB4C-408A-B88D-001C2AAA7760}" srcOrd="42" destOrd="0" presId="urn:microsoft.com/office/officeart/2011/layout/ConvergingText"/>
    <dgm:cxn modelId="{8EDA2F71-4145-4D0E-9F09-2E3C915792AF}" type="presParOf" srcId="{A8592052-F033-4D1E-961B-ECA6452EC99E}" destId="{42E6A6DF-1B1D-4F19-B115-FD77F6459D98}" srcOrd="43" destOrd="0" presId="urn:microsoft.com/office/officeart/2011/layout/ConvergingText"/>
    <dgm:cxn modelId="{1C19F4A2-7F4D-43D0-9A39-55C29ED16395}" type="presParOf" srcId="{A8592052-F033-4D1E-961B-ECA6452EC99E}" destId="{0795FD1E-DBD4-4602-ACEA-543D43DC35D9}" srcOrd="44" destOrd="0" presId="urn:microsoft.com/office/officeart/2011/layout/ConvergingText"/>
    <dgm:cxn modelId="{16909401-23D2-4AF9-AF1E-99F2A5A74665}" type="presParOf" srcId="{A8592052-F033-4D1E-961B-ECA6452EC99E}" destId="{273D0C5F-ED39-4176-9351-7D424E7235A4}" srcOrd="45"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1F8544C-E5B7-4935-B14A-D4CDE1F33BB8}" type="doc">
      <dgm:prSet loTypeId="urn:microsoft.com/office/officeart/2011/layout/ConvergingText" loCatId="process" qsTypeId="urn:microsoft.com/office/officeart/2005/8/quickstyle/simple1" qsCatId="simple" csTypeId="urn:microsoft.com/office/officeart/2005/8/colors/colorful1" csCatId="colorful" phldr="1"/>
      <dgm:spPr/>
      <dgm:t>
        <a:bodyPr/>
        <a:lstStyle/>
        <a:p>
          <a:endParaRPr lang="en-SG"/>
        </a:p>
      </dgm:t>
    </dgm:pt>
    <dgm:pt modelId="{810225C8-8219-4E4B-9CFF-D4A9D05C51D9}">
      <dgm:prSet phldrT="[Text]"/>
      <dgm:spPr/>
      <dgm:t>
        <a:bodyPr/>
        <a:lstStyle/>
        <a:p>
          <a:r>
            <a:rPr lang="en-GB" dirty="0"/>
            <a:t>China</a:t>
          </a:r>
        </a:p>
        <a:p>
          <a:r>
            <a:rPr lang="en-GB" dirty="0"/>
            <a:t>Inflation of 5% driving up wages  </a:t>
          </a:r>
          <a:endParaRPr lang="en-SG" dirty="0"/>
        </a:p>
      </dgm:t>
    </dgm:pt>
    <dgm:pt modelId="{684BA68B-234C-4A2B-875A-25C362DB4097}" type="parTrans" cxnId="{395C3DA1-F590-4B21-BFE5-3C5C0E0A5569}">
      <dgm:prSet/>
      <dgm:spPr/>
      <dgm:t>
        <a:bodyPr/>
        <a:lstStyle/>
        <a:p>
          <a:endParaRPr lang="en-SG"/>
        </a:p>
      </dgm:t>
    </dgm:pt>
    <dgm:pt modelId="{B6B23350-7F1E-4E7C-BF25-928A0A1BCBAF}" type="sibTrans" cxnId="{395C3DA1-F590-4B21-BFE5-3C5C0E0A5569}">
      <dgm:prSet/>
      <dgm:spPr/>
      <dgm:t>
        <a:bodyPr/>
        <a:lstStyle/>
        <a:p>
          <a:endParaRPr lang="en-SG"/>
        </a:p>
      </dgm:t>
    </dgm:pt>
    <dgm:pt modelId="{AD03B1D2-8BF9-4DBF-8D24-A91DAD7452A5}">
      <dgm:prSet phldrT="[Text]"/>
      <dgm:spPr/>
      <dgm:t>
        <a:bodyPr/>
        <a:lstStyle/>
        <a:p>
          <a:r>
            <a:rPr lang="en-GB" dirty="0"/>
            <a:t>a. Country A (USA) $50 X</a:t>
          </a:r>
          <a:r>
            <a:rPr lang="en-GB" dirty="0">
              <a:solidFill>
                <a:srgbClr val="FF0000"/>
              </a:solidFill>
            </a:rPr>
            <a:t>1.5</a:t>
          </a:r>
          <a:r>
            <a:rPr lang="en-GB" dirty="0"/>
            <a:t> = $65 </a:t>
          </a:r>
          <a:endParaRPr lang="en-SG" dirty="0"/>
        </a:p>
      </dgm:t>
    </dgm:pt>
    <dgm:pt modelId="{957999C2-3B95-4A06-911D-BCF9007B9D27}" type="parTrans" cxnId="{2AA8E4AE-7965-4AEB-A8FD-ED04F58F1B31}">
      <dgm:prSet/>
      <dgm:spPr/>
      <dgm:t>
        <a:bodyPr/>
        <a:lstStyle/>
        <a:p>
          <a:endParaRPr lang="en-SG"/>
        </a:p>
      </dgm:t>
    </dgm:pt>
    <dgm:pt modelId="{D79FC710-4A77-4684-8724-E4C2E5DA3299}" type="sibTrans" cxnId="{2AA8E4AE-7965-4AEB-A8FD-ED04F58F1B31}">
      <dgm:prSet/>
      <dgm:spPr/>
      <dgm:t>
        <a:bodyPr/>
        <a:lstStyle/>
        <a:p>
          <a:endParaRPr lang="en-SG"/>
        </a:p>
      </dgm:t>
    </dgm:pt>
    <dgm:pt modelId="{E7E39EE7-CF26-4E5D-B8E9-7CCC1AAE0AE0}">
      <dgm:prSet phldrT="[Text]"/>
      <dgm:spPr/>
      <dgm:t>
        <a:bodyPr/>
        <a:lstStyle/>
        <a:p>
          <a:r>
            <a:rPr lang="en-GB" dirty="0"/>
            <a:t>Country B (Germany : $22) </a:t>
          </a:r>
          <a:endParaRPr lang="en-SG" dirty="0"/>
        </a:p>
      </dgm:t>
    </dgm:pt>
    <dgm:pt modelId="{E8AFA126-AAB0-4441-ACE1-DD475FCF80D0}" type="parTrans" cxnId="{186C8B7F-EE32-42B8-8086-9DDFE74041B8}">
      <dgm:prSet/>
      <dgm:spPr/>
      <dgm:t>
        <a:bodyPr/>
        <a:lstStyle/>
        <a:p>
          <a:endParaRPr lang="en-SG"/>
        </a:p>
      </dgm:t>
    </dgm:pt>
    <dgm:pt modelId="{3A416008-FFB4-416D-80F8-11156A72CC6B}" type="sibTrans" cxnId="{186C8B7F-EE32-42B8-8086-9DDFE74041B8}">
      <dgm:prSet/>
      <dgm:spPr/>
      <dgm:t>
        <a:bodyPr/>
        <a:lstStyle/>
        <a:p>
          <a:endParaRPr lang="en-SG"/>
        </a:p>
      </dgm:t>
    </dgm:pt>
    <dgm:pt modelId="{A09316C5-D592-4DA9-9DAA-A52F0B295146}">
      <dgm:prSet phldrT="[Text]"/>
      <dgm:spPr/>
      <dgm:t>
        <a:bodyPr/>
        <a:lstStyle/>
        <a:p>
          <a:r>
            <a:rPr lang="en-GB" dirty="0"/>
            <a:t>b. Country C (</a:t>
          </a:r>
          <a:r>
            <a:rPr lang="en-GB" strike="sngStrike" dirty="0"/>
            <a:t>Japan</a:t>
          </a:r>
          <a:r>
            <a:rPr lang="en-GB" dirty="0"/>
            <a:t>  SG: $80</a:t>
          </a:r>
          <a:endParaRPr lang="en-SG" dirty="0"/>
        </a:p>
      </dgm:t>
    </dgm:pt>
    <dgm:pt modelId="{E097E4F6-1E73-439F-AB9F-5E2DDBCBA00D}" type="parTrans" cxnId="{A6B11352-23B5-47F2-A2B1-08B798441F71}">
      <dgm:prSet/>
      <dgm:spPr/>
      <dgm:t>
        <a:bodyPr/>
        <a:lstStyle/>
        <a:p>
          <a:endParaRPr lang="en-SG"/>
        </a:p>
      </dgm:t>
    </dgm:pt>
    <dgm:pt modelId="{21E1B12E-263A-4266-9AAD-15C1F26B3828}" type="sibTrans" cxnId="{A6B11352-23B5-47F2-A2B1-08B798441F71}">
      <dgm:prSet/>
      <dgm:spPr/>
      <dgm:t>
        <a:bodyPr/>
        <a:lstStyle/>
        <a:p>
          <a:endParaRPr lang="en-SG"/>
        </a:p>
      </dgm:t>
    </dgm:pt>
    <dgm:pt modelId="{9E450CCD-DA18-407D-A2F4-CDF70F884038}">
      <dgm:prSet phldrT="[Text]"/>
      <dgm:spPr/>
      <dgm:t>
        <a:bodyPr/>
        <a:lstStyle/>
        <a:p>
          <a:r>
            <a:rPr lang="en-GB" dirty="0"/>
            <a:t>c. Country D </a:t>
          </a:r>
        </a:p>
        <a:p>
          <a:r>
            <a:rPr lang="en-GB" dirty="0"/>
            <a:t>(Korea $50 X 1.2) =$60</a:t>
          </a:r>
          <a:endParaRPr lang="en-SG" dirty="0"/>
        </a:p>
      </dgm:t>
    </dgm:pt>
    <dgm:pt modelId="{8F308CCC-7CFC-447E-82AE-F9B8E13F7AC8}" type="parTrans" cxnId="{31208938-B8B5-4245-BB41-F1E78A7FB308}">
      <dgm:prSet/>
      <dgm:spPr/>
      <dgm:t>
        <a:bodyPr/>
        <a:lstStyle/>
        <a:p>
          <a:endParaRPr lang="en-SG"/>
        </a:p>
      </dgm:t>
    </dgm:pt>
    <dgm:pt modelId="{4B7AE0F2-D82E-4E07-8098-8A1B3B20071D}" type="sibTrans" cxnId="{31208938-B8B5-4245-BB41-F1E78A7FB308}">
      <dgm:prSet/>
      <dgm:spPr/>
      <dgm:t>
        <a:bodyPr/>
        <a:lstStyle/>
        <a:p>
          <a:endParaRPr lang="en-SG"/>
        </a:p>
      </dgm:t>
    </dgm:pt>
    <dgm:pt modelId="{DE7F6106-B207-4C6F-8803-FCFBCF8E615E}" type="pres">
      <dgm:prSet presAssocID="{21F8544C-E5B7-4935-B14A-D4CDE1F33BB8}" presName="Name0" presStyleCnt="0">
        <dgm:presLayoutVars>
          <dgm:chMax/>
          <dgm:chPref val="1"/>
          <dgm:dir/>
          <dgm:animOne val="branch"/>
          <dgm:animLvl val="lvl"/>
          <dgm:resizeHandles/>
        </dgm:presLayoutVars>
      </dgm:prSet>
      <dgm:spPr/>
    </dgm:pt>
    <dgm:pt modelId="{A8592052-F033-4D1E-961B-ECA6452EC99E}" type="pres">
      <dgm:prSet presAssocID="{810225C8-8219-4E4B-9CFF-D4A9D05C51D9}" presName="composite" presStyleCnt="0"/>
      <dgm:spPr/>
    </dgm:pt>
    <dgm:pt modelId="{32509012-9385-4C4D-AEEF-016F74045E01}" type="pres">
      <dgm:prSet presAssocID="{810225C8-8219-4E4B-9CFF-D4A9D05C51D9}" presName="ParentAccent1" presStyleLbl="alignNode1" presStyleIdx="0" presStyleCnt="42"/>
      <dgm:spPr/>
    </dgm:pt>
    <dgm:pt modelId="{4061F0B5-DA2F-429F-9ACB-9F97A5134A4E}" type="pres">
      <dgm:prSet presAssocID="{810225C8-8219-4E4B-9CFF-D4A9D05C51D9}" presName="ParentAccent2" presStyleLbl="alignNode1" presStyleIdx="1" presStyleCnt="42"/>
      <dgm:spPr/>
    </dgm:pt>
    <dgm:pt modelId="{80D4600D-E0F2-4AA0-A64B-61AC5DB93C0B}" type="pres">
      <dgm:prSet presAssocID="{810225C8-8219-4E4B-9CFF-D4A9D05C51D9}" presName="ParentAccent3" presStyleLbl="alignNode1" presStyleIdx="2" presStyleCnt="42"/>
      <dgm:spPr/>
    </dgm:pt>
    <dgm:pt modelId="{C25B1890-1EAF-4D8F-9E60-B0F2125A4CD8}" type="pres">
      <dgm:prSet presAssocID="{810225C8-8219-4E4B-9CFF-D4A9D05C51D9}" presName="ParentAccent4" presStyleLbl="alignNode1" presStyleIdx="3" presStyleCnt="42"/>
      <dgm:spPr/>
    </dgm:pt>
    <dgm:pt modelId="{B8A6B255-3E98-4B9F-BCBF-BE493489329F}" type="pres">
      <dgm:prSet presAssocID="{810225C8-8219-4E4B-9CFF-D4A9D05C51D9}" presName="ParentAccent5" presStyleLbl="alignNode1" presStyleIdx="4" presStyleCnt="42"/>
      <dgm:spPr/>
    </dgm:pt>
    <dgm:pt modelId="{E9E0EE92-30F4-44DD-98DA-AF8B92BBCF2A}" type="pres">
      <dgm:prSet presAssocID="{810225C8-8219-4E4B-9CFF-D4A9D05C51D9}" presName="ParentAccent6" presStyleLbl="alignNode1" presStyleIdx="5" presStyleCnt="42"/>
      <dgm:spPr/>
    </dgm:pt>
    <dgm:pt modelId="{4AAB1206-6976-484B-B9C2-D08AA24EFC68}" type="pres">
      <dgm:prSet presAssocID="{810225C8-8219-4E4B-9CFF-D4A9D05C51D9}" presName="ParentAccent7" presStyleLbl="alignNode1" presStyleIdx="6" presStyleCnt="42"/>
      <dgm:spPr/>
    </dgm:pt>
    <dgm:pt modelId="{FE3DA22F-AE64-4AC3-9617-8A1D305ED35A}" type="pres">
      <dgm:prSet presAssocID="{810225C8-8219-4E4B-9CFF-D4A9D05C51D9}" presName="ParentAccent8" presStyleLbl="alignNode1" presStyleIdx="7" presStyleCnt="42"/>
      <dgm:spPr/>
    </dgm:pt>
    <dgm:pt modelId="{178456B1-8500-4EF0-8CDC-28CE6140A8E7}" type="pres">
      <dgm:prSet presAssocID="{810225C8-8219-4E4B-9CFF-D4A9D05C51D9}" presName="ParentAccent9" presStyleLbl="alignNode1" presStyleIdx="8" presStyleCnt="42"/>
      <dgm:spPr/>
    </dgm:pt>
    <dgm:pt modelId="{AB445617-FFF2-4E58-BCD0-4E113B4A3BEF}" type="pres">
      <dgm:prSet presAssocID="{810225C8-8219-4E4B-9CFF-D4A9D05C51D9}" presName="ParentAccent10" presStyleLbl="alignNode1" presStyleIdx="9" presStyleCnt="42"/>
      <dgm:spPr/>
    </dgm:pt>
    <dgm:pt modelId="{618D944E-FA54-43A9-92FF-5230EA9A0FB0}" type="pres">
      <dgm:prSet presAssocID="{810225C8-8219-4E4B-9CFF-D4A9D05C51D9}" presName="Parent" presStyleLbl="alignNode1" presStyleIdx="10" presStyleCnt="42">
        <dgm:presLayoutVars>
          <dgm:chMax val="5"/>
          <dgm:chPref val="3"/>
          <dgm:bulletEnabled val="1"/>
        </dgm:presLayoutVars>
      </dgm:prSet>
      <dgm:spPr/>
    </dgm:pt>
    <dgm:pt modelId="{7FA2A8C0-D387-47ED-90B5-AAA25201E396}" type="pres">
      <dgm:prSet presAssocID="{AD03B1D2-8BF9-4DBF-8D24-A91DAD7452A5}" presName="Child1Accent1" presStyleLbl="alignNode1" presStyleIdx="11" presStyleCnt="42"/>
      <dgm:spPr/>
    </dgm:pt>
    <dgm:pt modelId="{C9516957-8E2D-44D8-B00C-A075924A985E}" type="pres">
      <dgm:prSet presAssocID="{AD03B1D2-8BF9-4DBF-8D24-A91DAD7452A5}" presName="Child1Accent2" presStyleLbl="alignNode1" presStyleIdx="12" presStyleCnt="42"/>
      <dgm:spPr/>
    </dgm:pt>
    <dgm:pt modelId="{7137AE72-10C0-4FD4-A946-86851AA0CA0D}" type="pres">
      <dgm:prSet presAssocID="{AD03B1D2-8BF9-4DBF-8D24-A91DAD7452A5}" presName="Child1Accent3" presStyleLbl="alignNode1" presStyleIdx="13" presStyleCnt="42"/>
      <dgm:spPr/>
    </dgm:pt>
    <dgm:pt modelId="{63280E5A-4EFC-4C85-8DDD-9A3713064FB8}" type="pres">
      <dgm:prSet presAssocID="{AD03B1D2-8BF9-4DBF-8D24-A91DAD7452A5}" presName="Child1Accent4" presStyleLbl="alignNode1" presStyleIdx="14" presStyleCnt="42"/>
      <dgm:spPr/>
    </dgm:pt>
    <dgm:pt modelId="{C6766C5A-5D73-4487-B5CC-D2768077D8B8}" type="pres">
      <dgm:prSet presAssocID="{AD03B1D2-8BF9-4DBF-8D24-A91DAD7452A5}" presName="Child1Accent5" presStyleLbl="alignNode1" presStyleIdx="15" presStyleCnt="42"/>
      <dgm:spPr/>
    </dgm:pt>
    <dgm:pt modelId="{14A545D4-E025-4C0F-85B2-FA36476F7AE3}" type="pres">
      <dgm:prSet presAssocID="{AD03B1D2-8BF9-4DBF-8D24-A91DAD7452A5}" presName="Child1Accent6" presStyleLbl="alignNode1" presStyleIdx="16" presStyleCnt="42"/>
      <dgm:spPr/>
    </dgm:pt>
    <dgm:pt modelId="{195FE884-AB8B-49D8-AF6A-AF55A4AADE76}" type="pres">
      <dgm:prSet presAssocID="{AD03B1D2-8BF9-4DBF-8D24-A91DAD7452A5}" presName="Child1Accent7" presStyleLbl="alignNode1" presStyleIdx="17" presStyleCnt="42"/>
      <dgm:spPr/>
    </dgm:pt>
    <dgm:pt modelId="{9EF28072-0B6E-4041-9459-AFF185ED6739}" type="pres">
      <dgm:prSet presAssocID="{AD03B1D2-8BF9-4DBF-8D24-A91DAD7452A5}" presName="Child1Accent8" presStyleLbl="alignNode1" presStyleIdx="18" presStyleCnt="42"/>
      <dgm:spPr/>
    </dgm:pt>
    <dgm:pt modelId="{039AA80E-48D8-473F-8B16-D2E9F85563B1}" type="pres">
      <dgm:prSet presAssocID="{AD03B1D2-8BF9-4DBF-8D24-A91DAD7452A5}" presName="Child1Accent9" presStyleLbl="alignNode1" presStyleIdx="19" presStyleCnt="42"/>
      <dgm:spPr/>
    </dgm:pt>
    <dgm:pt modelId="{9FE07026-2D01-41EB-8C93-DCABAE7A1330}" type="pres">
      <dgm:prSet presAssocID="{AD03B1D2-8BF9-4DBF-8D24-A91DAD7452A5}" presName="Child1" presStyleLbl="revTx" presStyleIdx="0" presStyleCnt="4" custLinFactNeighborX="1564" custLinFactNeighborY="-4878">
        <dgm:presLayoutVars>
          <dgm:chMax/>
          <dgm:chPref val="0"/>
          <dgm:bulletEnabled val="1"/>
        </dgm:presLayoutVars>
      </dgm:prSet>
      <dgm:spPr/>
    </dgm:pt>
    <dgm:pt modelId="{A80B9611-1E95-427F-BC91-ECA4DCB36A6A}" type="pres">
      <dgm:prSet presAssocID="{E7E39EE7-CF26-4E5D-B8E9-7CCC1AAE0AE0}" presName="Child2Accent1" presStyleLbl="alignNode1" presStyleIdx="20" presStyleCnt="42"/>
      <dgm:spPr/>
    </dgm:pt>
    <dgm:pt modelId="{31F689A4-4DEB-4C0C-B0AF-5713C6AF6BB9}" type="pres">
      <dgm:prSet presAssocID="{E7E39EE7-CF26-4E5D-B8E9-7CCC1AAE0AE0}" presName="Child2Accent2" presStyleLbl="alignNode1" presStyleIdx="21" presStyleCnt="42"/>
      <dgm:spPr/>
    </dgm:pt>
    <dgm:pt modelId="{42C057E4-C195-42DC-BBE1-48E522998E37}" type="pres">
      <dgm:prSet presAssocID="{E7E39EE7-CF26-4E5D-B8E9-7CCC1AAE0AE0}" presName="Child2Accent3" presStyleLbl="alignNode1" presStyleIdx="22" presStyleCnt="42"/>
      <dgm:spPr/>
    </dgm:pt>
    <dgm:pt modelId="{1E62CA8E-429A-4C90-9420-893E72986B4D}" type="pres">
      <dgm:prSet presAssocID="{E7E39EE7-CF26-4E5D-B8E9-7CCC1AAE0AE0}" presName="Child2Accent4" presStyleLbl="alignNode1" presStyleIdx="23" presStyleCnt="42"/>
      <dgm:spPr/>
    </dgm:pt>
    <dgm:pt modelId="{C916BFE7-6FEF-4499-A21E-5DF9DDB3EA02}" type="pres">
      <dgm:prSet presAssocID="{E7E39EE7-CF26-4E5D-B8E9-7CCC1AAE0AE0}" presName="Child2Accent5" presStyleLbl="alignNode1" presStyleIdx="24" presStyleCnt="42"/>
      <dgm:spPr/>
    </dgm:pt>
    <dgm:pt modelId="{06176A78-3B14-43EA-B0BC-5279FFDA1D90}" type="pres">
      <dgm:prSet presAssocID="{E7E39EE7-CF26-4E5D-B8E9-7CCC1AAE0AE0}" presName="Child2Accent6" presStyleLbl="alignNode1" presStyleIdx="25" presStyleCnt="42"/>
      <dgm:spPr/>
    </dgm:pt>
    <dgm:pt modelId="{9EA09C39-E81E-4D2A-9AC0-F548E57D55A5}" type="pres">
      <dgm:prSet presAssocID="{E7E39EE7-CF26-4E5D-B8E9-7CCC1AAE0AE0}" presName="Child2Accent7" presStyleLbl="alignNode1" presStyleIdx="26" presStyleCnt="42"/>
      <dgm:spPr/>
    </dgm:pt>
    <dgm:pt modelId="{DED6C2A6-137B-4080-AF49-CB9427EA41D0}" type="pres">
      <dgm:prSet presAssocID="{E7E39EE7-CF26-4E5D-B8E9-7CCC1AAE0AE0}" presName="Child2" presStyleLbl="revTx" presStyleIdx="1" presStyleCnt="4" custScaleX="148066" custScaleY="114352" custLinFactNeighborX="20859" custLinFactNeighborY="-2876">
        <dgm:presLayoutVars>
          <dgm:chMax/>
          <dgm:chPref val="0"/>
          <dgm:bulletEnabled val="1"/>
        </dgm:presLayoutVars>
      </dgm:prSet>
      <dgm:spPr/>
    </dgm:pt>
    <dgm:pt modelId="{46801BBB-D836-4826-AEB7-96C2C3D9012E}" type="pres">
      <dgm:prSet presAssocID="{A09316C5-D592-4DA9-9DAA-A52F0B295146}" presName="Child3Accent1" presStyleLbl="alignNode1" presStyleIdx="27" presStyleCnt="42"/>
      <dgm:spPr/>
    </dgm:pt>
    <dgm:pt modelId="{74270C96-D08F-4C3E-B7AF-78BC63B564F6}" type="pres">
      <dgm:prSet presAssocID="{A09316C5-D592-4DA9-9DAA-A52F0B295146}" presName="Child3Accent2" presStyleLbl="alignNode1" presStyleIdx="28" presStyleCnt="42"/>
      <dgm:spPr/>
    </dgm:pt>
    <dgm:pt modelId="{51A0ADB4-EAED-48C5-A91F-0DFF033E2435}" type="pres">
      <dgm:prSet presAssocID="{A09316C5-D592-4DA9-9DAA-A52F0B295146}" presName="Child3Accent3" presStyleLbl="alignNode1" presStyleIdx="29" presStyleCnt="42"/>
      <dgm:spPr/>
    </dgm:pt>
    <dgm:pt modelId="{EA215CEB-E0AB-40F5-9E5A-75A69A70970A}" type="pres">
      <dgm:prSet presAssocID="{A09316C5-D592-4DA9-9DAA-A52F0B295146}" presName="Child3Accent4" presStyleLbl="alignNode1" presStyleIdx="30" presStyleCnt="42"/>
      <dgm:spPr/>
    </dgm:pt>
    <dgm:pt modelId="{8403312B-1EB4-44F4-813D-DCC2414E9207}" type="pres">
      <dgm:prSet presAssocID="{A09316C5-D592-4DA9-9DAA-A52F0B295146}" presName="Child3Accent5" presStyleLbl="alignNode1" presStyleIdx="31" presStyleCnt="42"/>
      <dgm:spPr/>
    </dgm:pt>
    <dgm:pt modelId="{E9679907-4A5F-4CA8-B4FD-35EBCD48086F}" type="pres">
      <dgm:prSet presAssocID="{A09316C5-D592-4DA9-9DAA-A52F0B295146}" presName="Child3Accent6" presStyleLbl="alignNode1" presStyleIdx="32" presStyleCnt="42"/>
      <dgm:spPr/>
    </dgm:pt>
    <dgm:pt modelId="{002220E1-82A3-43B1-B0E3-EBA584FAAC23}" type="pres">
      <dgm:prSet presAssocID="{A09316C5-D592-4DA9-9DAA-A52F0B295146}" presName="Child3Accent7" presStyleLbl="alignNode1" presStyleIdx="33" presStyleCnt="42"/>
      <dgm:spPr/>
    </dgm:pt>
    <dgm:pt modelId="{22EAF7FA-B782-4547-9E88-4E050789E5BF}" type="pres">
      <dgm:prSet presAssocID="{A09316C5-D592-4DA9-9DAA-A52F0B295146}" presName="Child3" presStyleLbl="revTx" presStyleIdx="2" presStyleCnt="4">
        <dgm:presLayoutVars>
          <dgm:chMax/>
          <dgm:chPref val="0"/>
          <dgm:bulletEnabled val="1"/>
        </dgm:presLayoutVars>
      </dgm:prSet>
      <dgm:spPr/>
    </dgm:pt>
    <dgm:pt modelId="{AA1D8544-E3DD-4437-B199-F8029BAB5B66}" type="pres">
      <dgm:prSet presAssocID="{9E450CCD-DA18-407D-A2F4-CDF70F884038}" presName="Child4Accent1" presStyleLbl="alignNode1" presStyleIdx="34" presStyleCnt="42"/>
      <dgm:spPr/>
    </dgm:pt>
    <dgm:pt modelId="{70835445-3B69-4439-9A6F-C3171E0DCF19}" type="pres">
      <dgm:prSet presAssocID="{9E450CCD-DA18-407D-A2F4-CDF70F884038}" presName="Child4Accent2" presStyleLbl="alignNode1" presStyleIdx="35" presStyleCnt="42"/>
      <dgm:spPr/>
    </dgm:pt>
    <dgm:pt modelId="{9898633B-2EB7-4E9A-AAA1-5E4153D1F2E4}" type="pres">
      <dgm:prSet presAssocID="{9E450CCD-DA18-407D-A2F4-CDF70F884038}" presName="Child4Accent3" presStyleLbl="alignNode1" presStyleIdx="36" presStyleCnt="42"/>
      <dgm:spPr/>
    </dgm:pt>
    <dgm:pt modelId="{EA2418BF-FFD5-44B9-9DC5-6C112A8601A0}" type="pres">
      <dgm:prSet presAssocID="{9E450CCD-DA18-407D-A2F4-CDF70F884038}" presName="Child4Accent4" presStyleLbl="alignNode1" presStyleIdx="37" presStyleCnt="42"/>
      <dgm:spPr/>
    </dgm:pt>
    <dgm:pt modelId="{F07F0A76-3FFD-4D0D-A3FA-C8B81EF2694A}" type="pres">
      <dgm:prSet presAssocID="{9E450CCD-DA18-407D-A2F4-CDF70F884038}" presName="Child4Accent5" presStyleLbl="alignNode1" presStyleIdx="38" presStyleCnt="42"/>
      <dgm:spPr/>
    </dgm:pt>
    <dgm:pt modelId="{3921D1B2-EB4C-408A-B88D-001C2AAA7760}" type="pres">
      <dgm:prSet presAssocID="{9E450CCD-DA18-407D-A2F4-CDF70F884038}" presName="Child4Accent6" presStyleLbl="alignNode1" presStyleIdx="39" presStyleCnt="42"/>
      <dgm:spPr/>
    </dgm:pt>
    <dgm:pt modelId="{42E6A6DF-1B1D-4F19-B115-FD77F6459D98}" type="pres">
      <dgm:prSet presAssocID="{9E450CCD-DA18-407D-A2F4-CDF70F884038}" presName="Child4Accent7" presStyleLbl="alignNode1" presStyleIdx="40" presStyleCnt="42"/>
      <dgm:spPr/>
    </dgm:pt>
    <dgm:pt modelId="{0795FD1E-DBD4-4602-ACEA-543D43DC35D9}" type="pres">
      <dgm:prSet presAssocID="{9E450CCD-DA18-407D-A2F4-CDF70F884038}" presName="Child4Accent8" presStyleLbl="alignNode1" presStyleIdx="41" presStyleCnt="42"/>
      <dgm:spPr/>
    </dgm:pt>
    <dgm:pt modelId="{273D0C5F-ED39-4176-9351-7D424E7235A4}" type="pres">
      <dgm:prSet presAssocID="{9E450CCD-DA18-407D-A2F4-CDF70F884038}" presName="Child4" presStyleLbl="revTx" presStyleIdx="3" presStyleCnt="4">
        <dgm:presLayoutVars>
          <dgm:chMax/>
          <dgm:chPref val="0"/>
          <dgm:bulletEnabled val="1"/>
        </dgm:presLayoutVars>
      </dgm:prSet>
      <dgm:spPr/>
    </dgm:pt>
  </dgm:ptLst>
  <dgm:cxnLst>
    <dgm:cxn modelId="{40AACC06-9E0A-4F7A-9AB7-98E6AAEEBFA1}" type="presOf" srcId="{810225C8-8219-4E4B-9CFF-D4A9D05C51D9}" destId="{618D944E-FA54-43A9-92FF-5230EA9A0FB0}" srcOrd="0" destOrd="0" presId="urn:microsoft.com/office/officeart/2011/layout/ConvergingText"/>
    <dgm:cxn modelId="{E1068522-543F-4A8A-BCD9-792616572A85}" type="presOf" srcId="{A09316C5-D592-4DA9-9DAA-A52F0B295146}" destId="{22EAF7FA-B782-4547-9E88-4E050789E5BF}" srcOrd="0" destOrd="0" presId="urn:microsoft.com/office/officeart/2011/layout/ConvergingText"/>
    <dgm:cxn modelId="{31208938-B8B5-4245-BB41-F1E78A7FB308}" srcId="{810225C8-8219-4E4B-9CFF-D4A9D05C51D9}" destId="{9E450CCD-DA18-407D-A2F4-CDF70F884038}" srcOrd="3" destOrd="0" parTransId="{8F308CCC-7CFC-447E-82AE-F9B8E13F7AC8}" sibTransId="{4B7AE0F2-D82E-4E07-8098-8A1B3B20071D}"/>
    <dgm:cxn modelId="{A6B11352-23B5-47F2-A2B1-08B798441F71}" srcId="{810225C8-8219-4E4B-9CFF-D4A9D05C51D9}" destId="{A09316C5-D592-4DA9-9DAA-A52F0B295146}" srcOrd="2" destOrd="0" parTransId="{E097E4F6-1E73-439F-AB9F-5E2DDBCBA00D}" sibTransId="{21E1B12E-263A-4266-9AAD-15C1F26B3828}"/>
    <dgm:cxn modelId="{186C8B7F-EE32-42B8-8086-9DDFE74041B8}" srcId="{810225C8-8219-4E4B-9CFF-D4A9D05C51D9}" destId="{E7E39EE7-CF26-4E5D-B8E9-7CCC1AAE0AE0}" srcOrd="1" destOrd="0" parTransId="{E8AFA126-AAB0-4441-ACE1-DD475FCF80D0}" sibTransId="{3A416008-FFB4-416D-80F8-11156A72CC6B}"/>
    <dgm:cxn modelId="{62FB1791-BED5-435F-B764-6BF343DE73E3}" type="presOf" srcId="{E7E39EE7-CF26-4E5D-B8E9-7CCC1AAE0AE0}" destId="{DED6C2A6-137B-4080-AF49-CB9427EA41D0}" srcOrd="0" destOrd="0" presId="urn:microsoft.com/office/officeart/2011/layout/ConvergingText"/>
    <dgm:cxn modelId="{395C3DA1-F590-4B21-BFE5-3C5C0E0A5569}" srcId="{21F8544C-E5B7-4935-B14A-D4CDE1F33BB8}" destId="{810225C8-8219-4E4B-9CFF-D4A9D05C51D9}" srcOrd="0" destOrd="0" parTransId="{684BA68B-234C-4A2B-875A-25C362DB4097}" sibTransId="{B6B23350-7F1E-4E7C-BF25-928A0A1BCBAF}"/>
    <dgm:cxn modelId="{2AA8E4AE-7965-4AEB-A8FD-ED04F58F1B31}" srcId="{810225C8-8219-4E4B-9CFF-D4A9D05C51D9}" destId="{AD03B1D2-8BF9-4DBF-8D24-A91DAD7452A5}" srcOrd="0" destOrd="0" parTransId="{957999C2-3B95-4A06-911D-BCF9007B9D27}" sibTransId="{D79FC710-4A77-4684-8724-E4C2E5DA3299}"/>
    <dgm:cxn modelId="{74CD40D9-998A-45ED-91BD-B6E35C46C006}" type="presOf" srcId="{21F8544C-E5B7-4935-B14A-D4CDE1F33BB8}" destId="{DE7F6106-B207-4C6F-8803-FCFBCF8E615E}" srcOrd="0" destOrd="0" presId="urn:microsoft.com/office/officeart/2011/layout/ConvergingText"/>
    <dgm:cxn modelId="{4F1C71E5-063D-4BE2-B092-C3F652B0ECFC}" type="presOf" srcId="{9E450CCD-DA18-407D-A2F4-CDF70F884038}" destId="{273D0C5F-ED39-4176-9351-7D424E7235A4}" srcOrd="0" destOrd="0" presId="urn:microsoft.com/office/officeart/2011/layout/ConvergingText"/>
    <dgm:cxn modelId="{8C59F5F7-0199-4D71-AC28-F1F787C7B317}" type="presOf" srcId="{AD03B1D2-8BF9-4DBF-8D24-A91DAD7452A5}" destId="{9FE07026-2D01-41EB-8C93-DCABAE7A1330}" srcOrd="0" destOrd="0" presId="urn:microsoft.com/office/officeart/2011/layout/ConvergingText"/>
    <dgm:cxn modelId="{846E82A6-92C7-48FD-A623-27DE4BCE0E3D}" type="presParOf" srcId="{DE7F6106-B207-4C6F-8803-FCFBCF8E615E}" destId="{A8592052-F033-4D1E-961B-ECA6452EC99E}" srcOrd="0" destOrd="0" presId="urn:microsoft.com/office/officeart/2011/layout/ConvergingText"/>
    <dgm:cxn modelId="{57D6EAC4-E95B-4D74-9FA3-0B2B11EC0A86}" type="presParOf" srcId="{A8592052-F033-4D1E-961B-ECA6452EC99E}" destId="{32509012-9385-4C4D-AEEF-016F74045E01}" srcOrd="0" destOrd="0" presId="urn:microsoft.com/office/officeart/2011/layout/ConvergingText"/>
    <dgm:cxn modelId="{8DBEEB21-DC5E-4B97-965B-124C50DF0A39}" type="presParOf" srcId="{A8592052-F033-4D1E-961B-ECA6452EC99E}" destId="{4061F0B5-DA2F-429F-9ACB-9F97A5134A4E}" srcOrd="1" destOrd="0" presId="urn:microsoft.com/office/officeart/2011/layout/ConvergingText"/>
    <dgm:cxn modelId="{753D14C4-CDBA-4C9E-BA39-5E610899FB2E}" type="presParOf" srcId="{A8592052-F033-4D1E-961B-ECA6452EC99E}" destId="{80D4600D-E0F2-4AA0-A64B-61AC5DB93C0B}" srcOrd="2" destOrd="0" presId="urn:microsoft.com/office/officeart/2011/layout/ConvergingText"/>
    <dgm:cxn modelId="{41C48D4F-200D-4224-811B-71E08E8F3C95}" type="presParOf" srcId="{A8592052-F033-4D1E-961B-ECA6452EC99E}" destId="{C25B1890-1EAF-4D8F-9E60-B0F2125A4CD8}" srcOrd="3" destOrd="0" presId="urn:microsoft.com/office/officeart/2011/layout/ConvergingText"/>
    <dgm:cxn modelId="{9BDC7118-284B-4037-B3A1-AA62FC3601DE}" type="presParOf" srcId="{A8592052-F033-4D1E-961B-ECA6452EC99E}" destId="{B8A6B255-3E98-4B9F-BCBF-BE493489329F}" srcOrd="4" destOrd="0" presId="urn:microsoft.com/office/officeart/2011/layout/ConvergingText"/>
    <dgm:cxn modelId="{BB604C94-AF74-446E-A48B-B570A79F5696}" type="presParOf" srcId="{A8592052-F033-4D1E-961B-ECA6452EC99E}" destId="{E9E0EE92-30F4-44DD-98DA-AF8B92BBCF2A}" srcOrd="5" destOrd="0" presId="urn:microsoft.com/office/officeart/2011/layout/ConvergingText"/>
    <dgm:cxn modelId="{ABCC9D9E-3ADF-4D6B-9323-F2F081D45526}" type="presParOf" srcId="{A8592052-F033-4D1E-961B-ECA6452EC99E}" destId="{4AAB1206-6976-484B-B9C2-D08AA24EFC68}" srcOrd="6" destOrd="0" presId="urn:microsoft.com/office/officeart/2011/layout/ConvergingText"/>
    <dgm:cxn modelId="{A77B662F-DC80-4D51-B654-8EF73D529E2F}" type="presParOf" srcId="{A8592052-F033-4D1E-961B-ECA6452EC99E}" destId="{FE3DA22F-AE64-4AC3-9617-8A1D305ED35A}" srcOrd="7" destOrd="0" presId="urn:microsoft.com/office/officeart/2011/layout/ConvergingText"/>
    <dgm:cxn modelId="{83661C0B-DE5E-43F8-BBFB-D2668A803BA1}" type="presParOf" srcId="{A8592052-F033-4D1E-961B-ECA6452EC99E}" destId="{178456B1-8500-4EF0-8CDC-28CE6140A8E7}" srcOrd="8" destOrd="0" presId="urn:microsoft.com/office/officeart/2011/layout/ConvergingText"/>
    <dgm:cxn modelId="{DEB21E9F-3991-4272-ABC4-5EF4112D95E7}" type="presParOf" srcId="{A8592052-F033-4D1E-961B-ECA6452EC99E}" destId="{AB445617-FFF2-4E58-BCD0-4E113B4A3BEF}" srcOrd="9" destOrd="0" presId="urn:microsoft.com/office/officeart/2011/layout/ConvergingText"/>
    <dgm:cxn modelId="{2FAE4F6B-FBAD-4C25-BAB1-EDC10E771AED}" type="presParOf" srcId="{A8592052-F033-4D1E-961B-ECA6452EC99E}" destId="{618D944E-FA54-43A9-92FF-5230EA9A0FB0}" srcOrd="10" destOrd="0" presId="urn:microsoft.com/office/officeart/2011/layout/ConvergingText"/>
    <dgm:cxn modelId="{68326B8C-0D38-4C4A-B148-1BB8AA92D5D7}" type="presParOf" srcId="{A8592052-F033-4D1E-961B-ECA6452EC99E}" destId="{7FA2A8C0-D387-47ED-90B5-AAA25201E396}" srcOrd="11" destOrd="0" presId="urn:microsoft.com/office/officeart/2011/layout/ConvergingText"/>
    <dgm:cxn modelId="{9F21ED6E-4FD1-4971-BEAD-09597B23C5E3}" type="presParOf" srcId="{A8592052-F033-4D1E-961B-ECA6452EC99E}" destId="{C9516957-8E2D-44D8-B00C-A075924A985E}" srcOrd="12" destOrd="0" presId="urn:microsoft.com/office/officeart/2011/layout/ConvergingText"/>
    <dgm:cxn modelId="{0E5475B3-0B6B-466A-8DFD-697F9332C7DA}" type="presParOf" srcId="{A8592052-F033-4D1E-961B-ECA6452EC99E}" destId="{7137AE72-10C0-4FD4-A946-86851AA0CA0D}" srcOrd="13" destOrd="0" presId="urn:microsoft.com/office/officeart/2011/layout/ConvergingText"/>
    <dgm:cxn modelId="{BFA6F173-5926-4379-A3A0-AD2C2111D9A4}" type="presParOf" srcId="{A8592052-F033-4D1E-961B-ECA6452EC99E}" destId="{63280E5A-4EFC-4C85-8DDD-9A3713064FB8}" srcOrd="14" destOrd="0" presId="urn:microsoft.com/office/officeart/2011/layout/ConvergingText"/>
    <dgm:cxn modelId="{9DAD446B-26F4-49C7-9B33-97847C2048F4}" type="presParOf" srcId="{A8592052-F033-4D1E-961B-ECA6452EC99E}" destId="{C6766C5A-5D73-4487-B5CC-D2768077D8B8}" srcOrd="15" destOrd="0" presId="urn:microsoft.com/office/officeart/2011/layout/ConvergingText"/>
    <dgm:cxn modelId="{64076E10-C744-40B5-B859-FCDF3716DB91}" type="presParOf" srcId="{A8592052-F033-4D1E-961B-ECA6452EC99E}" destId="{14A545D4-E025-4C0F-85B2-FA36476F7AE3}" srcOrd="16" destOrd="0" presId="urn:microsoft.com/office/officeart/2011/layout/ConvergingText"/>
    <dgm:cxn modelId="{7786B591-EFFD-458F-BE4C-C73D23DB9A36}" type="presParOf" srcId="{A8592052-F033-4D1E-961B-ECA6452EC99E}" destId="{195FE884-AB8B-49D8-AF6A-AF55A4AADE76}" srcOrd="17" destOrd="0" presId="urn:microsoft.com/office/officeart/2011/layout/ConvergingText"/>
    <dgm:cxn modelId="{2DD9A9E1-B922-48FA-AD07-DD89C2D8ADA4}" type="presParOf" srcId="{A8592052-F033-4D1E-961B-ECA6452EC99E}" destId="{9EF28072-0B6E-4041-9459-AFF185ED6739}" srcOrd="18" destOrd="0" presId="urn:microsoft.com/office/officeart/2011/layout/ConvergingText"/>
    <dgm:cxn modelId="{D9E3199F-A9FE-49CF-B427-C061F27E6B49}" type="presParOf" srcId="{A8592052-F033-4D1E-961B-ECA6452EC99E}" destId="{039AA80E-48D8-473F-8B16-D2E9F85563B1}" srcOrd="19" destOrd="0" presId="urn:microsoft.com/office/officeart/2011/layout/ConvergingText"/>
    <dgm:cxn modelId="{77384B4D-D38C-4979-8D41-BEB2F242F02B}" type="presParOf" srcId="{A8592052-F033-4D1E-961B-ECA6452EC99E}" destId="{9FE07026-2D01-41EB-8C93-DCABAE7A1330}" srcOrd="20" destOrd="0" presId="urn:microsoft.com/office/officeart/2011/layout/ConvergingText"/>
    <dgm:cxn modelId="{FCEDE13A-87CB-4F12-9515-0282830C3139}" type="presParOf" srcId="{A8592052-F033-4D1E-961B-ECA6452EC99E}" destId="{A80B9611-1E95-427F-BC91-ECA4DCB36A6A}" srcOrd="21" destOrd="0" presId="urn:microsoft.com/office/officeart/2011/layout/ConvergingText"/>
    <dgm:cxn modelId="{7E60CF8B-EDBD-46E0-A4F9-A2F9CE3BD7D5}" type="presParOf" srcId="{A8592052-F033-4D1E-961B-ECA6452EC99E}" destId="{31F689A4-4DEB-4C0C-B0AF-5713C6AF6BB9}" srcOrd="22" destOrd="0" presId="urn:microsoft.com/office/officeart/2011/layout/ConvergingText"/>
    <dgm:cxn modelId="{59A701C4-0089-48F7-A551-9E9AE447CF3D}" type="presParOf" srcId="{A8592052-F033-4D1E-961B-ECA6452EC99E}" destId="{42C057E4-C195-42DC-BBE1-48E522998E37}" srcOrd="23" destOrd="0" presId="urn:microsoft.com/office/officeart/2011/layout/ConvergingText"/>
    <dgm:cxn modelId="{9AB4E64D-826D-44B6-BBFA-CA22F3E65F27}" type="presParOf" srcId="{A8592052-F033-4D1E-961B-ECA6452EC99E}" destId="{1E62CA8E-429A-4C90-9420-893E72986B4D}" srcOrd="24" destOrd="0" presId="urn:microsoft.com/office/officeart/2011/layout/ConvergingText"/>
    <dgm:cxn modelId="{EDA99E64-6CA6-432A-9858-E865C47E87F6}" type="presParOf" srcId="{A8592052-F033-4D1E-961B-ECA6452EC99E}" destId="{C916BFE7-6FEF-4499-A21E-5DF9DDB3EA02}" srcOrd="25" destOrd="0" presId="urn:microsoft.com/office/officeart/2011/layout/ConvergingText"/>
    <dgm:cxn modelId="{C604BE1C-E882-45BA-B968-8C5110607A83}" type="presParOf" srcId="{A8592052-F033-4D1E-961B-ECA6452EC99E}" destId="{06176A78-3B14-43EA-B0BC-5279FFDA1D90}" srcOrd="26" destOrd="0" presId="urn:microsoft.com/office/officeart/2011/layout/ConvergingText"/>
    <dgm:cxn modelId="{C4719492-7C3B-4B44-B923-4807F384C86C}" type="presParOf" srcId="{A8592052-F033-4D1E-961B-ECA6452EC99E}" destId="{9EA09C39-E81E-4D2A-9AC0-F548E57D55A5}" srcOrd="27" destOrd="0" presId="urn:microsoft.com/office/officeart/2011/layout/ConvergingText"/>
    <dgm:cxn modelId="{926D1E6A-4A56-480E-AE5E-D4C92985AAE7}" type="presParOf" srcId="{A8592052-F033-4D1E-961B-ECA6452EC99E}" destId="{DED6C2A6-137B-4080-AF49-CB9427EA41D0}" srcOrd="28" destOrd="0" presId="urn:microsoft.com/office/officeart/2011/layout/ConvergingText"/>
    <dgm:cxn modelId="{14B6FBDD-55B9-4EAE-B484-681F5638BDB5}" type="presParOf" srcId="{A8592052-F033-4D1E-961B-ECA6452EC99E}" destId="{46801BBB-D836-4826-AEB7-96C2C3D9012E}" srcOrd="29" destOrd="0" presId="urn:microsoft.com/office/officeart/2011/layout/ConvergingText"/>
    <dgm:cxn modelId="{F6E67439-CF9E-47C8-8CAA-DA0F7E196D38}" type="presParOf" srcId="{A8592052-F033-4D1E-961B-ECA6452EC99E}" destId="{74270C96-D08F-4C3E-B7AF-78BC63B564F6}" srcOrd="30" destOrd="0" presId="urn:microsoft.com/office/officeart/2011/layout/ConvergingText"/>
    <dgm:cxn modelId="{2957DDC5-A782-4D10-9421-566731B667B2}" type="presParOf" srcId="{A8592052-F033-4D1E-961B-ECA6452EC99E}" destId="{51A0ADB4-EAED-48C5-A91F-0DFF033E2435}" srcOrd="31" destOrd="0" presId="urn:microsoft.com/office/officeart/2011/layout/ConvergingText"/>
    <dgm:cxn modelId="{5B3E5DE9-C7E3-4CB4-8202-78624E3DDFDE}" type="presParOf" srcId="{A8592052-F033-4D1E-961B-ECA6452EC99E}" destId="{EA215CEB-E0AB-40F5-9E5A-75A69A70970A}" srcOrd="32" destOrd="0" presId="urn:microsoft.com/office/officeart/2011/layout/ConvergingText"/>
    <dgm:cxn modelId="{075E4185-12F7-4A3A-A7CC-A20D174416BC}" type="presParOf" srcId="{A8592052-F033-4D1E-961B-ECA6452EC99E}" destId="{8403312B-1EB4-44F4-813D-DCC2414E9207}" srcOrd="33" destOrd="0" presId="urn:microsoft.com/office/officeart/2011/layout/ConvergingText"/>
    <dgm:cxn modelId="{4357DF8E-3467-4135-8892-FC5AD05D1B4C}" type="presParOf" srcId="{A8592052-F033-4D1E-961B-ECA6452EC99E}" destId="{E9679907-4A5F-4CA8-B4FD-35EBCD48086F}" srcOrd="34" destOrd="0" presId="urn:microsoft.com/office/officeart/2011/layout/ConvergingText"/>
    <dgm:cxn modelId="{FBE3E098-0817-422E-AF0B-3E88965E871F}" type="presParOf" srcId="{A8592052-F033-4D1E-961B-ECA6452EC99E}" destId="{002220E1-82A3-43B1-B0E3-EBA584FAAC23}" srcOrd="35" destOrd="0" presId="urn:microsoft.com/office/officeart/2011/layout/ConvergingText"/>
    <dgm:cxn modelId="{D001C924-E268-4BDC-8F39-E48BA661CEF3}" type="presParOf" srcId="{A8592052-F033-4D1E-961B-ECA6452EC99E}" destId="{22EAF7FA-B782-4547-9E88-4E050789E5BF}" srcOrd="36" destOrd="0" presId="urn:microsoft.com/office/officeart/2011/layout/ConvergingText"/>
    <dgm:cxn modelId="{8D869C68-F891-476B-AC3C-E207870BFB07}" type="presParOf" srcId="{A8592052-F033-4D1E-961B-ECA6452EC99E}" destId="{AA1D8544-E3DD-4437-B199-F8029BAB5B66}" srcOrd="37" destOrd="0" presId="urn:microsoft.com/office/officeart/2011/layout/ConvergingText"/>
    <dgm:cxn modelId="{47506444-8344-420C-B1A7-377F8241814F}" type="presParOf" srcId="{A8592052-F033-4D1E-961B-ECA6452EC99E}" destId="{70835445-3B69-4439-9A6F-C3171E0DCF19}" srcOrd="38" destOrd="0" presId="urn:microsoft.com/office/officeart/2011/layout/ConvergingText"/>
    <dgm:cxn modelId="{05373F94-7088-4E9F-BA50-17EF80BDA9EF}" type="presParOf" srcId="{A8592052-F033-4D1E-961B-ECA6452EC99E}" destId="{9898633B-2EB7-4E9A-AAA1-5E4153D1F2E4}" srcOrd="39" destOrd="0" presId="urn:microsoft.com/office/officeart/2011/layout/ConvergingText"/>
    <dgm:cxn modelId="{168E2320-34F8-4A99-B9F5-4E6C76D6AA0B}" type="presParOf" srcId="{A8592052-F033-4D1E-961B-ECA6452EC99E}" destId="{EA2418BF-FFD5-44B9-9DC5-6C112A8601A0}" srcOrd="40" destOrd="0" presId="urn:microsoft.com/office/officeart/2011/layout/ConvergingText"/>
    <dgm:cxn modelId="{23CC37D6-ABCC-4626-946F-7DAD8164CAE0}" type="presParOf" srcId="{A8592052-F033-4D1E-961B-ECA6452EC99E}" destId="{F07F0A76-3FFD-4D0D-A3FA-C8B81EF2694A}" srcOrd="41" destOrd="0" presId="urn:microsoft.com/office/officeart/2011/layout/ConvergingText"/>
    <dgm:cxn modelId="{D91980D9-9658-40F7-B02D-424D4A55FFBC}" type="presParOf" srcId="{A8592052-F033-4D1E-961B-ECA6452EC99E}" destId="{3921D1B2-EB4C-408A-B88D-001C2AAA7760}" srcOrd="42" destOrd="0" presId="urn:microsoft.com/office/officeart/2011/layout/ConvergingText"/>
    <dgm:cxn modelId="{8EDA2F71-4145-4D0E-9F09-2E3C915792AF}" type="presParOf" srcId="{A8592052-F033-4D1E-961B-ECA6452EC99E}" destId="{42E6A6DF-1B1D-4F19-B115-FD77F6459D98}" srcOrd="43" destOrd="0" presId="urn:microsoft.com/office/officeart/2011/layout/ConvergingText"/>
    <dgm:cxn modelId="{1C19F4A2-7F4D-43D0-9A39-55C29ED16395}" type="presParOf" srcId="{A8592052-F033-4D1E-961B-ECA6452EC99E}" destId="{0795FD1E-DBD4-4602-ACEA-543D43DC35D9}" srcOrd="44" destOrd="0" presId="urn:microsoft.com/office/officeart/2011/layout/ConvergingText"/>
    <dgm:cxn modelId="{16909401-23D2-4AF9-AF1E-99F2A5A74665}" type="presParOf" srcId="{A8592052-F033-4D1E-961B-ECA6452EC99E}" destId="{273D0C5F-ED39-4176-9351-7D424E7235A4}" srcOrd="45" destOrd="0" presId="urn:microsoft.com/office/officeart/2011/layout/ConvergingTex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E7B36-2CF6-4F33-9184-10C08825472D}">
      <dsp:nvSpPr>
        <dsp:cNvPr id="0" name=""/>
        <dsp:cNvSpPr/>
      </dsp:nvSpPr>
      <dsp:spPr>
        <a:xfrm>
          <a:off x="4242577" y="2106957"/>
          <a:ext cx="2596848" cy="2596848"/>
        </a:xfrm>
        <a:prstGeom prst="gear9">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3200400">
            <a:lnSpc>
              <a:spcPct val="90000"/>
            </a:lnSpc>
            <a:spcBef>
              <a:spcPct val="0"/>
            </a:spcBef>
            <a:spcAft>
              <a:spcPct val="35000"/>
            </a:spcAft>
            <a:buNone/>
          </a:pPr>
          <a:r>
            <a:rPr lang="en-GB" sz="7200" kern="1200" dirty="0"/>
            <a:t>FDI</a:t>
          </a:r>
          <a:endParaRPr lang="en-SG" sz="7200" kern="1200" dirty="0"/>
        </a:p>
      </dsp:txBody>
      <dsp:txXfrm>
        <a:off x="4764659" y="2715256"/>
        <a:ext cx="1552684" cy="1334834"/>
      </dsp:txXfrm>
    </dsp:sp>
    <dsp:sp modelId="{53BB9373-4C8A-467C-B98E-6BB0D6855127}">
      <dsp:nvSpPr>
        <dsp:cNvPr id="0" name=""/>
        <dsp:cNvSpPr/>
      </dsp:nvSpPr>
      <dsp:spPr>
        <a:xfrm>
          <a:off x="2731684" y="1510893"/>
          <a:ext cx="1888617" cy="1888617"/>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GB" sz="4000" kern="1200" dirty="0"/>
            <a:t>EPZ</a:t>
          </a:r>
          <a:endParaRPr lang="en-SG" sz="4000" kern="1200" dirty="0"/>
        </a:p>
      </dsp:txBody>
      <dsp:txXfrm>
        <a:off x="3207149" y="1989232"/>
        <a:ext cx="937687" cy="931939"/>
      </dsp:txXfrm>
    </dsp:sp>
    <dsp:sp modelId="{C20FCDFD-165A-4268-A26D-4B12BFCBE905}">
      <dsp:nvSpPr>
        <dsp:cNvPr id="0" name=""/>
        <dsp:cNvSpPr/>
      </dsp:nvSpPr>
      <dsp:spPr>
        <a:xfrm rot="20700000">
          <a:off x="3789502" y="207940"/>
          <a:ext cx="1850459" cy="1850459"/>
        </a:xfrm>
        <a:prstGeom prst="gear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Regionalisation </a:t>
          </a:r>
          <a:endParaRPr lang="en-SG" sz="1200" kern="1200" dirty="0"/>
        </a:p>
      </dsp:txBody>
      <dsp:txXfrm rot="-20700000">
        <a:off x="4195362" y="613800"/>
        <a:ext cx="1038739" cy="1038739"/>
      </dsp:txXfrm>
    </dsp:sp>
    <dsp:sp modelId="{A0D87567-96E6-4E8A-80EA-79D8C1218C8D}">
      <dsp:nvSpPr>
        <dsp:cNvPr id="0" name=""/>
        <dsp:cNvSpPr/>
      </dsp:nvSpPr>
      <dsp:spPr>
        <a:xfrm>
          <a:off x="4048725" y="1729511"/>
          <a:ext cx="3323966" cy="3323966"/>
        </a:xfrm>
        <a:prstGeom prst="circularArrow">
          <a:avLst>
            <a:gd name="adj1" fmla="val 4688"/>
            <a:gd name="adj2" fmla="val 299029"/>
            <a:gd name="adj3" fmla="val 2527467"/>
            <a:gd name="adj4" fmla="val 15837143"/>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F5208A-E743-46A0-84D1-BEEEC97A42A4}">
      <dsp:nvSpPr>
        <dsp:cNvPr id="0" name=""/>
        <dsp:cNvSpPr/>
      </dsp:nvSpPr>
      <dsp:spPr>
        <a:xfrm>
          <a:off x="2397213" y="1090751"/>
          <a:ext cx="2415069" cy="2415069"/>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929244A-39C7-4197-8DA0-71C878F773AB}">
      <dsp:nvSpPr>
        <dsp:cNvPr id="0" name=""/>
        <dsp:cNvSpPr/>
      </dsp:nvSpPr>
      <dsp:spPr>
        <a:xfrm>
          <a:off x="3361472" y="-199642"/>
          <a:ext cx="2603930" cy="2603930"/>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51D00-6D49-445C-91AF-3605904D0BC5}">
      <dsp:nvSpPr>
        <dsp:cNvPr id="0" name=""/>
        <dsp:cNvSpPr/>
      </dsp:nvSpPr>
      <dsp:spPr>
        <a:xfrm>
          <a:off x="0" y="489364"/>
          <a:ext cx="10995660" cy="65248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F862C-C9FC-42FA-A891-48D0F4E0AEE3}">
      <dsp:nvSpPr>
        <dsp:cNvPr id="0" name=""/>
        <dsp:cNvSpPr/>
      </dsp:nvSpPr>
      <dsp:spPr>
        <a:xfrm>
          <a:off x="4348" y="0"/>
          <a:ext cx="1901422" cy="652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b="1" kern="1200" dirty="0">
              <a:solidFill>
                <a:srgbClr val="FF0000"/>
              </a:solidFill>
            </a:rPr>
            <a:t>Key characteristics of a GVC </a:t>
          </a:r>
          <a:endParaRPr lang="en-SG" sz="2000" b="1" kern="1200" dirty="0">
            <a:solidFill>
              <a:srgbClr val="FF0000"/>
            </a:solidFill>
          </a:endParaRPr>
        </a:p>
      </dsp:txBody>
      <dsp:txXfrm>
        <a:off x="4348" y="0"/>
        <a:ext cx="1901422" cy="652486"/>
      </dsp:txXfrm>
    </dsp:sp>
    <dsp:sp modelId="{34B2CB0F-E224-407B-AB75-DC95C9A6CE5D}">
      <dsp:nvSpPr>
        <dsp:cNvPr id="0" name=""/>
        <dsp:cNvSpPr/>
      </dsp:nvSpPr>
      <dsp:spPr>
        <a:xfrm>
          <a:off x="873499" y="734047"/>
          <a:ext cx="163121" cy="1631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B91D48-F959-4A76-A363-8E427115464E}">
      <dsp:nvSpPr>
        <dsp:cNvPr id="0" name=""/>
        <dsp:cNvSpPr/>
      </dsp:nvSpPr>
      <dsp:spPr>
        <a:xfrm>
          <a:off x="2000842" y="978729"/>
          <a:ext cx="1901422" cy="652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GB" sz="1500" b="1" kern="1200"/>
            <a:t>Fragmentation of Production</a:t>
          </a:r>
          <a:endParaRPr lang="en-SG" sz="1500" kern="1200"/>
        </a:p>
      </dsp:txBody>
      <dsp:txXfrm>
        <a:off x="2000842" y="978729"/>
        <a:ext cx="1901422" cy="652486"/>
      </dsp:txXfrm>
    </dsp:sp>
    <dsp:sp modelId="{E752E297-00EC-4EB0-8897-2C407B23E81B}">
      <dsp:nvSpPr>
        <dsp:cNvPr id="0" name=""/>
        <dsp:cNvSpPr/>
      </dsp:nvSpPr>
      <dsp:spPr>
        <a:xfrm>
          <a:off x="2869992" y="734047"/>
          <a:ext cx="163121" cy="1631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3A7A4D-2212-4E91-A33C-7926E4194278}">
      <dsp:nvSpPr>
        <dsp:cNvPr id="0" name=""/>
        <dsp:cNvSpPr/>
      </dsp:nvSpPr>
      <dsp:spPr>
        <a:xfrm>
          <a:off x="3997335" y="0"/>
          <a:ext cx="1901422" cy="652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GB" sz="1500" b="1" kern="1200"/>
            <a:t>International Division of Labor</a:t>
          </a:r>
          <a:endParaRPr lang="en-SG" sz="1500" kern="1200"/>
        </a:p>
      </dsp:txBody>
      <dsp:txXfrm>
        <a:off x="3997335" y="0"/>
        <a:ext cx="1901422" cy="652486"/>
      </dsp:txXfrm>
    </dsp:sp>
    <dsp:sp modelId="{C7BEA6E4-9E2C-43C2-8457-1F0EDC3BBD55}">
      <dsp:nvSpPr>
        <dsp:cNvPr id="0" name=""/>
        <dsp:cNvSpPr/>
      </dsp:nvSpPr>
      <dsp:spPr>
        <a:xfrm>
          <a:off x="4866486" y="734047"/>
          <a:ext cx="163121" cy="1631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C3F2C1-A75E-4283-A086-7EA68E1A4C2C}">
      <dsp:nvSpPr>
        <dsp:cNvPr id="0" name=""/>
        <dsp:cNvSpPr/>
      </dsp:nvSpPr>
      <dsp:spPr>
        <a:xfrm>
          <a:off x="5993829" y="978729"/>
          <a:ext cx="1901422" cy="652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GB" sz="1500" b="1" kern="1200"/>
            <a:t>Interdependence</a:t>
          </a:r>
          <a:endParaRPr lang="en-SG" sz="1500" kern="1200"/>
        </a:p>
      </dsp:txBody>
      <dsp:txXfrm>
        <a:off x="5993829" y="978729"/>
        <a:ext cx="1901422" cy="652486"/>
      </dsp:txXfrm>
    </dsp:sp>
    <dsp:sp modelId="{6B884BC0-FF22-4FDC-AD53-90ABEAA749D4}">
      <dsp:nvSpPr>
        <dsp:cNvPr id="0" name=""/>
        <dsp:cNvSpPr/>
      </dsp:nvSpPr>
      <dsp:spPr>
        <a:xfrm>
          <a:off x="6862979" y="734047"/>
          <a:ext cx="163121" cy="1631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C0B1BC-7484-4B68-98B9-48C94E577AFF}">
      <dsp:nvSpPr>
        <dsp:cNvPr id="0" name=""/>
        <dsp:cNvSpPr/>
      </dsp:nvSpPr>
      <dsp:spPr>
        <a:xfrm>
          <a:off x="7990322" y="0"/>
          <a:ext cx="1901422" cy="652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GB" sz="1500" b="1" kern="1200"/>
            <a:t>Value Addition Across Borders</a:t>
          </a:r>
          <a:endParaRPr lang="en-SG" sz="1500" kern="1200"/>
        </a:p>
      </dsp:txBody>
      <dsp:txXfrm>
        <a:off x="7990322" y="0"/>
        <a:ext cx="1901422" cy="652486"/>
      </dsp:txXfrm>
    </dsp:sp>
    <dsp:sp modelId="{6676BFF6-C3BB-46BE-9FBB-BDC361BBCC47}">
      <dsp:nvSpPr>
        <dsp:cNvPr id="0" name=""/>
        <dsp:cNvSpPr/>
      </dsp:nvSpPr>
      <dsp:spPr>
        <a:xfrm>
          <a:off x="8859473" y="734047"/>
          <a:ext cx="163121" cy="1631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74F3F5-3608-472A-BF10-ED188C74A6A9}">
      <dsp:nvSpPr>
        <dsp:cNvPr id="0" name=""/>
        <dsp:cNvSpPr/>
      </dsp:nvSpPr>
      <dsp:spPr>
        <a:xfrm>
          <a:off x="4870722" y="500518"/>
          <a:ext cx="1325860" cy="132610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BA313-A8D1-4310-9F03-82ACA6BCE7DE}">
      <dsp:nvSpPr>
        <dsp:cNvPr id="0" name=""/>
        <dsp:cNvSpPr/>
      </dsp:nvSpPr>
      <dsp:spPr>
        <a:xfrm>
          <a:off x="4914745" y="544729"/>
          <a:ext cx="1237815" cy="123768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Output value  </a:t>
          </a:r>
          <a:endParaRPr lang="en-SG" sz="1500" kern="1200" dirty="0"/>
        </a:p>
      </dsp:txBody>
      <dsp:txXfrm>
        <a:off x="5091699" y="721574"/>
        <a:ext cx="883907" cy="883993"/>
      </dsp:txXfrm>
    </dsp:sp>
    <dsp:sp modelId="{0E8AC7D0-E405-488E-A5D2-EE4D67D8B967}">
      <dsp:nvSpPr>
        <dsp:cNvPr id="0" name=""/>
        <dsp:cNvSpPr/>
      </dsp:nvSpPr>
      <dsp:spPr>
        <a:xfrm rot="2700000">
          <a:off x="3502004" y="502121"/>
          <a:ext cx="1322667" cy="1322667"/>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DF9FFA-8EDB-4847-B4CA-F1ED6C33FD79}">
      <dsp:nvSpPr>
        <dsp:cNvPr id="0" name=""/>
        <dsp:cNvSpPr/>
      </dsp:nvSpPr>
      <dsp:spPr>
        <a:xfrm>
          <a:off x="3544430" y="544729"/>
          <a:ext cx="1237815" cy="123768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Processing </a:t>
          </a:r>
          <a:endParaRPr lang="en-SG" sz="1500" kern="1200" dirty="0"/>
        </a:p>
      </dsp:txBody>
      <dsp:txXfrm>
        <a:off x="3721384" y="721574"/>
        <a:ext cx="883907" cy="883993"/>
      </dsp:txXfrm>
    </dsp:sp>
    <dsp:sp modelId="{32EFC612-C290-42E8-9DAE-901877412216}">
      <dsp:nvSpPr>
        <dsp:cNvPr id="0" name=""/>
        <dsp:cNvSpPr/>
      </dsp:nvSpPr>
      <dsp:spPr>
        <a:xfrm rot="2700000">
          <a:off x="2131689" y="502121"/>
          <a:ext cx="1322667" cy="1322667"/>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C92B6-D744-4100-8C62-4AF7C6C5D6BB}">
      <dsp:nvSpPr>
        <dsp:cNvPr id="0" name=""/>
        <dsp:cNvSpPr/>
      </dsp:nvSpPr>
      <dsp:spPr>
        <a:xfrm>
          <a:off x="2174115" y="544729"/>
          <a:ext cx="1237815" cy="1237683"/>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GB" sz="1500" kern="1200" dirty="0"/>
            <a:t>Input Value </a:t>
          </a:r>
          <a:endParaRPr lang="en-SG" sz="1500" kern="1200" dirty="0"/>
        </a:p>
      </dsp:txBody>
      <dsp:txXfrm>
        <a:off x="2351069" y="721574"/>
        <a:ext cx="883907" cy="8839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9012-9385-4C4D-AEEF-016F74045E01}">
      <dsp:nvSpPr>
        <dsp:cNvPr id="0" name=""/>
        <dsp:cNvSpPr/>
      </dsp:nvSpPr>
      <dsp:spPr>
        <a:xfrm>
          <a:off x="8415954" y="2266265"/>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1F0B5-DA2F-429F-9ACB-9F97A5134A4E}">
      <dsp:nvSpPr>
        <dsp:cNvPr id="0" name=""/>
        <dsp:cNvSpPr/>
      </dsp:nvSpPr>
      <dsp:spPr>
        <a:xfrm>
          <a:off x="8011749" y="2266265"/>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4600D-E0F2-4AA0-A64B-61AC5DB93C0B}">
      <dsp:nvSpPr>
        <dsp:cNvPr id="0" name=""/>
        <dsp:cNvSpPr/>
      </dsp:nvSpPr>
      <dsp:spPr>
        <a:xfrm>
          <a:off x="7608325" y="2266265"/>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1890-1EAF-4D8F-9E60-B0F2125A4CD8}">
      <dsp:nvSpPr>
        <dsp:cNvPr id="0" name=""/>
        <dsp:cNvSpPr/>
      </dsp:nvSpPr>
      <dsp:spPr>
        <a:xfrm>
          <a:off x="7204120" y="2266265"/>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A6B255-3E98-4B9F-BCBF-BE493489329F}">
      <dsp:nvSpPr>
        <dsp:cNvPr id="0" name=""/>
        <dsp:cNvSpPr/>
      </dsp:nvSpPr>
      <dsp:spPr>
        <a:xfrm>
          <a:off x="6799915" y="2266265"/>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E0EE92-30F4-44DD-98DA-AF8B92BBCF2A}">
      <dsp:nvSpPr>
        <dsp:cNvPr id="0" name=""/>
        <dsp:cNvSpPr/>
      </dsp:nvSpPr>
      <dsp:spPr>
        <a:xfrm>
          <a:off x="6175661" y="2155850"/>
          <a:ext cx="441660" cy="44123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AB1206-6976-484B-B9C2-D08AA24EFC68}">
      <dsp:nvSpPr>
        <dsp:cNvPr id="0" name=""/>
        <dsp:cNvSpPr/>
      </dsp:nvSpPr>
      <dsp:spPr>
        <a:xfrm>
          <a:off x="8056228" y="1810539"/>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DA22F-AE64-4AC3-9617-8A1D305ED35A}">
      <dsp:nvSpPr>
        <dsp:cNvPr id="0" name=""/>
        <dsp:cNvSpPr/>
      </dsp:nvSpPr>
      <dsp:spPr>
        <a:xfrm>
          <a:off x="8056228" y="2724974"/>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456B1-8500-4EF0-8CDC-28CE6140A8E7}">
      <dsp:nvSpPr>
        <dsp:cNvPr id="0" name=""/>
        <dsp:cNvSpPr/>
      </dsp:nvSpPr>
      <dsp:spPr>
        <a:xfrm>
          <a:off x="8253648" y="200877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45617-FFF2-4E58-BCD0-4E113B4A3BEF}">
      <dsp:nvSpPr>
        <dsp:cNvPr id="0" name=""/>
        <dsp:cNvSpPr/>
      </dsp:nvSpPr>
      <dsp:spPr>
        <a:xfrm>
          <a:off x="8266133" y="2528019"/>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8D944E-FA54-43A9-92FF-5230EA9A0FB0}">
      <dsp:nvSpPr>
        <dsp:cNvPr id="0" name=""/>
        <dsp:cNvSpPr/>
      </dsp:nvSpPr>
      <dsp:spPr>
        <a:xfrm>
          <a:off x="3776182" y="1255909"/>
          <a:ext cx="2233270" cy="223343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GB" sz="4900" kern="1200" dirty="0"/>
            <a:t>China </a:t>
          </a:r>
          <a:endParaRPr lang="en-SG" sz="4900" kern="1200" dirty="0"/>
        </a:p>
      </dsp:txBody>
      <dsp:txXfrm>
        <a:off x="4103237" y="1582989"/>
        <a:ext cx="1579160" cy="1579279"/>
      </dsp:txXfrm>
    </dsp:sp>
    <dsp:sp modelId="{7FA2A8C0-D387-47ED-90B5-AAA25201E396}">
      <dsp:nvSpPr>
        <dsp:cNvPr id="0" name=""/>
        <dsp:cNvSpPr/>
      </dsp:nvSpPr>
      <dsp:spPr>
        <a:xfrm>
          <a:off x="3879965" y="896956"/>
          <a:ext cx="441660" cy="441231"/>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16957-8E2D-44D8-B00C-A075924A985E}">
      <dsp:nvSpPr>
        <dsp:cNvPr id="0" name=""/>
        <dsp:cNvSpPr/>
      </dsp:nvSpPr>
      <dsp:spPr>
        <a:xfrm>
          <a:off x="3631043" y="690622"/>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37AE72-10C0-4FD4-A946-86851AA0CA0D}">
      <dsp:nvSpPr>
        <dsp:cNvPr id="0" name=""/>
        <dsp:cNvSpPr/>
      </dsp:nvSpPr>
      <dsp:spPr>
        <a:xfrm>
          <a:off x="3175337" y="545677"/>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80E5A-4EFC-4C85-8DDD-9A3713064FB8}">
      <dsp:nvSpPr>
        <dsp:cNvPr id="0" name=""/>
        <dsp:cNvSpPr/>
      </dsp:nvSpPr>
      <dsp:spPr>
        <a:xfrm>
          <a:off x="2720412" y="545677"/>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66C5A-5D73-4487-B5CC-D2768077D8B8}">
      <dsp:nvSpPr>
        <dsp:cNvPr id="0" name=""/>
        <dsp:cNvSpPr/>
      </dsp:nvSpPr>
      <dsp:spPr>
        <a:xfrm>
          <a:off x="2265486" y="545677"/>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545D4-E025-4C0F-85B2-FA36476F7AE3}">
      <dsp:nvSpPr>
        <dsp:cNvPr id="0" name=""/>
        <dsp:cNvSpPr/>
      </dsp:nvSpPr>
      <dsp:spPr>
        <a:xfrm>
          <a:off x="1810561" y="545677"/>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FE884-AB8B-49D8-AF6A-AF55A4AADE76}">
      <dsp:nvSpPr>
        <dsp:cNvPr id="0" name=""/>
        <dsp:cNvSpPr/>
      </dsp:nvSpPr>
      <dsp:spPr>
        <a:xfrm>
          <a:off x="1354855" y="545677"/>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28072-0B6E-4041-9459-AFF185ED6739}">
      <dsp:nvSpPr>
        <dsp:cNvPr id="0" name=""/>
        <dsp:cNvSpPr/>
      </dsp:nvSpPr>
      <dsp:spPr>
        <a:xfrm>
          <a:off x="899929" y="545677"/>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07026-2D01-41EB-8C93-DCABAE7A1330}">
      <dsp:nvSpPr>
        <dsp:cNvPr id="0" name=""/>
        <dsp:cNvSpPr/>
      </dsp:nvSpPr>
      <dsp:spPr>
        <a:xfrm>
          <a:off x="935764" y="0"/>
          <a:ext cx="249077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A</a:t>
          </a:r>
          <a:endParaRPr lang="en-SG" sz="1900" kern="1200" dirty="0"/>
        </a:p>
      </dsp:txBody>
      <dsp:txXfrm>
        <a:off x="935764" y="0"/>
        <a:ext cx="2490775" cy="551645"/>
      </dsp:txXfrm>
    </dsp:sp>
    <dsp:sp modelId="{A80B9611-1E95-427F-BC91-ECA4DCB36A6A}">
      <dsp:nvSpPr>
        <dsp:cNvPr id="0" name=""/>
        <dsp:cNvSpPr/>
      </dsp:nvSpPr>
      <dsp:spPr>
        <a:xfrm>
          <a:off x="3297847" y="1588005"/>
          <a:ext cx="441660" cy="44123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89A4-4DEB-4C0C-B0AF-5713C6AF6BB9}">
      <dsp:nvSpPr>
        <dsp:cNvPr id="0" name=""/>
        <dsp:cNvSpPr/>
      </dsp:nvSpPr>
      <dsp:spPr>
        <a:xfrm>
          <a:off x="2931878" y="167838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057E4-C195-42DC-BBE1-48E522998E37}">
      <dsp:nvSpPr>
        <dsp:cNvPr id="0" name=""/>
        <dsp:cNvSpPr/>
      </dsp:nvSpPr>
      <dsp:spPr>
        <a:xfrm>
          <a:off x="2512067" y="1678383"/>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2CA8E-429A-4C90-9420-893E72986B4D}">
      <dsp:nvSpPr>
        <dsp:cNvPr id="0" name=""/>
        <dsp:cNvSpPr/>
      </dsp:nvSpPr>
      <dsp:spPr>
        <a:xfrm>
          <a:off x="2093036" y="167838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16BFE7-6FEF-4499-A21E-5DF9DDB3EA02}">
      <dsp:nvSpPr>
        <dsp:cNvPr id="0" name=""/>
        <dsp:cNvSpPr/>
      </dsp:nvSpPr>
      <dsp:spPr>
        <a:xfrm>
          <a:off x="1674005" y="1678383"/>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76A78-3B14-43EA-B0BC-5279FFDA1D90}">
      <dsp:nvSpPr>
        <dsp:cNvPr id="0" name=""/>
        <dsp:cNvSpPr/>
      </dsp:nvSpPr>
      <dsp:spPr>
        <a:xfrm>
          <a:off x="1254194" y="1678383"/>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09C39-E81E-4D2A-9AC0-F548E57D55A5}">
      <dsp:nvSpPr>
        <dsp:cNvPr id="0" name=""/>
        <dsp:cNvSpPr/>
      </dsp:nvSpPr>
      <dsp:spPr>
        <a:xfrm>
          <a:off x="835163" y="167838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6C2A6-137B-4080-AF49-CB9427EA41D0}">
      <dsp:nvSpPr>
        <dsp:cNvPr id="0" name=""/>
        <dsp:cNvSpPr/>
      </dsp:nvSpPr>
      <dsp:spPr>
        <a:xfrm>
          <a:off x="760043" y="1079386"/>
          <a:ext cx="3431496" cy="630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B (Parts/Components </a:t>
          </a:r>
          <a:endParaRPr lang="en-SG" sz="1900" kern="1200" dirty="0"/>
        </a:p>
      </dsp:txBody>
      <dsp:txXfrm>
        <a:off x="760043" y="1079386"/>
        <a:ext cx="3431496" cy="630817"/>
      </dsp:txXfrm>
    </dsp:sp>
    <dsp:sp modelId="{46801BBB-D836-4826-AEB7-96C2C3D9012E}">
      <dsp:nvSpPr>
        <dsp:cNvPr id="0" name=""/>
        <dsp:cNvSpPr/>
      </dsp:nvSpPr>
      <dsp:spPr>
        <a:xfrm>
          <a:off x="3297847" y="2648238"/>
          <a:ext cx="441660" cy="441231"/>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C96-D08F-4C3E-B7AF-78BC63B564F6}">
      <dsp:nvSpPr>
        <dsp:cNvPr id="0" name=""/>
        <dsp:cNvSpPr/>
      </dsp:nvSpPr>
      <dsp:spPr>
        <a:xfrm>
          <a:off x="2931878" y="2910846"/>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0ADB4-EAED-48C5-A91F-0DFF033E2435}">
      <dsp:nvSpPr>
        <dsp:cNvPr id="0" name=""/>
        <dsp:cNvSpPr/>
      </dsp:nvSpPr>
      <dsp:spPr>
        <a:xfrm>
          <a:off x="2512067" y="2910846"/>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15CEB-E0AB-40F5-9E5A-75A69A70970A}">
      <dsp:nvSpPr>
        <dsp:cNvPr id="0" name=""/>
        <dsp:cNvSpPr/>
      </dsp:nvSpPr>
      <dsp:spPr>
        <a:xfrm>
          <a:off x="2093036" y="2910846"/>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3312B-1EB4-44F4-813D-DCC2414E9207}">
      <dsp:nvSpPr>
        <dsp:cNvPr id="0" name=""/>
        <dsp:cNvSpPr/>
      </dsp:nvSpPr>
      <dsp:spPr>
        <a:xfrm>
          <a:off x="1674005" y="2910846"/>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79907-4A5F-4CA8-B4FD-35EBCD48086F}">
      <dsp:nvSpPr>
        <dsp:cNvPr id="0" name=""/>
        <dsp:cNvSpPr/>
      </dsp:nvSpPr>
      <dsp:spPr>
        <a:xfrm>
          <a:off x="1254194" y="2910846"/>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220E1-82A3-43B1-B0E3-EBA584FAAC23}">
      <dsp:nvSpPr>
        <dsp:cNvPr id="0" name=""/>
        <dsp:cNvSpPr/>
      </dsp:nvSpPr>
      <dsp:spPr>
        <a:xfrm>
          <a:off x="835163" y="2910846"/>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AF7FA-B782-4547-9E88-4E050789E5BF}">
      <dsp:nvSpPr>
        <dsp:cNvPr id="0" name=""/>
        <dsp:cNvSpPr/>
      </dsp:nvSpPr>
      <dsp:spPr>
        <a:xfrm>
          <a:off x="833602" y="2364742"/>
          <a:ext cx="231754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C (design and technology) </a:t>
          </a:r>
          <a:endParaRPr lang="en-SG" sz="1900" kern="1200" dirty="0"/>
        </a:p>
      </dsp:txBody>
      <dsp:txXfrm>
        <a:off x="833602" y="2364742"/>
        <a:ext cx="2317545" cy="551645"/>
      </dsp:txXfrm>
    </dsp:sp>
    <dsp:sp modelId="{AA1D8544-E3DD-4437-B199-F8029BAB5B66}">
      <dsp:nvSpPr>
        <dsp:cNvPr id="0" name=""/>
        <dsp:cNvSpPr/>
      </dsp:nvSpPr>
      <dsp:spPr>
        <a:xfrm>
          <a:off x="3879965" y="3410481"/>
          <a:ext cx="441660" cy="441231"/>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35445-3B69-4439-9A6F-C3171E0DCF19}">
      <dsp:nvSpPr>
        <dsp:cNvPr id="0" name=""/>
        <dsp:cNvSpPr/>
      </dsp:nvSpPr>
      <dsp:spPr>
        <a:xfrm>
          <a:off x="3627141" y="3833807"/>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98633B-2EB7-4E9A-AAA1-5E4153D1F2E4}">
      <dsp:nvSpPr>
        <dsp:cNvPr id="0" name=""/>
        <dsp:cNvSpPr/>
      </dsp:nvSpPr>
      <dsp:spPr>
        <a:xfrm>
          <a:off x="3172996" y="404227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18BF-FFD5-44B9-9DC5-6C112A8601A0}">
      <dsp:nvSpPr>
        <dsp:cNvPr id="0" name=""/>
        <dsp:cNvSpPr/>
      </dsp:nvSpPr>
      <dsp:spPr>
        <a:xfrm>
          <a:off x="2718071" y="4042273"/>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F0A76-3FFD-4D0D-A3FA-C8B81EF2694A}">
      <dsp:nvSpPr>
        <dsp:cNvPr id="0" name=""/>
        <dsp:cNvSpPr/>
      </dsp:nvSpPr>
      <dsp:spPr>
        <a:xfrm>
          <a:off x="2263926" y="404227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1D1B2-EB4C-408A-B88D-001C2AAA7760}">
      <dsp:nvSpPr>
        <dsp:cNvPr id="0" name=""/>
        <dsp:cNvSpPr/>
      </dsp:nvSpPr>
      <dsp:spPr>
        <a:xfrm>
          <a:off x="1809780" y="4042273"/>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6A6DF-1B1D-4F19-B115-FD77F6459D98}">
      <dsp:nvSpPr>
        <dsp:cNvPr id="0" name=""/>
        <dsp:cNvSpPr/>
      </dsp:nvSpPr>
      <dsp:spPr>
        <a:xfrm>
          <a:off x="1354855" y="4042273"/>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5FD1E-DBD4-4602-ACEA-543D43DC35D9}">
      <dsp:nvSpPr>
        <dsp:cNvPr id="0" name=""/>
        <dsp:cNvSpPr/>
      </dsp:nvSpPr>
      <dsp:spPr>
        <a:xfrm>
          <a:off x="900710" y="404227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D0C5F-ED39-4176-9351-7D424E7235A4}">
      <dsp:nvSpPr>
        <dsp:cNvPr id="0" name=""/>
        <dsp:cNvSpPr/>
      </dsp:nvSpPr>
      <dsp:spPr>
        <a:xfrm>
          <a:off x="896808" y="3488922"/>
          <a:ext cx="249077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D </a:t>
          </a:r>
          <a:endParaRPr lang="en-SG" sz="1900" kern="1200" dirty="0"/>
        </a:p>
      </dsp:txBody>
      <dsp:txXfrm>
        <a:off x="896808" y="3488922"/>
        <a:ext cx="2490775" cy="5516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9012-9385-4C4D-AEEF-016F74045E01}">
      <dsp:nvSpPr>
        <dsp:cNvPr id="0" name=""/>
        <dsp:cNvSpPr/>
      </dsp:nvSpPr>
      <dsp:spPr>
        <a:xfrm>
          <a:off x="8415954" y="2266265"/>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1F0B5-DA2F-429F-9ACB-9F97A5134A4E}">
      <dsp:nvSpPr>
        <dsp:cNvPr id="0" name=""/>
        <dsp:cNvSpPr/>
      </dsp:nvSpPr>
      <dsp:spPr>
        <a:xfrm>
          <a:off x="8011749" y="2266265"/>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4600D-E0F2-4AA0-A64B-61AC5DB93C0B}">
      <dsp:nvSpPr>
        <dsp:cNvPr id="0" name=""/>
        <dsp:cNvSpPr/>
      </dsp:nvSpPr>
      <dsp:spPr>
        <a:xfrm>
          <a:off x="7608325" y="2266265"/>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1890-1EAF-4D8F-9E60-B0F2125A4CD8}">
      <dsp:nvSpPr>
        <dsp:cNvPr id="0" name=""/>
        <dsp:cNvSpPr/>
      </dsp:nvSpPr>
      <dsp:spPr>
        <a:xfrm>
          <a:off x="7204120" y="2266265"/>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A6B255-3E98-4B9F-BCBF-BE493489329F}">
      <dsp:nvSpPr>
        <dsp:cNvPr id="0" name=""/>
        <dsp:cNvSpPr/>
      </dsp:nvSpPr>
      <dsp:spPr>
        <a:xfrm>
          <a:off x="6799915" y="2266265"/>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E0EE92-30F4-44DD-98DA-AF8B92BBCF2A}">
      <dsp:nvSpPr>
        <dsp:cNvPr id="0" name=""/>
        <dsp:cNvSpPr/>
      </dsp:nvSpPr>
      <dsp:spPr>
        <a:xfrm>
          <a:off x="6175661" y="2155850"/>
          <a:ext cx="441660" cy="44123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AB1206-6976-484B-B9C2-D08AA24EFC68}">
      <dsp:nvSpPr>
        <dsp:cNvPr id="0" name=""/>
        <dsp:cNvSpPr/>
      </dsp:nvSpPr>
      <dsp:spPr>
        <a:xfrm>
          <a:off x="8056228" y="1810539"/>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DA22F-AE64-4AC3-9617-8A1D305ED35A}">
      <dsp:nvSpPr>
        <dsp:cNvPr id="0" name=""/>
        <dsp:cNvSpPr/>
      </dsp:nvSpPr>
      <dsp:spPr>
        <a:xfrm>
          <a:off x="8056228" y="2724974"/>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456B1-8500-4EF0-8CDC-28CE6140A8E7}">
      <dsp:nvSpPr>
        <dsp:cNvPr id="0" name=""/>
        <dsp:cNvSpPr/>
      </dsp:nvSpPr>
      <dsp:spPr>
        <a:xfrm>
          <a:off x="8253648" y="200877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45617-FFF2-4E58-BCD0-4E113B4A3BEF}">
      <dsp:nvSpPr>
        <dsp:cNvPr id="0" name=""/>
        <dsp:cNvSpPr/>
      </dsp:nvSpPr>
      <dsp:spPr>
        <a:xfrm>
          <a:off x="8266133" y="2528019"/>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8D944E-FA54-43A9-92FF-5230EA9A0FB0}">
      <dsp:nvSpPr>
        <dsp:cNvPr id="0" name=""/>
        <dsp:cNvSpPr/>
      </dsp:nvSpPr>
      <dsp:spPr>
        <a:xfrm>
          <a:off x="3776182" y="1255909"/>
          <a:ext cx="2233270" cy="223343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GB" sz="4900" kern="1200" dirty="0"/>
            <a:t>China </a:t>
          </a:r>
          <a:endParaRPr lang="en-SG" sz="4900" kern="1200" dirty="0"/>
        </a:p>
      </dsp:txBody>
      <dsp:txXfrm>
        <a:off x="4103237" y="1582989"/>
        <a:ext cx="1579160" cy="1579279"/>
      </dsp:txXfrm>
    </dsp:sp>
    <dsp:sp modelId="{7FA2A8C0-D387-47ED-90B5-AAA25201E396}">
      <dsp:nvSpPr>
        <dsp:cNvPr id="0" name=""/>
        <dsp:cNvSpPr/>
      </dsp:nvSpPr>
      <dsp:spPr>
        <a:xfrm>
          <a:off x="3879965" y="896956"/>
          <a:ext cx="441660" cy="441231"/>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16957-8E2D-44D8-B00C-A075924A985E}">
      <dsp:nvSpPr>
        <dsp:cNvPr id="0" name=""/>
        <dsp:cNvSpPr/>
      </dsp:nvSpPr>
      <dsp:spPr>
        <a:xfrm>
          <a:off x="3631043" y="690622"/>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37AE72-10C0-4FD4-A946-86851AA0CA0D}">
      <dsp:nvSpPr>
        <dsp:cNvPr id="0" name=""/>
        <dsp:cNvSpPr/>
      </dsp:nvSpPr>
      <dsp:spPr>
        <a:xfrm>
          <a:off x="3175337" y="545677"/>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80E5A-4EFC-4C85-8DDD-9A3713064FB8}">
      <dsp:nvSpPr>
        <dsp:cNvPr id="0" name=""/>
        <dsp:cNvSpPr/>
      </dsp:nvSpPr>
      <dsp:spPr>
        <a:xfrm>
          <a:off x="2720412" y="545677"/>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66C5A-5D73-4487-B5CC-D2768077D8B8}">
      <dsp:nvSpPr>
        <dsp:cNvPr id="0" name=""/>
        <dsp:cNvSpPr/>
      </dsp:nvSpPr>
      <dsp:spPr>
        <a:xfrm>
          <a:off x="2265486" y="545677"/>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545D4-E025-4C0F-85B2-FA36476F7AE3}">
      <dsp:nvSpPr>
        <dsp:cNvPr id="0" name=""/>
        <dsp:cNvSpPr/>
      </dsp:nvSpPr>
      <dsp:spPr>
        <a:xfrm>
          <a:off x="1810561" y="545677"/>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FE884-AB8B-49D8-AF6A-AF55A4AADE76}">
      <dsp:nvSpPr>
        <dsp:cNvPr id="0" name=""/>
        <dsp:cNvSpPr/>
      </dsp:nvSpPr>
      <dsp:spPr>
        <a:xfrm>
          <a:off x="1354855" y="545677"/>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28072-0B6E-4041-9459-AFF185ED6739}">
      <dsp:nvSpPr>
        <dsp:cNvPr id="0" name=""/>
        <dsp:cNvSpPr/>
      </dsp:nvSpPr>
      <dsp:spPr>
        <a:xfrm>
          <a:off x="899929" y="545677"/>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07026-2D01-41EB-8C93-DCABAE7A1330}">
      <dsp:nvSpPr>
        <dsp:cNvPr id="0" name=""/>
        <dsp:cNvSpPr/>
      </dsp:nvSpPr>
      <dsp:spPr>
        <a:xfrm>
          <a:off x="935764" y="0"/>
          <a:ext cx="249077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A</a:t>
          </a:r>
          <a:endParaRPr lang="en-SG" sz="1900" kern="1200" dirty="0"/>
        </a:p>
      </dsp:txBody>
      <dsp:txXfrm>
        <a:off x="935764" y="0"/>
        <a:ext cx="2490775" cy="551645"/>
      </dsp:txXfrm>
    </dsp:sp>
    <dsp:sp modelId="{A80B9611-1E95-427F-BC91-ECA4DCB36A6A}">
      <dsp:nvSpPr>
        <dsp:cNvPr id="0" name=""/>
        <dsp:cNvSpPr/>
      </dsp:nvSpPr>
      <dsp:spPr>
        <a:xfrm>
          <a:off x="3297847" y="1588005"/>
          <a:ext cx="441660" cy="44123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89A4-4DEB-4C0C-B0AF-5713C6AF6BB9}">
      <dsp:nvSpPr>
        <dsp:cNvPr id="0" name=""/>
        <dsp:cNvSpPr/>
      </dsp:nvSpPr>
      <dsp:spPr>
        <a:xfrm>
          <a:off x="2931878" y="167838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057E4-C195-42DC-BBE1-48E522998E37}">
      <dsp:nvSpPr>
        <dsp:cNvPr id="0" name=""/>
        <dsp:cNvSpPr/>
      </dsp:nvSpPr>
      <dsp:spPr>
        <a:xfrm>
          <a:off x="2512067" y="1678383"/>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2CA8E-429A-4C90-9420-893E72986B4D}">
      <dsp:nvSpPr>
        <dsp:cNvPr id="0" name=""/>
        <dsp:cNvSpPr/>
      </dsp:nvSpPr>
      <dsp:spPr>
        <a:xfrm>
          <a:off x="2093036" y="167838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16BFE7-6FEF-4499-A21E-5DF9DDB3EA02}">
      <dsp:nvSpPr>
        <dsp:cNvPr id="0" name=""/>
        <dsp:cNvSpPr/>
      </dsp:nvSpPr>
      <dsp:spPr>
        <a:xfrm>
          <a:off x="1674005" y="1678383"/>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76A78-3B14-43EA-B0BC-5279FFDA1D90}">
      <dsp:nvSpPr>
        <dsp:cNvPr id="0" name=""/>
        <dsp:cNvSpPr/>
      </dsp:nvSpPr>
      <dsp:spPr>
        <a:xfrm>
          <a:off x="1254194" y="1678383"/>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09C39-E81E-4D2A-9AC0-F548E57D55A5}">
      <dsp:nvSpPr>
        <dsp:cNvPr id="0" name=""/>
        <dsp:cNvSpPr/>
      </dsp:nvSpPr>
      <dsp:spPr>
        <a:xfrm>
          <a:off x="835163" y="167838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6C2A6-137B-4080-AF49-CB9427EA41D0}">
      <dsp:nvSpPr>
        <dsp:cNvPr id="0" name=""/>
        <dsp:cNvSpPr/>
      </dsp:nvSpPr>
      <dsp:spPr>
        <a:xfrm>
          <a:off x="760043" y="1079386"/>
          <a:ext cx="3431496" cy="630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B (Parts/Components </a:t>
          </a:r>
          <a:endParaRPr lang="en-SG" sz="1900" kern="1200" dirty="0"/>
        </a:p>
      </dsp:txBody>
      <dsp:txXfrm>
        <a:off x="760043" y="1079386"/>
        <a:ext cx="3431496" cy="630817"/>
      </dsp:txXfrm>
    </dsp:sp>
    <dsp:sp modelId="{46801BBB-D836-4826-AEB7-96C2C3D9012E}">
      <dsp:nvSpPr>
        <dsp:cNvPr id="0" name=""/>
        <dsp:cNvSpPr/>
      </dsp:nvSpPr>
      <dsp:spPr>
        <a:xfrm>
          <a:off x="3297847" y="2648238"/>
          <a:ext cx="441660" cy="441231"/>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C96-D08F-4C3E-B7AF-78BC63B564F6}">
      <dsp:nvSpPr>
        <dsp:cNvPr id="0" name=""/>
        <dsp:cNvSpPr/>
      </dsp:nvSpPr>
      <dsp:spPr>
        <a:xfrm>
          <a:off x="2931878" y="2910846"/>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0ADB4-EAED-48C5-A91F-0DFF033E2435}">
      <dsp:nvSpPr>
        <dsp:cNvPr id="0" name=""/>
        <dsp:cNvSpPr/>
      </dsp:nvSpPr>
      <dsp:spPr>
        <a:xfrm>
          <a:off x="2512067" y="2910846"/>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15CEB-E0AB-40F5-9E5A-75A69A70970A}">
      <dsp:nvSpPr>
        <dsp:cNvPr id="0" name=""/>
        <dsp:cNvSpPr/>
      </dsp:nvSpPr>
      <dsp:spPr>
        <a:xfrm>
          <a:off x="2093036" y="2910846"/>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3312B-1EB4-44F4-813D-DCC2414E9207}">
      <dsp:nvSpPr>
        <dsp:cNvPr id="0" name=""/>
        <dsp:cNvSpPr/>
      </dsp:nvSpPr>
      <dsp:spPr>
        <a:xfrm>
          <a:off x="1674005" y="2910846"/>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79907-4A5F-4CA8-B4FD-35EBCD48086F}">
      <dsp:nvSpPr>
        <dsp:cNvPr id="0" name=""/>
        <dsp:cNvSpPr/>
      </dsp:nvSpPr>
      <dsp:spPr>
        <a:xfrm>
          <a:off x="1254194" y="2910846"/>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220E1-82A3-43B1-B0E3-EBA584FAAC23}">
      <dsp:nvSpPr>
        <dsp:cNvPr id="0" name=""/>
        <dsp:cNvSpPr/>
      </dsp:nvSpPr>
      <dsp:spPr>
        <a:xfrm>
          <a:off x="835163" y="2910846"/>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AF7FA-B782-4547-9E88-4E050789E5BF}">
      <dsp:nvSpPr>
        <dsp:cNvPr id="0" name=""/>
        <dsp:cNvSpPr/>
      </dsp:nvSpPr>
      <dsp:spPr>
        <a:xfrm>
          <a:off x="833602" y="2364742"/>
          <a:ext cx="231754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C (design and technology) </a:t>
          </a:r>
          <a:endParaRPr lang="en-SG" sz="1900" kern="1200" dirty="0"/>
        </a:p>
      </dsp:txBody>
      <dsp:txXfrm>
        <a:off x="833602" y="2364742"/>
        <a:ext cx="2317545" cy="551645"/>
      </dsp:txXfrm>
    </dsp:sp>
    <dsp:sp modelId="{AA1D8544-E3DD-4437-B199-F8029BAB5B66}">
      <dsp:nvSpPr>
        <dsp:cNvPr id="0" name=""/>
        <dsp:cNvSpPr/>
      </dsp:nvSpPr>
      <dsp:spPr>
        <a:xfrm>
          <a:off x="3879965" y="3410481"/>
          <a:ext cx="441660" cy="441231"/>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35445-3B69-4439-9A6F-C3171E0DCF19}">
      <dsp:nvSpPr>
        <dsp:cNvPr id="0" name=""/>
        <dsp:cNvSpPr/>
      </dsp:nvSpPr>
      <dsp:spPr>
        <a:xfrm>
          <a:off x="3627141" y="3833807"/>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98633B-2EB7-4E9A-AAA1-5E4153D1F2E4}">
      <dsp:nvSpPr>
        <dsp:cNvPr id="0" name=""/>
        <dsp:cNvSpPr/>
      </dsp:nvSpPr>
      <dsp:spPr>
        <a:xfrm>
          <a:off x="3172996" y="404227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18BF-FFD5-44B9-9DC5-6C112A8601A0}">
      <dsp:nvSpPr>
        <dsp:cNvPr id="0" name=""/>
        <dsp:cNvSpPr/>
      </dsp:nvSpPr>
      <dsp:spPr>
        <a:xfrm>
          <a:off x="2718071" y="4042273"/>
          <a:ext cx="220830" cy="220828"/>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F0A76-3FFD-4D0D-A3FA-C8B81EF2694A}">
      <dsp:nvSpPr>
        <dsp:cNvPr id="0" name=""/>
        <dsp:cNvSpPr/>
      </dsp:nvSpPr>
      <dsp:spPr>
        <a:xfrm>
          <a:off x="2263926" y="4042273"/>
          <a:ext cx="220830" cy="220828"/>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1D1B2-EB4C-408A-B88D-001C2AAA7760}">
      <dsp:nvSpPr>
        <dsp:cNvPr id="0" name=""/>
        <dsp:cNvSpPr/>
      </dsp:nvSpPr>
      <dsp:spPr>
        <a:xfrm>
          <a:off x="1809780" y="4042273"/>
          <a:ext cx="220830" cy="220828"/>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6A6DF-1B1D-4F19-B115-FD77F6459D98}">
      <dsp:nvSpPr>
        <dsp:cNvPr id="0" name=""/>
        <dsp:cNvSpPr/>
      </dsp:nvSpPr>
      <dsp:spPr>
        <a:xfrm>
          <a:off x="1354855" y="4042273"/>
          <a:ext cx="220830" cy="220828"/>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5FD1E-DBD4-4602-ACEA-543D43DC35D9}">
      <dsp:nvSpPr>
        <dsp:cNvPr id="0" name=""/>
        <dsp:cNvSpPr/>
      </dsp:nvSpPr>
      <dsp:spPr>
        <a:xfrm>
          <a:off x="900710" y="4042273"/>
          <a:ext cx="220830" cy="220828"/>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D0C5F-ED39-4176-9351-7D424E7235A4}">
      <dsp:nvSpPr>
        <dsp:cNvPr id="0" name=""/>
        <dsp:cNvSpPr/>
      </dsp:nvSpPr>
      <dsp:spPr>
        <a:xfrm>
          <a:off x="896808" y="3488922"/>
          <a:ext cx="2490775" cy="551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844550">
            <a:lnSpc>
              <a:spcPct val="90000"/>
            </a:lnSpc>
            <a:spcBef>
              <a:spcPct val="0"/>
            </a:spcBef>
            <a:spcAft>
              <a:spcPct val="35000"/>
            </a:spcAft>
            <a:buNone/>
          </a:pPr>
          <a:r>
            <a:rPr lang="en-GB" sz="1900" kern="1200" dirty="0"/>
            <a:t>Country D </a:t>
          </a:r>
          <a:endParaRPr lang="en-SG" sz="1900" kern="1200" dirty="0"/>
        </a:p>
      </dsp:txBody>
      <dsp:txXfrm>
        <a:off x="896808" y="3488922"/>
        <a:ext cx="2490775" cy="5516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9012-9385-4C4D-AEEF-016F74045E01}">
      <dsp:nvSpPr>
        <dsp:cNvPr id="0" name=""/>
        <dsp:cNvSpPr/>
      </dsp:nvSpPr>
      <dsp:spPr>
        <a:xfrm>
          <a:off x="5122865" y="2051756"/>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1F0B5-DA2F-429F-9ACB-9F97A5134A4E}">
      <dsp:nvSpPr>
        <dsp:cNvPr id="0" name=""/>
        <dsp:cNvSpPr/>
      </dsp:nvSpPr>
      <dsp:spPr>
        <a:xfrm>
          <a:off x="4868567" y="2051756"/>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4600D-E0F2-4AA0-A64B-61AC5DB93C0B}">
      <dsp:nvSpPr>
        <dsp:cNvPr id="0" name=""/>
        <dsp:cNvSpPr/>
      </dsp:nvSpPr>
      <dsp:spPr>
        <a:xfrm>
          <a:off x="4614759" y="2051756"/>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1890-1EAF-4D8F-9E60-B0F2125A4CD8}">
      <dsp:nvSpPr>
        <dsp:cNvPr id="0" name=""/>
        <dsp:cNvSpPr/>
      </dsp:nvSpPr>
      <dsp:spPr>
        <a:xfrm>
          <a:off x="4360460" y="2051756"/>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A6B255-3E98-4B9F-BCBF-BE493489329F}">
      <dsp:nvSpPr>
        <dsp:cNvPr id="0" name=""/>
        <dsp:cNvSpPr/>
      </dsp:nvSpPr>
      <dsp:spPr>
        <a:xfrm>
          <a:off x="4106161" y="2051756"/>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E0EE92-30F4-44DD-98DA-AF8B92BBCF2A}">
      <dsp:nvSpPr>
        <dsp:cNvPr id="0" name=""/>
        <dsp:cNvSpPr/>
      </dsp:nvSpPr>
      <dsp:spPr>
        <a:xfrm>
          <a:off x="3713422" y="1982291"/>
          <a:ext cx="277863" cy="27759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AB1206-6976-484B-B9C2-D08AA24EFC68}">
      <dsp:nvSpPr>
        <dsp:cNvPr id="0" name=""/>
        <dsp:cNvSpPr/>
      </dsp:nvSpPr>
      <dsp:spPr>
        <a:xfrm>
          <a:off x="4896549" y="1765044"/>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DA22F-AE64-4AC3-9617-8A1D305ED35A}">
      <dsp:nvSpPr>
        <dsp:cNvPr id="0" name=""/>
        <dsp:cNvSpPr/>
      </dsp:nvSpPr>
      <dsp:spPr>
        <a:xfrm>
          <a:off x="4896549" y="2340346"/>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456B1-8500-4EF0-8CDC-28CE6140A8E7}">
      <dsp:nvSpPr>
        <dsp:cNvPr id="0" name=""/>
        <dsp:cNvSpPr/>
      </dsp:nvSpPr>
      <dsp:spPr>
        <a:xfrm>
          <a:off x="5020753" y="1889760"/>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45617-FFF2-4E58-BCD0-4E113B4A3BEF}">
      <dsp:nvSpPr>
        <dsp:cNvPr id="0" name=""/>
        <dsp:cNvSpPr/>
      </dsp:nvSpPr>
      <dsp:spPr>
        <a:xfrm>
          <a:off x="5028608" y="2216435"/>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8D944E-FA54-43A9-92FF-5230EA9A0FB0}">
      <dsp:nvSpPr>
        <dsp:cNvPr id="0" name=""/>
        <dsp:cNvSpPr/>
      </dsp:nvSpPr>
      <dsp:spPr>
        <a:xfrm>
          <a:off x="2203830" y="1416108"/>
          <a:ext cx="1405025" cy="140513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GB" sz="3100" kern="1200" dirty="0"/>
            <a:t>China </a:t>
          </a:r>
          <a:endParaRPr lang="en-SG" sz="3100" kern="1200" dirty="0"/>
        </a:p>
      </dsp:txBody>
      <dsp:txXfrm>
        <a:off x="2409591" y="1621885"/>
        <a:ext cx="993503" cy="993577"/>
      </dsp:txXfrm>
    </dsp:sp>
    <dsp:sp modelId="{7FA2A8C0-D387-47ED-90B5-AAA25201E396}">
      <dsp:nvSpPr>
        <dsp:cNvPr id="0" name=""/>
        <dsp:cNvSpPr/>
      </dsp:nvSpPr>
      <dsp:spPr>
        <a:xfrm>
          <a:off x="2269123" y="1190279"/>
          <a:ext cx="277863" cy="277593"/>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16957-8E2D-44D8-B00C-A075924A985E}">
      <dsp:nvSpPr>
        <dsp:cNvPr id="0" name=""/>
        <dsp:cNvSpPr/>
      </dsp:nvSpPr>
      <dsp:spPr>
        <a:xfrm>
          <a:off x="2112518" y="1060467"/>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37AE72-10C0-4FD4-A946-86851AA0CA0D}">
      <dsp:nvSpPr>
        <dsp:cNvPr id="0" name=""/>
        <dsp:cNvSpPr/>
      </dsp:nvSpPr>
      <dsp:spPr>
        <a:xfrm>
          <a:off x="1825819" y="969277"/>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80E5A-4EFC-4C85-8DDD-9A3713064FB8}">
      <dsp:nvSpPr>
        <dsp:cNvPr id="0" name=""/>
        <dsp:cNvSpPr/>
      </dsp:nvSpPr>
      <dsp:spPr>
        <a:xfrm>
          <a:off x="1539610" y="969277"/>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66C5A-5D73-4487-B5CC-D2768077D8B8}">
      <dsp:nvSpPr>
        <dsp:cNvPr id="0" name=""/>
        <dsp:cNvSpPr/>
      </dsp:nvSpPr>
      <dsp:spPr>
        <a:xfrm>
          <a:off x="1253401" y="969277"/>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545D4-E025-4C0F-85B2-FA36476F7AE3}">
      <dsp:nvSpPr>
        <dsp:cNvPr id="0" name=""/>
        <dsp:cNvSpPr/>
      </dsp:nvSpPr>
      <dsp:spPr>
        <a:xfrm>
          <a:off x="967192" y="969277"/>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FE884-AB8B-49D8-AF6A-AF55A4AADE76}">
      <dsp:nvSpPr>
        <dsp:cNvPr id="0" name=""/>
        <dsp:cNvSpPr/>
      </dsp:nvSpPr>
      <dsp:spPr>
        <a:xfrm>
          <a:off x="680492" y="969277"/>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28072-0B6E-4041-9459-AFF185ED6739}">
      <dsp:nvSpPr>
        <dsp:cNvPr id="0" name=""/>
        <dsp:cNvSpPr/>
      </dsp:nvSpPr>
      <dsp:spPr>
        <a:xfrm>
          <a:off x="394284" y="969277"/>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07026-2D01-41EB-8C93-DCABAE7A1330}">
      <dsp:nvSpPr>
        <dsp:cNvPr id="0" name=""/>
        <dsp:cNvSpPr/>
      </dsp:nvSpPr>
      <dsp:spPr>
        <a:xfrm>
          <a:off x="416828" y="609044"/>
          <a:ext cx="1567029" cy="34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GB" sz="1200" kern="1200" dirty="0"/>
            <a:t>Country A</a:t>
          </a:r>
          <a:endParaRPr lang="en-SG" sz="1200" kern="1200" dirty="0"/>
        </a:p>
      </dsp:txBody>
      <dsp:txXfrm>
        <a:off x="416828" y="609044"/>
        <a:ext cx="1567029" cy="347058"/>
      </dsp:txXfrm>
    </dsp:sp>
    <dsp:sp modelId="{A80B9611-1E95-427F-BC91-ECA4DCB36A6A}">
      <dsp:nvSpPr>
        <dsp:cNvPr id="0" name=""/>
        <dsp:cNvSpPr/>
      </dsp:nvSpPr>
      <dsp:spPr>
        <a:xfrm>
          <a:off x="1902894" y="1625040"/>
          <a:ext cx="277863" cy="27759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89A4-4DEB-4C0C-B0AF-5713C6AF6BB9}">
      <dsp:nvSpPr>
        <dsp:cNvPr id="0" name=""/>
        <dsp:cNvSpPr/>
      </dsp:nvSpPr>
      <dsp:spPr>
        <a:xfrm>
          <a:off x="1672650" y="1681900"/>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057E4-C195-42DC-BBE1-48E522998E37}">
      <dsp:nvSpPr>
        <dsp:cNvPr id="0" name=""/>
        <dsp:cNvSpPr/>
      </dsp:nvSpPr>
      <dsp:spPr>
        <a:xfrm>
          <a:off x="1408533" y="1681900"/>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2CA8E-429A-4C90-9420-893E72986B4D}">
      <dsp:nvSpPr>
        <dsp:cNvPr id="0" name=""/>
        <dsp:cNvSpPr/>
      </dsp:nvSpPr>
      <dsp:spPr>
        <a:xfrm>
          <a:off x="1144907" y="1681900"/>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16BFE7-6FEF-4499-A21E-5DF9DDB3EA02}">
      <dsp:nvSpPr>
        <dsp:cNvPr id="0" name=""/>
        <dsp:cNvSpPr/>
      </dsp:nvSpPr>
      <dsp:spPr>
        <a:xfrm>
          <a:off x="881280" y="1681900"/>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76A78-3B14-43EA-B0BC-5279FFDA1D90}">
      <dsp:nvSpPr>
        <dsp:cNvPr id="0" name=""/>
        <dsp:cNvSpPr/>
      </dsp:nvSpPr>
      <dsp:spPr>
        <a:xfrm>
          <a:off x="617163" y="1681900"/>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09C39-E81E-4D2A-9AC0-F548E57D55A5}">
      <dsp:nvSpPr>
        <dsp:cNvPr id="0" name=""/>
        <dsp:cNvSpPr/>
      </dsp:nvSpPr>
      <dsp:spPr>
        <a:xfrm>
          <a:off x="353537" y="1681900"/>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6C2A6-137B-4080-AF49-CB9427EA41D0}">
      <dsp:nvSpPr>
        <dsp:cNvPr id="0" name=""/>
        <dsp:cNvSpPr/>
      </dsp:nvSpPr>
      <dsp:spPr>
        <a:xfrm>
          <a:off x="306277" y="1305051"/>
          <a:ext cx="2158868" cy="396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GB" sz="1200" kern="1200" dirty="0"/>
            <a:t>Country B (Parts/Components </a:t>
          </a:r>
          <a:endParaRPr lang="en-SG" sz="1200" kern="1200" dirty="0"/>
        </a:p>
      </dsp:txBody>
      <dsp:txXfrm>
        <a:off x="306277" y="1305051"/>
        <a:ext cx="2158868" cy="396868"/>
      </dsp:txXfrm>
    </dsp:sp>
    <dsp:sp modelId="{46801BBB-D836-4826-AEB7-96C2C3D9012E}">
      <dsp:nvSpPr>
        <dsp:cNvPr id="0" name=""/>
        <dsp:cNvSpPr/>
      </dsp:nvSpPr>
      <dsp:spPr>
        <a:xfrm>
          <a:off x="1902894" y="2292069"/>
          <a:ext cx="277863" cy="277593"/>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C96-D08F-4C3E-B7AF-78BC63B564F6}">
      <dsp:nvSpPr>
        <dsp:cNvPr id="0" name=""/>
        <dsp:cNvSpPr/>
      </dsp:nvSpPr>
      <dsp:spPr>
        <a:xfrm>
          <a:off x="1672650" y="2457283"/>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0ADB4-EAED-48C5-A91F-0DFF033E2435}">
      <dsp:nvSpPr>
        <dsp:cNvPr id="0" name=""/>
        <dsp:cNvSpPr/>
      </dsp:nvSpPr>
      <dsp:spPr>
        <a:xfrm>
          <a:off x="1408533" y="2457283"/>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15CEB-E0AB-40F5-9E5A-75A69A70970A}">
      <dsp:nvSpPr>
        <dsp:cNvPr id="0" name=""/>
        <dsp:cNvSpPr/>
      </dsp:nvSpPr>
      <dsp:spPr>
        <a:xfrm>
          <a:off x="1144907" y="2457283"/>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3312B-1EB4-44F4-813D-DCC2414E9207}">
      <dsp:nvSpPr>
        <dsp:cNvPr id="0" name=""/>
        <dsp:cNvSpPr/>
      </dsp:nvSpPr>
      <dsp:spPr>
        <a:xfrm>
          <a:off x="881280" y="2457283"/>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79907-4A5F-4CA8-B4FD-35EBCD48086F}">
      <dsp:nvSpPr>
        <dsp:cNvPr id="0" name=""/>
        <dsp:cNvSpPr/>
      </dsp:nvSpPr>
      <dsp:spPr>
        <a:xfrm>
          <a:off x="617163" y="2457283"/>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220E1-82A3-43B1-B0E3-EBA584FAAC23}">
      <dsp:nvSpPr>
        <dsp:cNvPr id="0" name=""/>
        <dsp:cNvSpPr/>
      </dsp:nvSpPr>
      <dsp:spPr>
        <a:xfrm>
          <a:off x="353537" y="2457283"/>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AF7FA-B782-4547-9E88-4E050789E5BF}">
      <dsp:nvSpPr>
        <dsp:cNvPr id="0" name=""/>
        <dsp:cNvSpPr/>
      </dsp:nvSpPr>
      <dsp:spPr>
        <a:xfrm>
          <a:off x="352555" y="2113712"/>
          <a:ext cx="1458044" cy="34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GB" sz="1200" kern="1200" dirty="0"/>
            <a:t>Country C (design and technology) </a:t>
          </a:r>
          <a:endParaRPr lang="en-SG" sz="1200" kern="1200" dirty="0"/>
        </a:p>
      </dsp:txBody>
      <dsp:txXfrm>
        <a:off x="352555" y="2113712"/>
        <a:ext cx="1458044" cy="347058"/>
      </dsp:txXfrm>
    </dsp:sp>
    <dsp:sp modelId="{AA1D8544-E3DD-4437-B199-F8029BAB5B66}">
      <dsp:nvSpPr>
        <dsp:cNvPr id="0" name=""/>
        <dsp:cNvSpPr/>
      </dsp:nvSpPr>
      <dsp:spPr>
        <a:xfrm>
          <a:off x="2269123" y="2771621"/>
          <a:ext cx="277863" cy="277593"/>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35445-3B69-4439-9A6F-C3171E0DCF19}">
      <dsp:nvSpPr>
        <dsp:cNvPr id="0" name=""/>
        <dsp:cNvSpPr/>
      </dsp:nvSpPr>
      <dsp:spPr>
        <a:xfrm>
          <a:off x="2110064" y="3037949"/>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98633B-2EB7-4E9A-AAA1-5E4153D1F2E4}">
      <dsp:nvSpPr>
        <dsp:cNvPr id="0" name=""/>
        <dsp:cNvSpPr/>
      </dsp:nvSpPr>
      <dsp:spPr>
        <a:xfrm>
          <a:off x="1824346" y="3169102"/>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18BF-FFD5-44B9-9DC5-6C112A8601A0}">
      <dsp:nvSpPr>
        <dsp:cNvPr id="0" name=""/>
        <dsp:cNvSpPr/>
      </dsp:nvSpPr>
      <dsp:spPr>
        <a:xfrm>
          <a:off x="1538137" y="3169102"/>
          <a:ext cx="138931" cy="138930"/>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F0A76-3FFD-4D0D-A3FA-C8B81EF2694A}">
      <dsp:nvSpPr>
        <dsp:cNvPr id="0" name=""/>
        <dsp:cNvSpPr/>
      </dsp:nvSpPr>
      <dsp:spPr>
        <a:xfrm>
          <a:off x="1252419" y="3169102"/>
          <a:ext cx="138931" cy="138930"/>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1D1B2-EB4C-408A-B88D-001C2AAA7760}">
      <dsp:nvSpPr>
        <dsp:cNvPr id="0" name=""/>
        <dsp:cNvSpPr/>
      </dsp:nvSpPr>
      <dsp:spPr>
        <a:xfrm>
          <a:off x="966701" y="3169102"/>
          <a:ext cx="138931" cy="138930"/>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6A6DF-1B1D-4F19-B115-FD77F6459D98}">
      <dsp:nvSpPr>
        <dsp:cNvPr id="0" name=""/>
        <dsp:cNvSpPr/>
      </dsp:nvSpPr>
      <dsp:spPr>
        <a:xfrm>
          <a:off x="680492" y="3169102"/>
          <a:ext cx="138931" cy="13893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5FD1E-DBD4-4602-ACEA-543D43DC35D9}">
      <dsp:nvSpPr>
        <dsp:cNvPr id="0" name=""/>
        <dsp:cNvSpPr/>
      </dsp:nvSpPr>
      <dsp:spPr>
        <a:xfrm>
          <a:off x="394775" y="3169102"/>
          <a:ext cx="138931" cy="138930"/>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D0C5F-ED39-4176-9351-7D424E7235A4}">
      <dsp:nvSpPr>
        <dsp:cNvPr id="0" name=""/>
        <dsp:cNvSpPr/>
      </dsp:nvSpPr>
      <dsp:spPr>
        <a:xfrm>
          <a:off x="392320" y="2820971"/>
          <a:ext cx="1567029" cy="347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GB" sz="1200" kern="1200" dirty="0"/>
            <a:t>Country D </a:t>
          </a:r>
          <a:endParaRPr lang="en-SG" sz="1200" kern="1200" dirty="0"/>
        </a:p>
      </dsp:txBody>
      <dsp:txXfrm>
        <a:off x="392320" y="2820971"/>
        <a:ext cx="1567029" cy="3470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9012-9385-4C4D-AEEF-016F74045E01}">
      <dsp:nvSpPr>
        <dsp:cNvPr id="0" name=""/>
        <dsp:cNvSpPr/>
      </dsp:nvSpPr>
      <dsp:spPr>
        <a:xfrm>
          <a:off x="8674152" y="2454683"/>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1F0B5-DA2F-429F-9ACB-9F97A5134A4E}">
      <dsp:nvSpPr>
        <dsp:cNvPr id="0" name=""/>
        <dsp:cNvSpPr/>
      </dsp:nvSpPr>
      <dsp:spPr>
        <a:xfrm>
          <a:off x="8243588" y="245468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4600D-E0F2-4AA0-A64B-61AC5DB93C0B}">
      <dsp:nvSpPr>
        <dsp:cNvPr id="0" name=""/>
        <dsp:cNvSpPr/>
      </dsp:nvSpPr>
      <dsp:spPr>
        <a:xfrm>
          <a:off x="7813854" y="2454683"/>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1890-1EAF-4D8F-9E60-B0F2125A4CD8}">
      <dsp:nvSpPr>
        <dsp:cNvPr id="0" name=""/>
        <dsp:cNvSpPr/>
      </dsp:nvSpPr>
      <dsp:spPr>
        <a:xfrm>
          <a:off x="7383290" y="2454683"/>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A6B255-3E98-4B9F-BCBF-BE493489329F}">
      <dsp:nvSpPr>
        <dsp:cNvPr id="0" name=""/>
        <dsp:cNvSpPr/>
      </dsp:nvSpPr>
      <dsp:spPr>
        <a:xfrm>
          <a:off x="6952725" y="2454683"/>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E0EE92-30F4-44DD-98DA-AF8B92BBCF2A}">
      <dsp:nvSpPr>
        <dsp:cNvPr id="0" name=""/>
        <dsp:cNvSpPr/>
      </dsp:nvSpPr>
      <dsp:spPr>
        <a:xfrm>
          <a:off x="6287760" y="2337068"/>
          <a:ext cx="470462" cy="47000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AB1206-6976-484B-B9C2-D08AA24EFC68}">
      <dsp:nvSpPr>
        <dsp:cNvPr id="0" name=""/>
        <dsp:cNvSpPr/>
      </dsp:nvSpPr>
      <dsp:spPr>
        <a:xfrm>
          <a:off x="8290966" y="1969238"/>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DA22F-AE64-4AC3-9617-8A1D305ED35A}">
      <dsp:nvSpPr>
        <dsp:cNvPr id="0" name=""/>
        <dsp:cNvSpPr/>
      </dsp:nvSpPr>
      <dsp:spPr>
        <a:xfrm>
          <a:off x="8290966" y="2943307"/>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456B1-8500-4EF0-8CDC-28CE6140A8E7}">
      <dsp:nvSpPr>
        <dsp:cNvPr id="0" name=""/>
        <dsp:cNvSpPr/>
      </dsp:nvSpPr>
      <dsp:spPr>
        <a:xfrm>
          <a:off x="8501261" y="21803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45617-FFF2-4E58-BCD0-4E113B4A3BEF}">
      <dsp:nvSpPr>
        <dsp:cNvPr id="0" name=""/>
        <dsp:cNvSpPr/>
      </dsp:nvSpPr>
      <dsp:spPr>
        <a:xfrm>
          <a:off x="8514561" y="2733507"/>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8D944E-FA54-43A9-92FF-5230EA9A0FB0}">
      <dsp:nvSpPr>
        <dsp:cNvPr id="0" name=""/>
        <dsp:cNvSpPr/>
      </dsp:nvSpPr>
      <dsp:spPr>
        <a:xfrm>
          <a:off x="3731803" y="1378438"/>
          <a:ext cx="2378910" cy="237909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310" tIns="67310" rIns="67310" bIns="67310" numCol="1" spcCol="1270" anchor="ctr" anchorCtr="0">
          <a:noAutofit/>
        </a:bodyPr>
        <a:lstStyle/>
        <a:p>
          <a:pPr marL="0" lvl="0" indent="0" algn="ctr" defTabSz="2355850">
            <a:lnSpc>
              <a:spcPct val="90000"/>
            </a:lnSpc>
            <a:spcBef>
              <a:spcPct val="0"/>
            </a:spcBef>
            <a:spcAft>
              <a:spcPct val="35000"/>
            </a:spcAft>
            <a:buNone/>
          </a:pPr>
          <a:r>
            <a:rPr lang="en-GB" sz="5300" kern="1200" dirty="0"/>
            <a:t>China </a:t>
          </a:r>
          <a:endParaRPr lang="en-SG" sz="5300" kern="1200" dirty="0"/>
        </a:p>
      </dsp:txBody>
      <dsp:txXfrm>
        <a:off x="4080186" y="1726848"/>
        <a:ext cx="1682144" cy="1682270"/>
      </dsp:txXfrm>
    </dsp:sp>
    <dsp:sp modelId="{7FA2A8C0-D387-47ED-90B5-AAA25201E396}">
      <dsp:nvSpPr>
        <dsp:cNvPr id="0" name=""/>
        <dsp:cNvSpPr/>
      </dsp:nvSpPr>
      <dsp:spPr>
        <a:xfrm>
          <a:off x="3842353" y="996076"/>
          <a:ext cx="470462" cy="47000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16957-8E2D-44D8-B00C-A075924A985E}">
      <dsp:nvSpPr>
        <dsp:cNvPr id="0" name=""/>
        <dsp:cNvSpPr/>
      </dsp:nvSpPr>
      <dsp:spPr>
        <a:xfrm>
          <a:off x="3577198" y="776286"/>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37AE72-10C0-4FD4-A946-86851AA0CA0D}">
      <dsp:nvSpPr>
        <dsp:cNvPr id="0" name=""/>
        <dsp:cNvSpPr/>
      </dsp:nvSpPr>
      <dsp:spPr>
        <a:xfrm>
          <a:off x="3091774" y="62188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80E5A-4EFC-4C85-8DDD-9A3713064FB8}">
      <dsp:nvSpPr>
        <dsp:cNvPr id="0" name=""/>
        <dsp:cNvSpPr/>
      </dsp:nvSpPr>
      <dsp:spPr>
        <a:xfrm>
          <a:off x="2607181" y="621889"/>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66C5A-5D73-4487-B5CC-D2768077D8B8}">
      <dsp:nvSpPr>
        <dsp:cNvPr id="0" name=""/>
        <dsp:cNvSpPr/>
      </dsp:nvSpPr>
      <dsp:spPr>
        <a:xfrm>
          <a:off x="2122588" y="621889"/>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545D4-E025-4C0F-85B2-FA36476F7AE3}">
      <dsp:nvSpPr>
        <dsp:cNvPr id="0" name=""/>
        <dsp:cNvSpPr/>
      </dsp:nvSpPr>
      <dsp:spPr>
        <a:xfrm>
          <a:off x="1637995" y="621889"/>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FE884-AB8B-49D8-AF6A-AF55A4AADE76}">
      <dsp:nvSpPr>
        <dsp:cNvPr id="0" name=""/>
        <dsp:cNvSpPr/>
      </dsp:nvSpPr>
      <dsp:spPr>
        <a:xfrm>
          <a:off x="1152571" y="621889"/>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28072-0B6E-4041-9459-AFF185ED6739}">
      <dsp:nvSpPr>
        <dsp:cNvPr id="0" name=""/>
        <dsp:cNvSpPr/>
      </dsp:nvSpPr>
      <dsp:spPr>
        <a:xfrm>
          <a:off x="667978" y="62188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07026-2D01-41EB-8C93-DCABAE7A1330}">
      <dsp:nvSpPr>
        <dsp:cNvPr id="0" name=""/>
        <dsp:cNvSpPr/>
      </dsp:nvSpPr>
      <dsp:spPr>
        <a:xfrm>
          <a:off x="706150" y="11962"/>
          <a:ext cx="2653208"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933450">
            <a:lnSpc>
              <a:spcPct val="90000"/>
            </a:lnSpc>
            <a:spcBef>
              <a:spcPct val="0"/>
            </a:spcBef>
            <a:spcAft>
              <a:spcPct val="35000"/>
            </a:spcAft>
            <a:buNone/>
          </a:pPr>
          <a:r>
            <a:rPr lang="en-GB" sz="2100" kern="1200" dirty="0"/>
            <a:t>Country A (USA) $50</a:t>
          </a:r>
          <a:endParaRPr lang="en-SG" sz="2100" kern="1200" dirty="0"/>
        </a:p>
      </dsp:txBody>
      <dsp:txXfrm>
        <a:off x="706150" y="11962"/>
        <a:ext cx="2653208" cy="587620"/>
      </dsp:txXfrm>
    </dsp:sp>
    <dsp:sp modelId="{A80B9611-1E95-427F-BC91-ECA4DCB36A6A}">
      <dsp:nvSpPr>
        <dsp:cNvPr id="0" name=""/>
        <dsp:cNvSpPr/>
      </dsp:nvSpPr>
      <dsp:spPr>
        <a:xfrm>
          <a:off x="3222274" y="1732191"/>
          <a:ext cx="470462" cy="47000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89A4-4DEB-4C0C-B0AF-5713C6AF6BB9}">
      <dsp:nvSpPr>
        <dsp:cNvPr id="0" name=""/>
        <dsp:cNvSpPr/>
      </dsp:nvSpPr>
      <dsp:spPr>
        <a:xfrm>
          <a:off x="2832438" y="182846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057E4-C195-42DC-BBE1-48E522998E37}">
      <dsp:nvSpPr>
        <dsp:cNvPr id="0" name=""/>
        <dsp:cNvSpPr/>
      </dsp:nvSpPr>
      <dsp:spPr>
        <a:xfrm>
          <a:off x="2385249" y="1828463"/>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2CA8E-429A-4C90-9420-893E72986B4D}">
      <dsp:nvSpPr>
        <dsp:cNvPr id="0" name=""/>
        <dsp:cNvSpPr/>
      </dsp:nvSpPr>
      <dsp:spPr>
        <a:xfrm>
          <a:off x="1938892" y="1828463"/>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16BFE7-6FEF-4499-A21E-5DF9DDB3EA02}">
      <dsp:nvSpPr>
        <dsp:cNvPr id="0" name=""/>
        <dsp:cNvSpPr/>
      </dsp:nvSpPr>
      <dsp:spPr>
        <a:xfrm>
          <a:off x="1492534" y="1828463"/>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76A78-3B14-43EA-B0BC-5279FFDA1D90}">
      <dsp:nvSpPr>
        <dsp:cNvPr id="0" name=""/>
        <dsp:cNvSpPr/>
      </dsp:nvSpPr>
      <dsp:spPr>
        <a:xfrm>
          <a:off x="1045346" y="1828463"/>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09C39-E81E-4D2A-9AC0-F548E57D55A5}">
      <dsp:nvSpPr>
        <dsp:cNvPr id="0" name=""/>
        <dsp:cNvSpPr/>
      </dsp:nvSpPr>
      <dsp:spPr>
        <a:xfrm>
          <a:off x="598988" y="182846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6C2A6-137B-4080-AF49-CB9427EA41D0}">
      <dsp:nvSpPr>
        <dsp:cNvPr id="0" name=""/>
        <dsp:cNvSpPr/>
      </dsp:nvSpPr>
      <dsp:spPr>
        <a:xfrm>
          <a:off x="518970" y="1190403"/>
          <a:ext cx="3655277" cy="671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933450">
            <a:lnSpc>
              <a:spcPct val="90000"/>
            </a:lnSpc>
            <a:spcBef>
              <a:spcPct val="0"/>
            </a:spcBef>
            <a:spcAft>
              <a:spcPct val="35000"/>
            </a:spcAft>
            <a:buNone/>
          </a:pPr>
          <a:r>
            <a:rPr lang="en-GB" sz="2100" kern="1200" dirty="0"/>
            <a:t>Country B (Germany : $22) </a:t>
          </a:r>
          <a:endParaRPr lang="en-SG" sz="2100" kern="1200" dirty="0"/>
        </a:p>
      </dsp:txBody>
      <dsp:txXfrm>
        <a:off x="518970" y="1190403"/>
        <a:ext cx="3655277" cy="671955"/>
      </dsp:txXfrm>
    </dsp:sp>
    <dsp:sp modelId="{46801BBB-D836-4826-AEB7-96C2C3D9012E}">
      <dsp:nvSpPr>
        <dsp:cNvPr id="0" name=""/>
        <dsp:cNvSpPr/>
      </dsp:nvSpPr>
      <dsp:spPr>
        <a:xfrm>
          <a:off x="3222274" y="2861567"/>
          <a:ext cx="470462" cy="470005"/>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C96-D08F-4C3E-B7AF-78BC63B564F6}">
      <dsp:nvSpPr>
        <dsp:cNvPr id="0" name=""/>
        <dsp:cNvSpPr/>
      </dsp:nvSpPr>
      <dsp:spPr>
        <a:xfrm>
          <a:off x="2832438" y="31412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0ADB4-EAED-48C5-A91F-0DFF033E2435}">
      <dsp:nvSpPr>
        <dsp:cNvPr id="0" name=""/>
        <dsp:cNvSpPr/>
      </dsp:nvSpPr>
      <dsp:spPr>
        <a:xfrm>
          <a:off x="2385249" y="3141299"/>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15CEB-E0AB-40F5-9E5A-75A69A70970A}">
      <dsp:nvSpPr>
        <dsp:cNvPr id="0" name=""/>
        <dsp:cNvSpPr/>
      </dsp:nvSpPr>
      <dsp:spPr>
        <a:xfrm>
          <a:off x="1938892" y="3141299"/>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3312B-1EB4-44F4-813D-DCC2414E9207}">
      <dsp:nvSpPr>
        <dsp:cNvPr id="0" name=""/>
        <dsp:cNvSpPr/>
      </dsp:nvSpPr>
      <dsp:spPr>
        <a:xfrm>
          <a:off x="1492534" y="3141299"/>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79907-4A5F-4CA8-B4FD-35EBCD48086F}">
      <dsp:nvSpPr>
        <dsp:cNvPr id="0" name=""/>
        <dsp:cNvSpPr/>
      </dsp:nvSpPr>
      <dsp:spPr>
        <a:xfrm>
          <a:off x="1045346" y="3141299"/>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220E1-82A3-43B1-B0E3-EBA584FAAC23}">
      <dsp:nvSpPr>
        <dsp:cNvPr id="0" name=""/>
        <dsp:cNvSpPr/>
      </dsp:nvSpPr>
      <dsp:spPr>
        <a:xfrm>
          <a:off x="598988" y="31412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AF7FA-B782-4547-9E88-4E050789E5BF}">
      <dsp:nvSpPr>
        <dsp:cNvPr id="0" name=""/>
        <dsp:cNvSpPr/>
      </dsp:nvSpPr>
      <dsp:spPr>
        <a:xfrm>
          <a:off x="597326" y="2559583"/>
          <a:ext cx="2468681"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933450">
            <a:lnSpc>
              <a:spcPct val="90000"/>
            </a:lnSpc>
            <a:spcBef>
              <a:spcPct val="0"/>
            </a:spcBef>
            <a:spcAft>
              <a:spcPct val="35000"/>
            </a:spcAft>
            <a:buNone/>
          </a:pPr>
          <a:r>
            <a:rPr lang="en-GB" sz="2100" kern="1200" dirty="0"/>
            <a:t>Country C (Japan $50</a:t>
          </a:r>
          <a:endParaRPr lang="en-SG" sz="2100" kern="1200" dirty="0"/>
        </a:p>
      </dsp:txBody>
      <dsp:txXfrm>
        <a:off x="597326" y="2559583"/>
        <a:ext cx="2468681" cy="587620"/>
      </dsp:txXfrm>
    </dsp:sp>
    <dsp:sp modelId="{AA1D8544-E3DD-4437-B199-F8029BAB5B66}">
      <dsp:nvSpPr>
        <dsp:cNvPr id="0" name=""/>
        <dsp:cNvSpPr/>
      </dsp:nvSpPr>
      <dsp:spPr>
        <a:xfrm>
          <a:off x="3842353" y="3673518"/>
          <a:ext cx="470462" cy="470005"/>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35445-3B69-4439-9A6F-C3171E0DCF19}">
      <dsp:nvSpPr>
        <dsp:cNvPr id="0" name=""/>
        <dsp:cNvSpPr/>
      </dsp:nvSpPr>
      <dsp:spPr>
        <a:xfrm>
          <a:off x="3573042" y="4124451"/>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98633B-2EB7-4E9A-AAA1-5E4153D1F2E4}">
      <dsp:nvSpPr>
        <dsp:cNvPr id="0" name=""/>
        <dsp:cNvSpPr/>
      </dsp:nvSpPr>
      <dsp:spPr>
        <a:xfrm>
          <a:off x="3089281" y="4346511"/>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18BF-FFD5-44B9-9DC5-6C112A8601A0}">
      <dsp:nvSpPr>
        <dsp:cNvPr id="0" name=""/>
        <dsp:cNvSpPr/>
      </dsp:nvSpPr>
      <dsp:spPr>
        <a:xfrm>
          <a:off x="2604688" y="4346511"/>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F0A76-3FFD-4D0D-A3FA-C8B81EF2694A}">
      <dsp:nvSpPr>
        <dsp:cNvPr id="0" name=""/>
        <dsp:cNvSpPr/>
      </dsp:nvSpPr>
      <dsp:spPr>
        <a:xfrm>
          <a:off x="2120926" y="4346511"/>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1D1B2-EB4C-408A-B88D-001C2AAA7760}">
      <dsp:nvSpPr>
        <dsp:cNvPr id="0" name=""/>
        <dsp:cNvSpPr/>
      </dsp:nvSpPr>
      <dsp:spPr>
        <a:xfrm>
          <a:off x="1637164" y="4346511"/>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6A6DF-1B1D-4F19-B115-FD77F6459D98}">
      <dsp:nvSpPr>
        <dsp:cNvPr id="0" name=""/>
        <dsp:cNvSpPr/>
      </dsp:nvSpPr>
      <dsp:spPr>
        <a:xfrm>
          <a:off x="1152571" y="4346511"/>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5FD1E-DBD4-4602-ACEA-543D43DC35D9}">
      <dsp:nvSpPr>
        <dsp:cNvPr id="0" name=""/>
        <dsp:cNvSpPr/>
      </dsp:nvSpPr>
      <dsp:spPr>
        <a:xfrm>
          <a:off x="668809" y="4346511"/>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D0C5F-ED39-4176-9351-7D424E7235A4}">
      <dsp:nvSpPr>
        <dsp:cNvPr id="0" name=""/>
        <dsp:cNvSpPr/>
      </dsp:nvSpPr>
      <dsp:spPr>
        <a:xfrm>
          <a:off x="664653" y="3757075"/>
          <a:ext cx="2653208"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933450">
            <a:lnSpc>
              <a:spcPct val="90000"/>
            </a:lnSpc>
            <a:spcBef>
              <a:spcPct val="0"/>
            </a:spcBef>
            <a:spcAft>
              <a:spcPct val="35000"/>
            </a:spcAft>
            <a:buNone/>
          </a:pPr>
          <a:r>
            <a:rPr lang="en-GB" sz="2100" kern="1200" dirty="0"/>
            <a:t>Country D (Korea $50) </a:t>
          </a:r>
          <a:endParaRPr lang="en-SG" sz="2100" kern="1200" dirty="0"/>
        </a:p>
      </dsp:txBody>
      <dsp:txXfrm>
        <a:off x="664653" y="3757075"/>
        <a:ext cx="2653208" cy="5876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9012-9385-4C4D-AEEF-016F74045E01}">
      <dsp:nvSpPr>
        <dsp:cNvPr id="0" name=""/>
        <dsp:cNvSpPr/>
      </dsp:nvSpPr>
      <dsp:spPr>
        <a:xfrm>
          <a:off x="8674152" y="2454683"/>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61F0B5-DA2F-429F-9ACB-9F97A5134A4E}">
      <dsp:nvSpPr>
        <dsp:cNvPr id="0" name=""/>
        <dsp:cNvSpPr/>
      </dsp:nvSpPr>
      <dsp:spPr>
        <a:xfrm>
          <a:off x="8243588" y="245468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4600D-E0F2-4AA0-A64B-61AC5DB93C0B}">
      <dsp:nvSpPr>
        <dsp:cNvPr id="0" name=""/>
        <dsp:cNvSpPr/>
      </dsp:nvSpPr>
      <dsp:spPr>
        <a:xfrm>
          <a:off x="7813854" y="2454683"/>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1890-1EAF-4D8F-9E60-B0F2125A4CD8}">
      <dsp:nvSpPr>
        <dsp:cNvPr id="0" name=""/>
        <dsp:cNvSpPr/>
      </dsp:nvSpPr>
      <dsp:spPr>
        <a:xfrm>
          <a:off x="7383290" y="2454683"/>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A6B255-3E98-4B9F-BCBF-BE493489329F}">
      <dsp:nvSpPr>
        <dsp:cNvPr id="0" name=""/>
        <dsp:cNvSpPr/>
      </dsp:nvSpPr>
      <dsp:spPr>
        <a:xfrm>
          <a:off x="6952725" y="2454683"/>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E0EE92-30F4-44DD-98DA-AF8B92BBCF2A}">
      <dsp:nvSpPr>
        <dsp:cNvPr id="0" name=""/>
        <dsp:cNvSpPr/>
      </dsp:nvSpPr>
      <dsp:spPr>
        <a:xfrm>
          <a:off x="6287760" y="2337068"/>
          <a:ext cx="470462" cy="47000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AB1206-6976-484B-B9C2-D08AA24EFC68}">
      <dsp:nvSpPr>
        <dsp:cNvPr id="0" name=""/>
        <dsp:cNvSpPr/>
      </dsp:nvSpPr>
      <dsp:spPr>
        <a:xfrm>
          <a:off x="8290966" y="1969238"/>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DA22F-AE64-4AC3-9617-8A1D305ED35A}">
      <dsp:nvSpPr>
        <dsp:cNvPr id="0" name=""/>
        <dsp:cNvSpPr/>
      </dsp:nvSpPr>
      <dsp:spPr>
        <a:xfrm>
          <a:off x="8290966" y="2943307"/>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8456B1-8500-4EF0-8CDC-28CE6140A8E7}">
      <dsp:nvSpPr>
        <dsp:cNvPr id="0" name=""/>
        <dsp:cNvSpPr/>
      </dsp:nvSpPr>
      <dsp:spPr>
        <a:xfrm>
          <a:off x="8501261" y="21803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45617-FFF2-4E58-BCD0-4E113B4A3BEF}">
      <dsp:nvSpPr>
        <dsp:cNvPr id="0" name=""/>
        <dsp:cNvSpPr/>
      </dsp:nvSpPr>
      <dsp:spPr>
        <a:xfrm>
          <a:off x="8514561" y="2733507"/>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8D944E-FA54-43A9-92FF-5230EA9A0FB0}">
      <dsp:nvSpPr>
        <dsp:cNvPr id="0" name=""/>
        <dsp:cNvSpPr/>
      </dsp:nvSpPr>
      <dsp:spPr>
        <a:xfrm>
          <a:off x="3731803" y="1378438"/>
          <a:ext cx="2378910" cy="237909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GB" sz="2600" kern="1200" dirty="0"/>
            <a:t>China</a:t>
          </a:r>
        </a:p>
        <a:p>
          <a:pPr marL="0" lvl="0" indent="0" algn="ctr" defTabSz="1155700">
            <a:lnSpc>
              <a:spcPct val="90000"/>
            </a:lnSpc>
            <a:spcBef>
              <a:spcPct val="0"/>
            </a:spcBef>
            <a:spcAft>
              <a:spcPct val="35000"/>
            </a:spcAft>
            <a:buNone/>
          </a:pPr>
          <a:r>
            <a:rPr lang="en-GB" sz="2600" kern="1200" dirty="0"/>
            <a:t>Inflation of 5% driving up wages  </a:t>
          </a:r>
          <a:endParaRPr lang="en-SG" sz="2600" kern="1200" dirty="0"/>
        </a:p>
      </dsp:txBody>
      <dsp:txXfrm>
        <a:off x="4080186" y="1726848"/>
        <a:ext cx="1682144" cy="1682270"/>
      </dsp:txXfrm>
    </dsp:sp>
    <dsp:sp modelId="{7FA2A8C0-D387-47ED-90B5-AAA25201E396}">
      <dsp:nvSpPr>
        <dsp:cNvPr id="0" name=""/>
        <dsp:cNvSpPr/>
      </dsp:nvSpPr>
      <dsp:spPr>
        <a:xfrm>
          <a:off x="3842353" y="996076"/>
          <a:ext cx="470462" cy="47000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16957-8E2D-44D8-B00C-A075924A985E}">
      <dsp:nvSpPr>
        <dsp:cNvPr id="0" name=""/>
        <dsp:cNvSpPr/>
      </dsp:nvSpPr>
      <dsp:spPr>
        <a:xfrm>
          <a:off x="3577198" y="776286"/>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37AE72-10C0-4FD4-A946-86851AA0CA0D}">
      <dsp:nvSpPr>
        <dsp:cNvPr id="0" name=""/>
        <dsp:cNvSpPr/>
      </dsp:nvSpPr>
      <dsp:spPr>
        <a:xfrm>
          <a:off x="3091774" y="62188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80E5A-4EFC-4C85-8DDD-9A3713064FB8}">
      <dsp:nvSpPr>
        <dsp:cNvPr id="0" name=""/>
        <dsp:cNvSpPr/>
      </dsp:nvSpPr>
      <dsp:spPr>
        <a:xfrm>
          <a:off x="2607181" y="621889"/>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766C5A-5D73-4487-B5CC-D2768077D8B8}">
      <dsp:nvSpPr>
        <dsp:cNvPr id="0" name=""/>
        <dsp:cNvSpPr/>
      </dsp:nvSpPr>
      <dsp:spPr>
        <a:xfrm>
          <a:off x="2122588" y="621889"/>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A545D4-E025-4C0F-85B2-FA36476F7AE3}">
      <dsp:nvSpPr>
        <dsp:cNvPr id="0" name=""/>
        <dsp:cNvSpPr/>
      </dsp:nvSpPr>
      <dsp:spPr>
        <a:xfrm>
          <a:off x="1637995" y="621889"/>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5FE884-AB8B-49D8-AF6A-AF55A4AADE76}">
      <dsp:nvSpPr>
        <dsp:cNvPr id="0" name=""/>
        <dsp:cNvSpPr/>
      </dsp:nvSpPr>
      <dsp:spPr>
        <a:xfrm>
          <a:off x="1152571" y="621889"/>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28072-0B6E-4041-9459-AFF185ED6739}">
      <dsp:nvSpPr>
        <dsp:cNvPr id="0" name=""/>
        <dsp:cNvSpPr/>
      </dsp:nvSpPr>
      <dsp:spPr>
        <a:xfrm>
          <a:off x="667978" y="62188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E07026-2D01-41EB-8C93-DCABAE7A1330}">
      <dsp:nvSpPr>
        <dsp:cNvPr id="0" name=""/>
        <dsp:cNvSpPr/>
      </dsp:nvSpPr>
      <dsp:spPr>
        <a:xfrm>
          <a:off x="706150" y="11962"/>
          <a:ext cx="2653208"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755650">
            <a:lnSpc>
              <a:spcPct val="90000"/>
            </a:lnSpc>
            <a:spcBef>
              <a:spcPct val="0"/>
            </a:spcBef>
            <a:spcAft>
              <a:spcPct val="35000"/>
            </a:spcAft>
            <a:buNone/>
          </a:pPr>
          <a:r>
            <a:rPr lang="en-GB" sz="1700" kern="1200" dirty="0"/>
            <a:t>a. Country A (USA) $50 X</a:t>
          </a:r>
          <a:r>
            <a:rPr lang="en-GB" sz="1700" kern="1200" dirty="0">
              <a:solidFill>
                <a:srgbClr val="FF0000"/>
              </a:solidFill>
            </a:rPr>
            <a:t>1.5</a:t>
          </a:r>
          <a:r>
            <a:rPr lang="en-GB" sz="1700" kern="1200" dirty="0"/>
            <a:t> = $65 </a:t>
          </a:r>
          <a:endParaRPr lang="en-SG" sz="1700" kern="1200" dirty="0"/>
        </a:p>
      </dsp:txBody>
      <dsp:txXfrm>
        <a:off x="706150" y="11962"/>
        <a:ext cx="2653208" cy="587620"/>
      </dsp:txXfrm>
    </dsp:sp>
    <dsp:sp modelId="{A80B9611-1E95-427F-BC91-ECA4DCB36A6A}">
      <dsp:nvSpPr>
        <dsp:cNvPr id="0" name=""/>
        <dsp:cNvSpPr/>
      </dsp:nvSpPr>
      <dsp:spPr>
        <a:xfrm>
          <a:off x="3222274" y="1732191"/>
          <a:ext cx="470462" cy="470005"/>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89A4-4DEB-4C0C-B0AF-5713C6AF6BB9}">
      <dsp:nvSpPr>
        <dsp:cNvPr id="0" name=""/>
        <dsp:cNvSpPr/>
      </dsp:nvSpPr>
      <dsp:spPr>
        <a:xfrm>
          <a:off x="2832438" y="182846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C057E4-C195-42DC-BBE1-48E522998E37}">
      <dsp:nvSpPr>
        <dsp:cNvPr id="0" name=""/>
        <dsp:cNvSpPr/>
      </dsp:nvSpPr>
      <dsp:spPr>
        <a:xfrm>
          <a:off x="2385249" y="1828463"/>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62CA8E-429A-4C90-9420-893E72986B4D}">
      <dsp:nvSpPr>
        <dsp:cNvPr id="0" name=""/>
        <dsp:cNvSpPr/>
      </dsp:nvSpPr>
      <dsp:spPr>
        <a:xfrm>
          <a:off x="1938892" y="1828463"/>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16BFE7-6FEF-4499-A21E-5DF9DDB3EA02}">
      <dsp:nvSpPr>
        <dsp:cNvPr id="0" name=""/>
        <dsp:cNvSpPr/>
      </dsp:nvSpPr>
      <dsp:spPr>
        <a:xfrm>
          <a:off x="1492534" y="1828463"/>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176A78-3B14-43EA-B0BC-5279FFDA1D90}">
      <dsp:nvSpPr>
        <dsp:cNvPr id="0" name=""/>
        <dsp:cNvSpPr/>
      </dsp:nvSpPr>
      <dsp:spPr>
        <a:xfrm>
          <a:off x="1045346" y="1828463"/>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A09C39-E81E-4D2A-9AC0-F548E57D55A5}">
      <dsp:nvSpPr>
        <dsp:cNvPr id="0" name=""/>
        <dsp:cNvSpPr/>
      </dsp:nvSpPr>
      <dsp:spPr>
        <a:xfrm>
          <a:off x="598988" y="1828463"/>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D6C2A6-137B-4080-AF49-CB9427EA41D0}">
      <dsp:nvSpPr>
        <dsp:cNvPr id="0" name=""/>
        <dsp:cNvSpPr/>
      </dsp:nvSpPr>
      <dsp:spPr>
        <a:xfrm>
          <a:off x="518970" y="1190403"/>
          <a:ext cx="3655277" cy="671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755650">
            <a:lnSpc>
              <a:spcPct val="90000"/>
            </a:lnSpc>
            <a:spcBef>
              <a:spcPct val="0"/>
            </a:spcBef>
            <a:spcAft>
              <a:spcPct val="35000"/>
            </a:spcAft>
            <a:buNone/>
          </a:pPr>
          <a:r>
            <a:rPr lang="en-GB" sz="1700" kern="1200" dirty="0"/>
            <a:t>Country B (Germany : $22) </a:t>
          </a:r>
          <a:endParaRPr lang="en-SG" sz="1700" kern="1200" dirty="0"/>
        </a:p>
      </dsp:txBody>
      <dsp:txXfrm>
        <a:off x="518970" y="1190403"/>
        <a:ext cx="3655277" cy="671955"/>
      </dsp:txXfrm>
    </dsp:sp>
    <dsp:sp modelId="{46801BBB-D836-4826-AEB7-96C2C3D9012E}">
      <dsp:nvSpPr>
        <dsp:cNvPr id="0" name=""/>
        <dsp:cNvSpPr/>
      </dsp:nvSpPr>
      <dsp:spPr>
        <a:xfrm>
          <a:off x="3222274" y="2861567"/>
          <a:ext cx="470462" cy="470005"/>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270C96-D08F-4C3E-B7AF-78BC63B564F6}">
      <dsp:nvSpPr>
        <dsp:cNvPr id="0" name=""/>
        <dsp:cNvSpPr/>
      </dsp:nvSpPr>
      <dsp:spPr>
        <a:xfrm>
          <a:off x="2832438" y="31412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0ADB4-EAED-48C5-A91F-0DFF033E2435}">
      <dsp:nvSpPr>
        <dsp:cNvPr id="0" name=""/>
        <dsp:cNvSpPr/>
      </dsp:nvSpPr>
      <dsp:spPr>
        <a:xfrm>
          <a:off x="2385249" y="3141299"/>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15CEB-E0AB-40F5-9E5A-75A69A70970A}">
      <dsp:nvSpPr>
        <dsp:cNvPr id="0" name=""/>
        <dsp:cNvSpPr/>
      </dsp:nvSpPr>
      <dsp:spPr>
        <a:xfrm>
          <a:off x="1938892" y="3141299"/>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3312B-1EB4-44F4-813D-DCC2414E9207}">
      <dsp:nvSpPr>
        <dsp:cNvPr id="0" name=""/>
        <dsp:cNvSpPr/>
      </dsp:nvSpPr>
      <dsp:spPr>
        <a:xfrm>
          <a:off x="1492534" y="3141299"/>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679907-4A5F-4CA8-B4FD-35EBCD48086F}">
      <dsp:nvSpPr>
        <dsp:cNvPr id="0" name=""/>
        <dsp:cNvSpPr/>
      </dsp:nvSpPr>
      <dsp:spPr>
        <a:xfrm>
          <a:off x="1045346" y="3141299"/>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2220E1-82A3-43B1-B0E3-EBA584FAAC23}">
      <dsp:nvSpPr>
        <dsp:cNvPr id="0" name=""/>
        <dsp:cNvSpPr/>
      </dsp:nvSpPr>
      <dsp:spPr>
        <a:xfrm>
          <a:off x="598988" y="3141299"/>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AF7FA-B782-4547-9E88-4E050789E5BF}">
      <dsp:nvSpPr>
        <dsp:cNvPr id="0" name=""/>
        <dsp:cNvSpPr/>
      </dsp:nvSpPr>
      <dsp:spPr>
        <a:xfrm>
          <a:off x="597326" y="2559583"/>
          <a:ext cx="2468681"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755650">
            <a:lnSpc>
              <a:spcPct val="90000"/>
            </a:lnSpc>
            <a:spcBef>
              <a:spcPct val="0"/>
            </a:spcBef>
            <a:spcAft>
              <a:spcPct val="35000"/>
            </a:spcAft>
            <a:buNone/>
          </a:pPr>
          <a:r>
            <a:rPr lang="en-GB" sz="1700" kern="1200" dirty="0"/>
            <a:t>b. Country C (</a:t>
          </a:r>
          <a:r>
            <a:rPr lang="en-GB" sz="1700" strike="sngStrike" kern="1200" dirty="0"/>
            <a:t>Japan</a:t>
          </a:r>
          <a:r>
            <a:rPr lang="en-GB" sz="1700" kern="1200" dirty="0"/>
            <a:t>  SG: $80</a:t>
          </a:r>
          <a:endParaRPr lang="en-SG" sz="1700" kern="1200" dirty="0"/>
        </a:p>
      </dsp:txBody>
      <dsp:txXfrm>
        <a:off x="597326" y="2559583"/>
        <a:ext cx="2468681" cy="587620"/>
      </dsp:txXfrm>
    </dsp:sp>
    <dsp:sp modelId="{AA1D8544-E3DD-4437-B199-F8029BAB5B66}">
      <dsp:nvSpPr>
        <dsp:cNvPr id="0" name=""/>
        <dsp:cNvSpPr/>
      </dsp:nvSpPr>
      <dsp:spPr>
        <a:xfrm>
          <a:off x="3842353" y="3673518"/>
          <a:ext cx="470462" cy="470005"/>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35445-3B69-4439-9A6F-C3171E0DCF19}">
      <dsp:nvSpPr>
        <dsp:cNvPr id="0" name=""/>
        <dsp:cNvSpPr/>
      </dsp:nvSpPr>
      <dsp:spPr>
        <a:xfrm>
          <a:off x="3573042" y="4124451"/>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98633B-2EB7-4E9A-AAA1-5E4153D1F2E4}">
      <dsp:nvSpPr>
        <dsp:cNvPr id="0" name=""/>
        <dsp:cNvSpPr/>
      </dsp:nvSpPr>
      <dsp:spPr>
        <a:xfrm>
          <a:off x="3089281" y="4346511"/>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18BF-FFD5-44B9-9DC5-6C112A8601A0}">
      <dsp:nvSpPr>
        <dsp:cNvPr id="0" name=""/>
        <dsp:cNvSpPr/>
      </dsp:nvSpPr>
      <dsp:spPr>
        <a:xfrm>
          <a:off x="2604688" y="4346511"/>
          <a:ext cx="235231" cy="235229"/>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F0A76-3FFD-4D0D-A3FA-C8B81EF2694A}">
      <dsp:nvSpPr>
        <dsp:cNvPr id="0" name=""/>
        <dsp:cNvSpPr/>
      </dsp:nvSpPr>
      <dsp:spPr>
        <a:xfrm>
          <a:off x="2120926" y="4346511"/>
          <a:ext cx="235231" cy="235229"/>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1D1B2-EB4C-408A-B88D-001C2AAA7760}">
      <dsp:nvSpPr>
        <dsp:cNvPr id="0" name=""/>
        <dsp:cNvSpPr/>
      </dsp:nvSpPr>
      <dsp:spPr>
        <a:xfrm>
          <a:off x="1637164" y="4346511"/>
          <a:ext cx="235231" cy="235229"/>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6A6DF-1B1D-4F19-B115-FD77F6459D98}">
      <dsp:nvSpPr>
        <dsp:cNvPr id="0" name=""/>
        <dsp:cNvSpPr/>
      </dsp:nvSpPr>
      <dsp:spPr>
        <a:xfrm>
          <a:off x="1152571" y="4346511"/>
          <a:ext cx="235231" cy="23522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95FD1E-DBD4-4602-ACEA-543D43DC35D9}">
      <dsp:nvSpPr>
        <dsp:cNvPr id="0" name=""/>
        <dsp:cNvSpPr/>
      </dsp:nvSpPr>
      <dsp:spPr>
        <a:xfrm>
          <a:off x="668809" y="4346511"/>
          <a:ext cx="235231" cy="235229"/>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D0C5F-ED39-4176-9351-7D424E7235A4}">
      <dsp:nvSpPr>
        <dsp:cNvPr id="0" name=""/>
        <dsp:cNvSpPr/>
      </dsp:nvSpPr>
      <dsp:spPr>
        <a:xfrm>
          <a:off x="664653" y="3757075"/>
          <a:ext cx="2653208" cy="587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755650">
            <a:lnSpc>
              <a:spcPct val="90000"/>
            </a:lnSpc>
            <a:spcBef>
              <a:spcPct val="0"/>
            </a:spcBef>
            <a:spcAft>
              <a:spcPct val="35000"/>
            </a:spcAft>
            <a:buNone/>
          </a:pPr>
          <a:r>
            <a:rPr lang="en-GB" sz="1700" kern="1200" dirty="0"/>
            <a:t>c. Country D </a:t>
          </a:r>
        </a:p>
        <a:p>
          <a:pPr marL="0" lvl="0" indent="0" algn="l" defTabSz="755650">
            <a:lnSpc>
              <a:spcPct val="90000"/>
            </a:lnSpc>
            <a:spcBef>
              <a:spcPct val="0"/>
            </a:spcBef>
            <a:spcAft>
              <a:spcPct val="35000"/>
            </a:spcAft>
            <a:buNone/>
          </a:pPr>
          <a:r>
            <a:rPr lang="en-GB" sz="1700" kern="1200" dirty="0"/>
            <a:t>(Korea $50 X 1.2) =$60</a:t>
          </a:r>
          <a:endParaRPr lang="en-SG" sz="1700" kern="1200" dirty="0"/>
        </a:p>
      </dsp:txBody>
      <dsp:txXfrm>
        <a:off x="664653" y="3757075"/>
        <a:ext cx="2653208" cy="587620"/>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CA8FB3-60DA-4EBB-A4C9-5A9F9E0823ED}" type="datetimeFigureOut">
              <a:rPr lang="en-SG" smtClean="0"/>
              <a:t>29/7/2026</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4754FA-06B7-4E4F-9FC9-64FA651BB5E2}" type="slidenum">
              <a:rPr lang="en-SG" smtClean="0"/>
              <a:t>‹#›</a:t>
            </a:fld>
            <a:endParaRPr lang="en-SG" dirty="0"/>
          </a:p>
        </p:txBody>
      </p:sp>
    </p:spTree>
    <p:extLst>
      <p:ext uri="{BB962C8B-B14F-4D97-AF65-F5344CB8AC3E}">
        <p14:creationId xmlns:p14="http://schemas.microsoft.com/office/powerpoint/2010/main" val="4031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74754FA-06B7-4E4F-9FC9-64FA651BB5E2}" type="slidenum">
              <a:rPr lang="en-SG" smtClean="0"/>
              <a:t>8</a:t>
            </a:fld>
            <a:endParaRPr lang="en-SG" dirty="0"/>
          </a:p>
        </p:txBody>
      </p:sp>
    </p:spTree>
    <p:extLst>
      <p:ext uri="{BB962C8B-B14F-4D97-AF65-F5344CB8AC3E}">
        <p14:creationId xmlns:p14="http://schemas.microsoft.com/office/powerpoint/2010/main" val="955643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50, 22, 50, 50 = $172</a:t>
            </a:r>
            <a:endParaRPr lang="en-SG" dirty="0"/>
          </a:p>
        </p:txBody>
      </p:sp>
      <p:sp>
        <p:nvSpPr>
          <p:cNvPr id="4" name="Slide Number Placeholder 3"/>
          <p:cNvSpPr>
            <a:spLocks noGrp="1"/>
          </p:cNvSpPr>
          <p:nvPr>
            <p:ph type="sldNum" sz="quarter" idx="5"/>
          </p:nvPr>
        </p:nvSpPr>
        <p:spPr/>
        <p:txBody>
          <a:bodyPr/>
          <a:lstStyle/>
          <a:p>
            <a:fld id="{A74754FA-06B7-4E4F-9FC9-64FA651BB5E2}" type="slidenum">
              <a:rPr lang="en-SG" smtClean="0"/>
              <a:t>14</a:t>
            </a:fld>
            <a:endParaRPr lang="en-SG" dirty="0"/>
          </a:p>
        </p:txBody>
      </p:sp>
    </p:spTree>
    <p:extLst>
      <p:ext uri="{BB962C8B-B14F-4D97-AF65-F5344CB8AC3E}">
        <p14:creationId xmlns:p14="http://schemas.microsoft.com/office/powerpoint/2010/main" val="200970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203BA-68AD-0FDD-6F13-B2ED2CCB2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8EA71-77F7-9469-C955-1D52A9D73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58A01-2B11-3D9E-6068-064A9AB80B32}"/>
              </a:ext>
            </a:extLst>
          </p:cNvPr>
          <p:cNvSpPr>
            <a:spLocks noGrp="1"/>
          </p:cNvSpPr>
          <p:nvPr>
            <p:ph type="body" idx="1"/>
          </p:nvPr>
        </p:nvSpPr>
        <p:spPr/>
        <p:txBody>
          <a:bodyPr/>
          <a:lstStyle/>
          <a:p>
            <a:r>
              <a:rPr lang="en-GB" dirty="0"/>
              <a:t>50, 22, 50, 50 = $172</a:t>
            </a:r>
            <a:endParaRPr lang="en-SG" dirty="0"/>
          </a:p>
        </p:txBody>
      </p:sp>
      <p:sp>
        <p:nvSpPr>
          <p:cNvPr id="4" name="Slide Number Placeholder 3">
            <a:extLst>
              <a:ext uri="{FF2B5EF4-FFF2-40B4-BE49-F238E27FC236}">
                <a16:creationId xmlns:a16="http://schemas.microsoft.com/office/drawing/2014/main" id="{3684BF8A-C12B-580E-1EFE-31226F61F4FD}"/>
              </a:ext>
            </a:extLst>
          </p:cNvPr>
          <p:cNvSpPr>
            <a:spLocks noGrp="1"/>
          </p:cNvSpPr>
          <p:nvPr>
            <p:ph type="sldNum" sz="quarter" idx="5"/>
          </p:nvPr>
        </p:nvSpPr>
        <p:spPr/>
        <p:txBody>
          <a:bodyPr/>
          <a:lstStyle/>
          <a:p>
            <a:fld id="{A74754FA-06B7-4E4F-9FC9-64FA651BB5E2}" type="slidenum">
              <a:rPr lang="en-SG" smtClean="0"/>
              <a:t>16</a:t>
            </a:fld>
            <a:endParaRPr lang="en-SG" dirty="0"/>
          </a:p>
        </p:txBody>
      </p:sp>
    </p:spTree>
    <p:extLst>
      <p:ext uri="{BB962C8B-B14F-4D97-AF65-F5344CB8AC3E}">
        <p14:creationId xmlns:p14="http://schemas.microsoft.com/office/powerpoint/2010/main" val="4154073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58DEF-61C3-3C28-F8FF-9061CAACC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79ED2-1D5D-BA70-5D2C-88D40BCBF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5428F-7DB5-68A4-F5E4-A3E28A9B8544}"/>
              </a:ext>
            </a:extLst>
          </p:cNvPr>
          <p:cNvSpPr>
            <a:spLocks noGrp="1"/>
          </p:cNvSpPr>
          <p:nvPr>
            <p:ph type="body" idx="1"/>
          </p:nvPr>
        </p:nvSpPr>
        <p:spPr/>
        <p:txBody>
          <a:bodyPr/>
          <a:lstStyle/>
          <a:p>
            <a:r>
              <a:rPr lang="en-GB" dirty="0"/>
              <a:t>50, 22, 50, 50 = $172</a:t>
            </a:r>
            <a:endParaRPr lang="en-SG" dirty="0"/>
          </a:p>
        </p:txBody>
      </p:sp>
      <p:sp>
        <p:nvSpPr>
          <p:cNvPr id="4" name="Slide Number Placeholder 3">
            <a:extLst>
              <a:ext uri="{FF2B5EF4-FFF2-40B4-BE49-F238E27FC236}">
                <a16:creationId xmlns:a16="http://schemas.microsoft.com/office/drawing/2014/main" id="{0099CA11-4BD0-9F33-4882-0E08BE81B07E}"/>
              </a:ext>
            </a:extLst>
          </p:cNvPr>
          <p:cNvSpPr>
            <a:spLocks noGrp="1"/>
          </p:cNvSpPr>
          <p:nvPr>
            <p:ph type="sldNum" sz="quarter" idx="5"/>
          </p:nvPr>
        </p:nvSpPr>
        <p:spPr/>
        <p:txBody>
          <a:bodyPr/>
          <a:lstStyle/>
          <a:p>
            <a:fld id="{A74754FA-06B7-4E4F-9FC9-64FA651BB5E2}" type="slidenum">
              <a:rPr lang="en-SG" smtClean="0"/>
              <a:t>17</a:t>
            </a:fld>
            <a:endParaRPr lang="en-SG" dirty="0"/>
          </a:p>
        </p:txBody>
      </p:sp>
    </p:spTree>
    <p:extLst>
      <p:ext uri="{BB962C8B-B14F-4D97-AF65-F5344CB8AC3E}">
        <p14:creationId xmlns:p14="http://schemas.microsoft.com/office/powerpoint/2010/main" val="133519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74754FA-06B7-4E4F-9FC9-64FA651BB5E2}" type="slidenum">
              <a:rPr lang="en-SG" smtClean="0"/>
              <a:t>28</a:t>
            </a:fld>
            <a:endParaRPr lang="en-SG" dirty="0"/>
          </a:p>
        </p:txBody>
      </p:sp>
    </p:spTree>
    <p:extLst>
      <p:ext uri="{BB962C8B-B14F-4D97-AF65-F5344CB8AC3E}">
        <p14:creationId xmlns:p14="http://schemas.microsoft.com/office/powerpoint/2010/main" val="2024582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F52A8-8069-6E87-0542-37314B22A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07114-4B8B-6C13-D374-8FF870CFB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5FEB0-910A-562B-BFF7-C53BCA2D4DAC}"/>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115881B-38C0-1234-0A68-0705FAF4DD8A}"/>
              </a:ext>
            </a:extLst>
          </p:cNvPr>
          <p:cNvSpPr>
            <a:spLocks noGrp="1"/>
          </p:cNvSpPr>
          <p:nvPr>
            <p:ph type="sldNum" sz="quarter" idx="5"/>
          </p:nvPr>
        </p:nvSpPr>
        <p:spPr/>
        <p:txBody>
          <a:bodyPr/>
          <a:lstStyle/>
          <a:p>
            <a:fld id="{A74754FA-06B7-4E4F-9FC9-64FA651BB5E2}" type="slidenum">
              <a:rPr lang="en-SG" smtClean="0"/>
              <a:t>35</a:t>
            </a:fld>
            <a:endParaRPr lang="en-SG" dirty="0"/>
          </a:p>
        </p:txBody>
      </p:sp>
    </p:spTree>
    <p:extLst>
      <p:ext uri="{BB962C8B-B14F-4D97-AF65-F5344CB8AC3E}">
        <p14:creationId xmlns:p14="http://schemas.microsoft.com/office/powerpoint/2010/main" val="804668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F8EF5-B4A3-9E3B-0A56-85328410D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FA473-C64B-15F3-7F08-BE8EF30C8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AB4C1-EEFC-8D7E-4C0C-ECECFDD0A98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2FFF3A7-715C-C54E-7DFD-E8F58354A28F}"/>
              </a:ext>
            </a:extLst>
          </p:cNvPr>
          <p:cNvSpPr>
            <a:spLocks noGrp="1"/>
          </p:cNvSpPr>
          <p:nvPr>
            <p:ph type="sldNum" sz="quarter" idx="5"/>
          </p:nvPr>
        </p:nvSpPr>
        <p:spPr/>
        <p:txBody>
          <a:bodyPr/>
          <a:lstStyle/>
          <a:p>
            <a:fld id="{A74754FA-06B7-4E4F-9FC9-64FA651BB5E2}" type="slidenum">
              <a:rPr lang="en-SG" smtClean="0"/>
              <a:t>36</a:t>
            </a:fld>
            <a:endParaRPr lang="en-SG" dirty="0"/>
          </a:p>
        </p:txBody>
      </p:sp>
    </p:spTree>
    <p:extLst>
      <p:ext uri="{BB962C8B-B14F-4D97-AF65-F5344CB8AC3E}">
        <p14:creationId xmlns:p14="http://schemas.microsoft.com/office/powerpoint/2010/main" val="102503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74754FA-06B7-4E4F-9FC9-64FA651BB5E2}" type="slidenum">
              <a:rPr lang="en-SG" smtClean="0"/>
              <a:t>37</a:t>
            </a:fld>
            <a:endParaRPr lang="en-SG" dirty="0"/>
          </a:p>
        </p:txBody>
      </p:sp>
    </p:spTree>
    <p:extLst>
      <p:ext uri="{BB962C8B-B14F-4D97-AF65-F5344CB8AC3E}">
        <p14:creationId xmlns:p14="http://schemas.microsoft.com/office/powerpoint/2010/main" val="2434245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1743761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118149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281685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2318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395005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160670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1761050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122763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550099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2180588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F8BE5E-4342-478B-B1D5-8D9AB0EB350C}" type="datetimeFigureOut">
              <a:rPr lang="en-SG" smtClean="0"/>
              <a:t>29/7/2026</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2169560A-83A1-44AE-ACD9-91049E5D38A2}" type="slidenum">
              <a:rPr lang="en-SG" smtClean="0"/>
              <a:t>‹#›</a:t>
            </a:fld>
            <a:endParaRPr lang="en-SG" dirty="0"/>
          </a:p>
        </p:txBody>
      </p:sp>
    </p:spTree>
    <p:extLst>
      <p:ext uri="{BB962C8B-B14F-4D97-AF65-F5344CB8AC3E}">
        <p14:creationId xmlns:p14="http://schemas.microsoft.com/office/powerpoint/2010/main" val="2938402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F8BE5E-4342-478B-B1D5-8D9AB0EB350C}" type="datetimeFigureOut">
              <a:rPr lang="en-SG" smtClean="0"/>
              <a:t>29/7/2026</a:t>
            </a:fld>
            <a:endParaRPr lang="en-SG"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9560A-83A1-44AE-ACD9-91049E5D38A2}" type="slidenum">
              <a:rPr lang="en-SG" smtClean="0"/>
              <a:t>‹#›</a:t>
            </a:fld>
            <a:endParaRPr lang="en-SG" dirty="0"/>
          </a:p>
        </p:txBody>
      </p:sp>
    </p:spTree>
    <p:extLst>
      <p:ext uri="{BB962C8B-B14F-4D97-AF65-F5344CB8AC3E}">
        <p14:creationId xmlns:p14="http://schemas.microsoft.com/office/powerpoint/2010/main" val="1583777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en/globalisation-people-commerce-1014512/"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youtu.be/B3JGqsL7tA4?feature=shared"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ubicaciondepersonas.cdmx.gob.mx/little-live-pets-lil/little-live-pets-lil/little-live-pets-lil/china-globe-3d-render-planet-earth-dof-by-frank-ee-19770473" TargetMode="External"/><Relationship Id="rId3" Type="http://schemas.openxmlformats.org/officeDocument/2006/relationships/diagramLayout" Target="../diagrams/layout1.xml"/><Relationship Id="rId7" Type="http://schemas.openxmlformats.org/officeDocument/2006/relationships/image" Target="../media/image3.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hyperlink" Target="https://vectormine.com/item/the-change-process-steps-and-new-beginning-model-adaption-outline-diagra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emf"/><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video" Target="https://www.youtube.com/embed/RZKX-0SK41U?feature=oembed" TargetMode="External"/><Relationship Id="rId4" Type="http://schemas.openxmlformats.org/officeDocument/2006/relationships/hyperlink" Target="https://youtu.be/_sY8nbtDTTY"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1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2.svg"/></Relationships>
</file>

<file path=ppt/slides/_rels/slide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 Target="slide3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www.vecteezy.com/vector-art/10595395-businessman-placing-cube-risk-cubes-risk-assessment-and-management-measuring-risk-vector-illustration" TargetMode="External"/><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 Id="rId9" Type="http://schemas.openxmlformats.org/officeDocument/2006/relationships/image" Target="../media/image12.svg"/></Relationships>
</file>

<file path=ppt/slides/_rels/slide3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31.svg"/></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4A13-2A6D-6D62-D66A-004B91B70FDD}"/>
              </a:ext>
            </a:extLst>
          </p:cNvPr>
          <p:cNvSpPr>
            <a:spLocks noGrp="1"/>
          </p:cNvSpPr>
          <p:nvPr>
            <p:ph type="ctrTitle"/>
          </p:nvPr>
        </p:nvSpPr>
        <p:spPr>
          <a:xfrm>
            <a:off x="1463040" y="-641096"/>
            <a:ext cx="9204960" cy="2387600"/>
          </a:xfrm>
        </p:spPr>
        <p:txBody>
          <a:bodyPr/>
          <a:lstStyle/>
          <a:p>
            <a:r>
              <a:rPr lang="en-GB" dirty="0"/>
              <a:t>ECON251 Trade and industry </a:t>
            </a:r>
            <a:endParaRPr lang="en-SG" dirty="0"/>
          </a:p>
        </p:txBody>
      </p:sp>
      <p:sp>
        <p:nvSpPr>
          <p:cNvPr id="3" name="Subtitle 2">
            <a:extLst>
              <a:ext uri="{FF2B5EF4-FFF2-40B4-BE49-F238E27FC236}">
                <a16:creationId xmlns:a16="http://schemas.microsoft.com/office/drawing/2014/main" id="{41EF6D0A-773F-8518-69A0-2596FEA84083}"/>
              </a:ext>
            </a:extLst>
          </p:cNvPr>
          <p:cNvSpPr>
            <a:spLocks noGrp="1"/>
          </p:cNvSpPr>
          <p:nvPr>
            <p:ph type="subTitle" idx="1"/>
          </p:nvPr>
        </p:nvSpPr>
        <p:spPr>
          <a:xfrm>
            <a:off x="1524000" y="1746504"/>
            <a:ext cx="9144000" cy="1655762"/>
          </a:xfrm>
        </p:spPr>
        <p:txBody>
          <a:bodyPr>
            <a:normAutofit/>
          </a:bodyPr>
          <a:lstStyle/>
          <a:p>
            <a:pPr algn="l"/>
            <a:r>
              <a:rPr lang="en-GB" sz="4400" b="1" dirty="0">
                <a:solidFill>
                  <a:schemeClr val="accent6"/>
                </a:solidFill>
              </a:rPr>
              <a:t>Lecture 07 </a:t>
            </a:r>
          </a:p>
          <a:p>
            <a:pPr algn="l"/>
            <a:r>
              <a:rPr lang="en-GB" sz="4400" b="1" dirty="0">
                <a:solidFill>
                  <a:schemeClr val="accent6"/>
                </a:solidFill>
              </a:rPr>
              <a:t>New trade regimes and practices </a:t>
            </a:r>
            <a:endParaRPr lang="en-SG" sz="4400" b="1" dirty="0">
              <a:solidFill>
                <a:schemeClr val="accent6"/>
              </a:solidFill>
            </a:endParaRPr>
          </a:p>
        </p:txBody>
      </p:sp>
      <p:pic>
        <p:nvPicPr>
          <p:cNvPr id="6" name="Picture 5" descr="A group of people standing in front of a world map&#10;&#10;Description automatically generated">
            <a:extLst>
              <a:ext uri="{FF2B5EF4-FFF2-40B4-BE49-F238E27FC236}">
                <a16:creationId xmlns:a16="http://schemas.microsoft.com/office/drawing/2014/main" id="{EF4859C6-D6C8-5886-E78F-E5A78A0B87C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24000" y="3496543"/>
            <a:ext cx="9144000" cy="2867025"/>
          </a:xfrm>
          <a:prstGeom prst="rect">
            <a:avLst/>
          </a:prstGeom>
        </p:spPr>
      </p:pic>
    </p:spTree>
    <p:extLst>
      <p:ext uri="{BB962C8B-B14F-4D97-AF65-F5344CB8AC3E}">
        <p14:creationId xmlns:p14="http://schemas.microsoft.com/office/powerpoint/2010/main" val="1131488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C14FF-8390-9D01-4C0F-E19F6E757602}"/>
              </a:ext>
            </a:extLst>
          </p:cNvPr>
          <p:cNvSpPr>
            <a:spLocks noGrp="1"/>
          </p:cNvSpPr>
          <p:nvPr>
            <p:ph type="ctrTitle"/>
          </p:nvPr>
        </p:nvSpPr>
        <p:spPr>
          <a:xfrm>
            <a:off x="6330580" y="0"/>
            <a:ext cx="5667938" cy="6615485"/>
          </a:xfrm>
          <a:noFill/>
        </p:spPr>
        <p:txBody>
          <a:bodyPr>
            <a:noAutofit/>
          </a:bodyPr>
          <a:lstStyle/>
          <a:p>
            <a:pPr algn="l"/>
            <a:r>
              <a:rPr lang="en-GB" sz="2400" i="1" dirty="0">
                <a:solidFill>
                  <a:srgbClr val="000000"/>
                </a:solidFill>
                <a:latin typeface="Noto Sans Display"/>
              </a:rPr>
              <a:t>The various outward oriented growth approach discussed in lecture 5 and 6  cannot sufficiently explain why Asia is in the global limelight of growth and development</a:t>
            </a:r>
            <a:br>
              <a:rPr lang="en-GB" sz="2400" dirty="0">
                <a:solidFill>
                  <a:srgbClr val="000000"/>
                </a:solidFill>
                <a:latin typeface="Noto Sans Display"/>
              </a:rPr>
            </a:br>
            <a:br>
              <a:rPr lang="en-GB" sz="2400" dirty="0">
                <a:solidFill>
                  <a:srgbClr val="000000"/>
                </a:solidFill>
                <a:latin typeface="Noto Sans Display"/>
              </a:rPr>
            </a:br>
            <a:r>
              <a:rPr lang="en-GB" sz="2400" dirty="0">
                <a:solidFill>
                  <a:srgbClr val="000000"/>
                </a:solidFill>
                <a:latin typeface="Noto Sans Display"/>
              </a:rPr>
              <a:t>New trade theories and phenomenon emerged .</a:t>
            </a:r>
            <a:br>
              <a:rPr lang="en-GB" sz="2400" dirty="0">
                <a:solidFill>
                  <a:srgbClr val="000000"/>
                </a:solidFill>
                <a:latin typeface="Noto Sans Display"/>
              </a:rPr>
            </a:br>
            <a:br>
              <a:rPr lang="en-GB" sz="2400" dirty="0">
                <a:solidFill>
                  <a:srgbClr val="000000"/>
                </a:solidFill>
                <a:latin typeface="Noto Sans Display"/>
              </a:rPr>
            </a:br>
            <a:r>
              <a:rPr lang="en-GB" sz="2400" b="0" i="0" dirty="0">
                <a:solidFill>
                  <a:srgbClr val="000000"/>
                </a:solidFill>
                <a:effectLst/>
                <a:latin typeface="Noto Sans Display"/>
              </a:rPr>
              <a:t>International production, trade and investments are increasingly organised within so-called </a:t>
            </a:r>
            <a:r>
              <a:rPr lang="en-GB" sz="2400" b="1" i="0" dirty="0">
                <a:solidFill>
                  <a:srgbClr val="000000"/>
                </a:solidFill>
                <a:effectLst/>
                <a:latin typeface="Noto Sans Display"/>
              </a:rPr>
              <a:t>global value chains (GVCs</a:t>
            </a:r>
            <a:r>
              <a:rPr lang="en-GB" sz="2400" b="0" i="0" dirty="0">
                <a:solidFill>
                  <a:srgbClr val="000000"/>
                </a:solidFill>
                <a:effectLst/>
                <a:latin typeface="Noto Sans Display"/>
              </a:rPr>
              <a:t>) where the </a:t>
            </a:r>
            <a:r>
              <a:rPr lang="en-GB" sz="2400" b="0" i="0" dirty="0">
                <a:solidFill>
                  <a:srgbClr val="000000"/>
                </a:solidFill>
                <a:effectLst/>
                <a:highlight>
                  <a:srgbClr val="FFFF00"/>
                </a:highlight>
                <a:latin typeface="Noto Sans Display"/>
              </a:rPr>
              <a:t>different stages of the production process are located across different countries. </a:t>
            </a:r>
            <a:br>
              <a:rPr lang="en-GB" sz="2400" b="0" i="0" dirty="0">
                <a:solidFill>
                  <a:srgbClr val="000000"/>
                </a:solidFill>
                <a:effectLst/>
                <a:latin typeface="Noto Sans Display"/>
              </a:rPr>
            </a:br>
            <a:br>
              <a:rPr lang="en-GB" sz="2400" dirty="0">
                <a:solidFill>
                  <a:srgbClr val="000000"/>
                </a:solidFill>
                <a:latin typeface="Noto Sans Display"/>
              </a:rPr>
            </a:br>
            <a:r>
              <a:rPr lang="en-GB" sz="1400" dirty="0">
                <a:solidFill>
                  <a:srgbClr val="000000"/>
                </a:solidFill>
                <a:latin typeface="Noto Sans Display"/>
              </a:rPr>
              <a:t>Key diagrams and charts are extracted from The World Bank report : </a:t>
            </a:r>
            <a:r>
              <a:rPr lang="en-GB" sz="1400" i="1" dirty="0">
                <a:solidFill>
                  <a:srgbClr val="181F25"/>
                </a:solidFill>
                <a:latin typeface="Open Sans" panose="020B0606030504020204" pitchFamily="34" charset="0"/>
              </a:rPr>
              <a:t>Trading for Development in the Age of Global Value Chains (Vol. 2 of 2) </a:t>
            </a:r>
            <a:endParaRPr lang="en-SG" sz="1400" dirty="0"/>
          </a:p>
        </p:txBody>
      </p:sp>
      <p:sp>
        <p:nvSpPr>
          <p:cNvPr id="3" name="Subtitle 2">
            <a:extLst>
              <a:ext uri="{FF2B5EF4-FFF2-40B4-BE49-F238E27FC236}">
                <a16:creationId xmlns:a16="http://schemas.microsoft.com/office/drawing/2014/main" id="{614717A3-68D5-AC31-25F1-42503F36B76E}"/>
              </a:ext>
            </a:extLst>
          </p:cNvPr>
          <p:cNvSpPr>
            <a:spLocks noGrp="1"/>
          </p:cNvSpPr>
          <p:nvPr>
            <p:ph type="subTitle" idx="1"/>
          </p:nvPr>
        </p:nvSpPr>
        <p:spPr>
          <a:xfrm>
            <a:off x="564040" y="5968617"/>
            <a:ext cx="5065415" cy="2563749"/>
          </a:xfrm>
          <a:noFill/>
        </p:spPr>
        <p:txBody>
          <a:bodyPr>
            <a:normAutofit/>
          </a:bodyPr>
          <a:lstStyle/>
          <a:p>
            <a:pPr algn="l"/>
            <a:r>
              <a:rPr lang="en-GB" sz="2000" dirty="0">
                <a:ln w="0"/>
                <a:effectLst>
                  <a:outerShdw blurRad="38100" dist="19050" dir="2700000" algn="tl" rotWithShape="0">
                    <a:schemeClr val="dk1">
                      <a:alpha val="40000"/>
                    </a:schemeClr>
                  </a:outerShdw>
                </a:effectLst>
                <a:highlight>
                  <a:srgbClr val="FFFF00"/>
                </a:highlight>
              </a:rPr>
              <a:t>Video link: </a:t>
            </a:r>
            <a:r>
              <a:rPr lang="en-GB" sz="2000" dirty="0">
                <a:ln w="0"/>
                <a:effectLst>
                  <a:outerShdw blurRad="38100" dist="19050" dir="2700000" algn="tl" rotWithShape="0">
                    <a:schemeClr val="dk1">
                      <a:alpha val="40000"/>
                    </a:schemeClr>
                  </a:outerShdw>
                </a:effectLst>
                <a:hlinkClick r:id="rId2"/>
              </a:rPr>
              <a:t>https://youtu.be/B3JGqsL7tA4?feature=shared</a:t>
            </a:r>
            <a:endParaRPr lang="en-GB" sz="2000" dirty="0">
              <a:ln w="0"/>
              <a:effectLst>
                <a:outerShdw blurRad="38100" dist="19050" dir="2700000" algn="tl" rotWithShape="0">
                  <a:schemeClr val="dk1">
                    <a:alpha val="40000"/>
                  </a:schemeClr>
                </a:outerShdw>
              </a:effectLst>
            </a:endParaRPr>
          </a:p>
          <a:p>
            <a:pPr algn="l"/>
            <a:endParaRPr lang="en-SG" sz="1000" dirty="0">
              <a:ln w="0"/>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1144A97F-CC6D-0AF2-C1CB-2409C6FE4473}"/>
              </a:ext>
            </a:extLst>
          </p:cNvPr>
          <p:cNvPicPr>
            <a:picLocks noChangeAspect="1"/>
          </p:cNvPicPr>
          <p:nvPr/>
        </p:nvPicPr>
        <p:blipFill rotWithShape="1">
          <a:blip r:embed="rId3"/>
          <a:srcRect r="12431"/>
          <a:stretch/>
        </p:blipFill>
        <p:spPr>
          <a:xfrm>
            <a:off x="637824" y="278797"/>
            <a:ext cx="4917845" cy="5615930"/>
          </a:xfrm>
          <a:prstGeom prst="rect">
            <a:avLst/>
          </a:prstGeom>
        </p:spPr>
      </p:pic>
      <p:sp>
        <p:nvSpPr>
          <p:cNvPr id="4" name="TextBox 3">
            <a:extLst>
              <a:ext uri="{FF2B5EF4-FFF2-40B4-BE49-F238E27FC236}">
                <a16:creationId xmlns:a16="http://schemas.microsoft.com/office/drawing/2014/main" id="{57A15E57-E2DE-8C64-13F9-060F27700AE2}"/>
              </a:ext>
            </a:extLst>
          </p:cNvPr>
          <p:cNvSpPr txBox="1"/>
          <p:nvPr/>
        </p:nvSpPr>
        <p:spPr>
          <a:xfrm>
            <a:off x="6330580" y="152400"/>
            <a:ext cx="5381360" cy="646331"/>
          </a:xfrm>
          <a:prstGeom prst="rect">
            <a:avLst/>
          </a:prstGeom>
          <a:noFill/>
        </p:spPr>
        <p:txBody>
          <a:bodyPr wrap="square" rtlCol="0">
            <a:spAutoFit/>
          </a:bodyPr>
          <a:lstStyle/>
          <a:p>
            <a:r>
              <a:rPr lang="en-GB" sz="3600" dirty="0">
                <a:latin typeface="+mj-lt"/>
              </a:rPr>
              <a:t>1. Introduction </a:t>
            </a:r>
            <a:endParaRPr lang="en-SG" sz="3600" dirty="0">
              <a:latin typeface="+mj-lt"/>
            </a:endParaRPr>
          </a:p>
        </p:txBody>
      </p:sp>
    </p:spTree>
    <p:extLst>
      <p:ext uri="{BB962C8B-B14F-4D97-AF65-F5344CB8AC3E}">
        <p14:creationId xmlns:p14="http://schemas.microsoft.com/office/powerpoint/2010/main" val="983674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B2BF9-3BD7-458B-1BE0-9CB9EA725987}"/>
              </a:ext>
            </a:extLst>
          </p:cNvPr>
          <p:cNvSpPr>
            <a:spLocks noGrp="1"/>
          </p:cNvSpPr>
          <p:nvPr>
            <p:ph type="title"/>
          </p:nvPr>
        </p:nvSpPr>
        <p:spPr>
          <a:xfrm>
            <a:off x="297180" y="132397"/>
            <a:ext cx="6301740" cy="3909695"/>
          </a:xfrm>
        </p:spPr>
        <p:txBody>
          <a:bodyPr anchor="t"/>
          <a:lstStyle/>
          <a:p>
            <a:r>
              <a:rPr lang="en-GB" b="1" dirty="0">
                <a:solidFill>
                  <a:srgbClr val="FF0000"/>
                </a:solidFill>
                <a:effectLst>
                  <a:outerShdw blurRad="38100" dist="38100" dir="2700000" algn="tl">
                    <a:srgbClr val="000000">
                      <a:alpha val="43137"/>
                    </a:srgbClr>
                  </a:outerShdw>
                </a:effectLst>
              </a:rPr>
              <a:t>Review of Asia’s Outward Growth Strategies </a:t>
            </a:r>
            <a:endParaRPr lang="en-SG" b="1" dirty="0">
              <a:solidFill>
                <a:srgbClr val="FF0000"/>
              </a:solidFill>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D03751C7-5A0B-82FB-6989-BEF0098F47A6}"/>
              </a:ext>
            </a:extLst>
          </p:cNvPr>
          <p:cNvGraphicFramePr>
            <a:graphicFrameLocks noGrp="1"/>
          </p:cNvGraphicFramePr>
          <p:nvPr>
            <p:ph idx="1"/>
            <p:extLst>
              <p:ext uri="{D42A27DB-BD31-4B8C-83A1-F6EECF244321}">
                <p14:modId xmlns:p14="http://schemas.microsoft.com/office/powerpoint/2010/main" val="2056424881"/>
              </p:ext>
            </p:extLst>
          </p:nvPr>
        </p:nvGraphicFramePr>
        <p:xfrm>
          <a:off x="-2038350" y="1584960"/>
          <a:ext cx="8957310" cy="47215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Right 4">
            <a:extLst>
              <a:ext uri="{FF2B5EF4-FFF2-40B4-BE49-F238E27FC236}">
                <a16:creationId xmlns:a16="http://schemas.microsoft.com/office/drawing/2014/main" id="{D02AE2CC-8B12-5DA5-807F-62D142D3DABA}"/>
              </a:ext>
            </a:extLst>
          </p:cNvPr>
          <p:cNvSpPr/>
          <p:nvPr/>
        </p:nvSpPr>
        <p:spPr>
          <a:xfrm>
            <a:off x="5006340" y="2918460"/>
            <a:ext cx="2758440" cy="1264920"/>
          </a:xfrm>
          <a:prstGeom prst="rightArrow">
            <a:avLst/>
          </a:prstGeom>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ln w="0"/>
                <a:solidFill>
                  <a:schemeClr val="tx1"/>
                </a:solidFill>
                <a:effectLst>
                  <a:outerShdw blurRad="38100" dist="19050" dir="2700000" algn="tl" rotWithShape="0">
                    <a:schemeClr val="dk1">
                      <a:alpha val="40000"/>
                    </a:schemeClr>
                  </a:outerShdw>
                </a:effectLst>
              </a:rPr>
              <a:t>Global Value Chain </a:t>
            </a:r>
            <a:endParaRPr lang="en-SG" dirty="0">
              <a:ln w="0"/>
              <a:solidFill>
                <a:schemeClr val="tx1"/>
              </a:solidFill>
              <a:effectLst>
                <a:outerShdw blurRad="38100" dist="19050" dir="2700000" algn="tl" rotWithShape="0">
                  <a:schemeClr val="dk1">
                    <a:alpha val="40000"/>
                  </a:schemeClr>
                </a:outerShdw>
              </a:effectLst>
            </a:endParaRPr>
          </a:p>
        </p:txBody>
      </p:sp>
      <p:pic>
        <p:nvPicPr>
          <p:cNvPr id="7" name="Picture 6" descr="A blue globe with continents and continents&#10;&#10;AI-generated content may be incorrect.">
            <a:extLst>
              <a:ext uri="{FF2B5EF4-FFF2-40B4-BE49-F238E27FC236}">
                <a16:creationId xmlns:a16="http://schemas.microsoft.com/office/drawing/2014/main" id="{E9907615-AFED-39C0-47BA-EBBBCA6D8ECD}"/>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005128" y="1836420"/>
            <a:ext cx="4042092" cy="4042092"/>
          </a:xfrm>
          <a:prstGeom prst="rect">
            <a:avLst/>
          </a:prstGeom>
        </p:spPr>
      </p:pic>
      <p:pic>
        <p:nvPicPr>
          <p:cNvPr id="9" name="Graphic 8" descr="Workflow with solid fill">
            <a:extLst>
              <a:ext uri="{FF2B5EF4-FFF2-40B4-BE49-F238E27FC236}">
                <a16:creationId xmlns:a16="http://schemas.microsoft.com/office/drawing/2014/main" id="{63BC1695-FB7B-9B9E-1ED6-054E418F624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83848" y="3945731"/>
            <a:ext cx="1775460" cy="1775460"/>
          </a:xfrm>
          <a:prstGeom prst="rect">
            <a:avLst/>
          </a:prstGeom>
        </p:spPr>
      </p:pic>
    </p:spTree>
    <p:extLst>
      <p:ext uri="{BB962C8B-B14F-4D97-AF65-F5344CB8AC3E}">
        <p14:creationId xmlns:p14="http://schemas.microsoft.com/office/powerpoint/2010/main" val="131050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7E82D9-68F7-1900-5132-EEC1C86B9D5A}"/>
              </a:ext>
            </a:extLst>
          </p:cNvPr>
          <p:cNvPicPr>
            <a:picLocks noChangeAspect="1"/>
          </p:cNvPicPr>
          <p:nvPr/>
        </p:nvPicPr>
        <p:blipFill>
          <a:blip r:embed="rId2"/>
          <a:stretch>
            <a:fillRect/>
          </a:stretch>
        </p:blipFill>
        <p:spPr>
          <a:xfrm>
            <a:off x="238205" y="34977"/>
            <a:ext cx="6517853" cy="6823023"/>
          </a:xfrm>
          <a:prstGeom prst="rect">
            <a:avLst/>
          </a:prstGeom>
        </p:spPr>
      </p:pic>
      <p:sp>
        <p:nvSpPr>
          <p:cNvPr id="2" name="TextBox 1">
            <a:extLst>
              <a:ext uri="{FF2B5EF4-FFF2-40B4-BE49-F238E27FC236}">
                <a16:creationId xmlns:a16="http://schemas.microsoft.com/office/drawing/2014/main" id="{2C2272D1-4A14-1419-7BEA-C530DB8A15E0}"/>
              </a:ext>
            </a:extLst>
          </p:cNvPr>
          <p:cNvSpPr txBox="1"/>
          <p:nvPr/>
        </p:nvSpPr>
        <p:spPr>
          <a:xfrm>
            <a:off x="7033260" y="533400"/>
            <a:ext cx="4655820" cy="2308324"/>
          </a:xfrm>
          <a:prstGeom prst="rect">
            <a:avLst/>
          </a:prstGeom>
          <a:noFill/>
        </p:spPr>
        <p:txBody>
          <a:bodyPr wrap="square" rtlCol="0">
            <a:spAutoFit/>
          </a:bodyPr>
          <a:lstStyle/>
          <a:p>
            <a:r>
              <a:rPr lang="en-GB" sz="4800" b="1" dirty="0">
                <a:solidFill>
                  <a:srgbClr val="FF0000"/>
                </a:solidFill>
              </a:rPr>
              <a:t>1.2 Introduction</a:t>
            </a:r>
          </a:p>
          <a:p>
            <a:r>
              <a:rPr lang="en-GB" sz="4800" b="1" dirty="0">
                <a:solidFill>
                  <a:srgbClr val="FF0000"/>
                </a:solidFill>
              </a:rPr>
              <a:t>Changing face of trade </a:t>
            </a:r>
            <a:endParaRPr lang="en-SG" sz="4800" b="1" dirty="0">
              <a:solidFill>
                <a:srgbClr val="FF0000"/>
              </a:solidFill>
            </a:endParaRPr>
          </a:p>
        </p:txBody>
      </p:sp>
      <p:pic>
        <p:nvPicPr>
          <p:cNvPr id="4" name="Picture 3" descr="A diagram of a change process&#10;&#10;AI-generated content may be incorrect.">
            <a:extLst>
              <a:ext uri="{FF2B5EF4-FFF2-40B4-BE49-F238E27FC236}">
                <a16:creationId xmlns:a16="http://schemas.microsoft.com/office/drawing/2014/main" id="{298DA868-22BD-F1CA-8410-97DBA50B428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33260" y="3213991"/>
            <a:ext cx="4397636" cy="3298227"/>
          </a:xfrm>
          <a:prstGeom prst="rect">
            <a:avLst/>
          </a:prstGeom>
        </p:spPr>
      </p:pic>
    </p:spTree>
    <p:extLst>
      <p:ext uri="{BB962C8B-B14F-4D97-AF65-F5344CB8AC3E}">
        <p14:creationId xmlns:p14="http://schemas.microsoft.com/office/powerpoint/2010/main" val="2879101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3E1934-2FA1-048F-4C65-389FF56A0D36}"/>
              </a:ext>
            </a:extLst>
          </p:cNvPr>
          <p:cNvSpPr>
            <a:spLocks noGrp="1"/>
          </p:cNvSpPr>
          <p:nvPr>
            <p:ph type="title"/>
          </p:nvPr>
        </p:nvSpPr>
        <p:spPr>
          <a:xfrm>
            <a:off x="1051560" y="14341"/>
            <a:ext cx="10515600" cy="1325563"/>
          </a:xfrm>
        </p:spPr>
        <p:txBody>
          <a:bodyPr anchor="t"/>
          <a:lstStyle/>
          <a:p>
            <a:r>
              <a:rPr lang="en-GB" dirty="0"/>
              <a:t>2. Global value chain (GVC) Basics </a:t>
            </a:r>
            <a:endParaRPr lang="en-SG" dirty="0"/>
          </a:p>
        </p:txBody>
      </p:sp>
      <p:pic>
        <p:nvPicPr>
          <p:cNvPr id="7" name="Picture 6">
            <a:extLst>
              <a:ext uri="{FF2B5EF4-FFF2-40B4-BE49-F238E27FC236}">
                <a16:creationId xmlns:a16="http://schemas.microsoft.com/office/drawing/2014/main" id="{215B26CC-E16C-67B9-591E-D0AC6BB64B9D}"/>
              </a:ext>
            </a:extLst>
          </p:cNvPr>
          <p:cNvPicPr>
            <a:picLocks noChangeAspect="1"/>
          </p:cNvPicPr>
          <p:nvPr/>
        </p:nvPicPr>
        <p:blipFill>
          <a:blip r:embed="rId2"/>
          <a:srcRect t="5652"/>
          <a:stretch>
            <a:fillRect/>
          </a:stretch>
        </p:blipFill>
        <p:spPr>
          <a:xfrm>
            <a:off x="112851" y="2244278"/>
            <a:ext cx="11966297" cy="3870960"/>
          </a:xfrm>
          <a:prstGeom prst="rect">
            <a:avLst/>
          </a:prstGeom>
        </p:spPr>
      </p:pic>
      <p:sp>
        <p:nvSpPr>
          <p:cNvPr id="2" name="Arrow: Curved Up 1">
            <a:extLst>
              <a:ext uri="{FF2B5EF4-FFF2-40B4-BE49-F238E27FC236}">
                <a16:creationId xmlns:a16="http://schemas.microsoft.com/office/drawing/2014/main" id="{CEF9E3DB-9FC9-EE64-1FF8-D2FF362EC3D9}"/>
              </a:ext>
            </a:extLst>
          </p:cNvPr>
          <p:cNvSpPr/>
          <p:nvPr/>
        </p:nvSpPr>
        <p:spPr>
          <a:xfrm>
            <a:off x="2446020" y="5382617"/>
            <a:ext cx="7018020" cy="139446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 name="TextBox 3">
            <a:extLst>
              <a:ext uri="{FF2B5EF4-FFF2-40B4-BE49-F238E27FC236}">
                <a16:creationId xmlns:a16="http://schemas.microsoft.com/office/drawing/2014/main" id="{B7593500-09C6-F8D7-3B57-8DCE00CEBC5A}"/>
              </a:ext>
            </a:extLst>
          </p:cNvPr>
          <p:cNvSpPr txBox="1"/>
          <p:nvPr/>
        </p:nvSpPr>
        <p:spPr>
          <a:xfrm>
            <a:off x="3360420" y="6215221"/>
            <a:ext cx="4914900" cy="369332"/>
          </a:xfrm>
          <a:prstGeom prst="rect">
            <a:avLst/>
          </a:prstGeom>
          <a:solidFill>
            <a:schemeClr val="accent2"/>
          </a:solidFill>
        </p:spPr>
        <p:txBody>
          <a:bodyPr wrap="square" rtlCol="0">
            <a:spAutoFit/>
          </a:bodyPr>
          <a:lstStyle/>
          <a:p>
            <a:pPr algn="ctr"/>
            <a:r>
              <a:rPr lang="en-GB" b="1" dirty="0">
                <a:effectLst>
                  <a:outerShdw blurRad="38100" dist="38100" dir="2700000" algn="tl">
                    <a:srgbClr val="000000">
                      <a:alpha val="43137"/>
                    </a:srgbClr>
                  </a:outerShdw>
                </a:effectLst>
              </a:rPr>
              <a:t>Traditional trade : all within a country </a:t>
            </a:r>
            <a:endParaRPr lang="en-SG"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EFDC3802-82B0-F536-8372-91136422AFDC}"/>
              </a:ext>
            </a:extLst>
          </p:cNvPr>
          <p:cNvSpPr txBox="1"/>
          <p:nvPr/>
        </p:nvSpPr>
        <p:spPr>
          <a:xfrm>
            <a:off x="990600" y="2052677"/>
            <a:ext cx="2926080" cy="646331"/>
          </a:xfrm>
          <a:prstGeom prst="rect">
            <a:avLst/>
          </a:prstGeom>
          <a:noFill/>
        </p:spPr>
        <p:txBody>
          <a:bodyPr wrap="square" rtlCol="0">
            <a:spAutoFit/>
          </a:bodyPr>
          <a:lstStyle/>
          <a:p>
            <a:r>
              <a:rPr lang="en-GB" dirty="0">
                <a:solidFill>
                  <a:srgbClr val="FF0000"/>
                </a:solidFill>
              </a:rPr>
              <a:t>Resource rich countries </a:t>
            </a:r>
          </a:p>
          <a:p>
            <a:r>
              <a:rPr lang="en-GB" dirty="0">
                <a:solidFill>
                  <a:srgbClr val="FF0000"/>
                </a:solidFill>
              </a:rPr>
              <a:t>But low A, FDI</a:t>
            </a:r>
            <a:endParaRPr lang="en-SG" dirty="0">
              <a:solidFill>
                <a:srgbClr val="FF0000"/>
              </a:solidFill>
            </a:endParaRPr>
          </a:p>
        </p:txBody>
      </p:sp>
      <p:sp>
        <p:nvSpPr>
          <p:cNvPr id="6" name="TextBox 5">
            <a:extLst>
              <a:ext uri="{FF2B5EF4-FFF2-40B4-BE49-F238E27FC236}">
                <a16:creationId xmlns:a16="http://schemas.microsoft.com/office/drawing/2014/main" id="{24F7B976-419D-85E3-B269-CA138061B90F}"/>
              </a:ext>
            </a:extLst>
          </p:cNvPr>
          <p:cNvSpPr txBox="1"/>
          <p:nvPr/>
        </p:nvSpPr>
        <p:spPr>
          <a:xfrm>
            <a:off x="3977640" y="1921112"/>
            <a:ext cx="2926080" cy="646331"/>
          </a:xfrm>
          <a:prstGeom prst="rect">
            <a:avLst/>
          </a:prstGeom>
          <a:noFill/>
        </p:spPr>
        <p:txBody>
          <a:bodyPr wrap="square" rtlCol="0">
            <a:spAutoFit/>
          </a:bodyPr>
          <a:lstStyle/>
          <a:p>
            <a:r>
              <a:rPr lang="en-GB" dirty="0">
                <a:solidFill>
                  <a:srgbClr val="FF0000"/>
                </a:solidFill>
              </a:rPr>
              <a:t>Labour abundant with trade infrastructure </a:t>
            </a:r>
            <a:endParaRPr lang="en-SG" dirty="0">
              <a:solidFill>
                <a:srgbClr val="FF0000"/>
              </a:solidFill>
            </a:endParaRPr>
          </a:p>
        </p:txBody>
      </p:sp>
      <p:sp>
        <p:nvSpPr>
          <p:cNvPr id="10" name="TextBox 9">
            <a:extLst>
              <a:ext uri="{FF2B5EF4-FFF2-40B4-BE49-F238E27FC236}">
                <a16:creationId xmlns:a16="http://schemas.microsoft.com/office/drawing/2014/main" id="{15D8048A-FF1B-0FCA-AD62-05F0FB617111}"/>
              </a:ext>
            </a:extLst>
          </p:cNvPr>
          <p:cNvSpPr txBox="1"/>
          <p:nvPr/>
        </p:nvSpPr>
        <p:spPr>
          <a:xfrm>
            <a:off x="1051560" y="789731"/>
            <a:ext cx="10797540" cy="1323439"/>
          </a:xfrm>
          <a:prstGeom prst="rect">
            <a:avLst/>
          </a:prstGeom>
          <a:noFill/>
        </p:spPr>
        <p:txBody>
          <a:bodyPr wrap="square">
            <a:spAutoFit/>
          </a:bodyPr>
          <a:lstStyle/>
          <a:p>
            <a:r>
              <a:rPr lang="en-GB" sz="2000" dirty="0"/>
              <a:t>Refers to the full range of activities that companies and workers engage in to bring a product or service from its conception to its end use and beyond, with </a:t>
            </a:r>
            <a:r>
              <a:rPr lang="en-GB" sz="2000" dirty="0">
                <a:highlight>
                  <a:srgbClr val="00FFFF"/>
                </a:highlight>
              </a:rPr>
              <a:t>these activities being geographically dispersed across different countries.</a:t>
            </a:r>
            <a:br>
              <a:rPr lang="en-GB" sz="2000" b="0" i="0" dirty="0">
                <a:solidFill>
                  <a:srgbClr val="000000"/>
                </a:solidFill>
                <a:effectLst/>
                <a:latin typeface="Noto Sans Display"/>
              </a:rPr>
            </a:br>
            <a:endParaRPr lang="en-SG" sz="2000" dirty="0"/>
          </a:p>
        </p:txBody>
      </p:sp>
      <p:sp>
        <p:nvSpPr>
          <p:cNvPr id="8" name="Arrow: Down 7">
            <a:extLst>
              <a:ext uri="{FF2B5EF4-FFF2-40B4-BE49-F238E27FC236}">
                <a16:creationId xmlns:a16="http://schemas.microsoft.com/office/drawing/2014/main" id="{796FFD17-BB2F-ADF9-F5AB-6851A7AAAA4C}"/>
              </a:ext>
            </a:extLst>
          </p:cNvPr>
          <p:cNvSpPr/>
          <p:nvPr/>
        </p:nvSpPr>
        <p:spPr>
          <a:xfrm rot="14205511">
            <a:off x="571500" y="5143500"/>
            <a:ext cx="815340" cy="11633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new</a:t>
            </a:r>
            <a:endParaRPr lang="en-SG" dirty="0"/>
          </a:p>
        </p:txBody>
      </p:sp>
    </p:spTree>
    <p:extLst>
      <p:ext uri="{BB962C8B-B14F-4D97-AF65-F5344CB8AC3E}">
        <p14:creationId xmlns:p14="http://schemas.microsoft.com/office/powerpoint/2010/main" val="165536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EA5FA-69BA-ACD0-E714-1A0E3BB204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4B1AA8-DE62-3CBE-26C4-8E562392F4EC}"/>
              </a:ext>
            </a:extLst>
          </p:cNvPr>
          <p:cNvSpPr>
            <a:spLocks noGrp="1"/>
          </p:cNvSpPr>
          <p:nvPr>
            <p:ph type="title"/>
          </p:nvPr>
        </p:nvSpPr>
        <p:spPr/>
        <p:txBody>
          <a:bodyPr/>
          <a:lstStyle/>
          <a:p>
            <a:r>
              <a:rPr lang="en-GB" dirty="0"/>
              <a:t>2. Global value chain (GVC) Basics </a:t>
            </a:r>
            <a:endParaRPr lang="en-SG" dirty="0"/>
          </a:p>
        </p:txBody>
      </p:sp>
      <p:pic>
        <p:nvPicPr>
          <p:cNvPr id="7" name="Picture 6">
            <a:extLst>
              <a:ext uri="{FF2B5EF4-FFF2-40B4-BE49-F238E27FC236}">
                <a16:creationId xmlns:a16="http://schemas.microsoft.com/office/drawing/2014/main" id="{B06F5256-B212-2379-6B3F-DB39D385F4BF}"/>
              </a:ext>
            </a:extLst>
          </p:cNvPr>
          <p:cNvPicPr>
            <a:picLocks noChangeAspect="1"/>
          </p:cNvPicPr>
          <p:nvPr/>
        </p:nvPicPr>
        <p:blipFill>
          <a:blip r:embed="rId2"/>
          <a:srcRect t="5652"/>
          <a:stretch>
            <a:fillRect/>
          </a:stretch>
        </p:blipFill>
        <p:spPr>
          <a:xfrm>
            <a:off x="662940" y="1404400"/>
            <a:ext cx="10515600" cy="3019604"/>
          </a:xfrm>
          <a:prstGeom prst="rect">
            <a:avLst/>
          </a:prstGeom>
        </p:spPr>
      </p:pic>
      <p:graphicFrame>
        <p:nvGraphicFramePr>
          <p:cNvPr id="4" name="Diagram 3">
            <a:extLst>
              <a:ext uri="{FF2B5EF4-FFF2-40B4-BE49-F238E27FC236}">
                <a16:creationId xmlns:a16="http://schemas.microsoft.com/office/drawing/2014/main" id="{B3D59F8C-787B-6E4E-8602-CFE307E1CFBB}"/>
              </a:ext>
            </a:extLst>
          </p:cNvPr>
          <p:cNvGraphicFramePr/>
          <p:nvPr>
            <p:extLst>
              <p:ext uri="{D42A27DB-BD31-4B8C-83A1-F6EECF244321}">
                <p14:modId xmlns:p14="http://schemas.microsoft.com/office/powerpoint/2010/main" val="2226470925"/>
              </p:ext>
            </p:extLst>
          </p:nvPr>
        </p:nvGraphicFramePr>
        <p:xfrm>
          <a:off x="754380" y="4465776"/>
          <a:ext cx="10995660" cy="1631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9091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AB11C-5686-F986-5B3A-0781B938C4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D5F5C2-779E-C8AF-44EF-3248EC5C545C}"/>
              </a:ext>
            </a:extLst>
          </p:cNvPr>
          <p:cNvSpPr>
            <a:spLocks noGrp="1"/>
          </p:cNvSpPr>
          <p:nvPr>
            <p:ph type="title"/>
          </p:nvPr>
        </p:nvSpPr>
        <p:spPr>
          <a:xfrm>
            <a:off x="838200" y="0"/>
            <a:ext cx="10515600" cy="1325563"/>
          </a:xfrm>
        </p:spPr>
        <p:txBody>
          <a:bodyPr/>
          <a:lstStyle/>
          <a:p>
            <a:r>
              <a:rPr lang="en-GB" dirty="0"/>
              <a:t>2.1	Global value chain (GVC) Basics </a:t>
            </a:r>
            <a:endParaRPr lang="en-SG" dirty="0"/>
          </a:p>
        </p:txBody>
      </p:sp>
      <p:pic>
        <p:nvPicPr>
          <p:cNvPr id="7" name="Picture 6">
            <a:extLst>
              <a:ext uri="{FF2B5EF4-FFF2-40B4-BE49-F238E27FC236}">
                <a16:creationId xmlns:a16="http://schemas.microsoft.com/office/drawing/2014/main" id="{0E5F0938-0696-BC26-70DE-6E003AF5863C}"/>
              </a:ext>
            </a:extLst>
          </p:cNvPr>
          <p:cNvPicPr>
            <a:picLocks noChangeAspect="1"/>
          </p:cNvPicPr>
          <p:nvPr/>
        </p:nvPicPr>
        <p:blipFill>
          <a:blip r:embed="rId2"/>
          <a:srcRect t="5652"/>
          <a:stretch>
            <a:fillRect/>
          </a:stretch>
        </p:blipFill>
        <p:spPr>
          <a:xfrm>
            <a:off x="297180" y="1325563"/>
            <a:ext cx="8199120" cy="2652321"/>
          </a:xfrm>
          <a:prstGeom prst="rect">
            <a:avLst/>
          </a:prstGeom>
        </p:spPr>
      </p:pic>
      <p:sp>
        <p:nvSpPr>
          <p:cNvPr id="8" name="TextBox 7">
            <a:extLst>
              <a:ext uri="{FF2B5EF4-FFF2-40B4-BE49-F238E27FC236}">
                <a16:creationId xmlns:a16="http://schemas.microsoft.com/office/drawing/2014/main" id="{BD390DEC-E0CA-98C8-70DE-0CBB2AC8766C}"/>
              </a:ext>
            </a:extLst>
          </p:cNvPr>
          <p:cNvSpPr txBox="1"/>
          <p:nvPr/>
        </p:nvSpPr>
        <p:spPr>
          <a:xfrm>
            <a:off x="8282940" y="1028700"/>
            <a:ext cx="3611880" cy="4647426"/>
          </a:xfrm>
          <a:prstGeom prst="rect">
            <a:avLst/>
          </a:prstGeom>
          <a:noFill/>
        </p:spPr>
        <p:txBody>
          <a:bodyPr wrap="square" rtlCol="0">
            <a:spAutoFit/>
          </a:bodyPr>
          <a:lstStyle/>
          <a:p>
            <a:r>
              <a:rPr lang="en-GB" sz="2800" b="1" dirty="0"/>
              <a:t>Fragmentation of Production:</a:t>
            </a:r>
            <a:r>
              <a:rPr lang="en-GB" sz="2800" dirty="0"/>
              <a:t> </a:t>
            </a:r>
          </a:p>
          <a:p>
            <a:endParaRPr lang="en-GB" sz="2400" dirty="0"/>
          </a:p>
          <a:p>
            <a:r>
              <a:rPr lang="en-GB" sz="2400" dirty="0"/>
              <a:t>The production process is broken down into discrete tasks or stages, which can then be located wherever it is most efficient or advantageous (e.g., lower labor costs, access to specific raw materials, specialized expertise).</a:t>
            </a:r>
          </a:p>
        </p:txBody>
      </p:sp>
      <p:sp>
        <p:nvSpPr>
          <p:cNvPr id="2" name="Speech Bubble: Rectangle 1">
            <a:extLst>
              <a:ext uri="{FF2B5EF4-FFF2-40B4-BE49-F238E27FC236}">
                <a16:creationId xmlns:a16="http://schemas.microsoft.com/office/drawing/2014/main" id="{4D26F0AE-4F33-0C90-918B-4259261D0B93}"/>
              </a:ext>
            </a:extLst>
          </p:cNvPr>
          <p:cNvSpPr/>
          <p:nvPr/>
        </p:nvSpPr>
        <p:spPr>
          <a:xfrm>
            <a:off x="2114550" y="4359274"/>
            <a:ext cx="4564380" cy="1767767"/>
          </a:xfrm>
          <a:prstGeom prst="wedgeRectCallout">
            <a:avLst>
              <a:gd name="adj1" fmla="val -17661"/>
              <a:gd name="adj2" fmla="val -896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Although we are viewing 3 stages of production</a:t>
            </a:r>
          </a:p>
          <a:p>
            <a:pPr algn="ctr"/>
            <a:r>
              <a:rPr lang="en-GB" dirty="0"/>
              <a:t>But in actual fact, in each stage , there can be tens and hundreds of processes </a:t>
            </a:r>
            <a:endParaRPr lang="en-SG" dirty="0"/>
          </a:p>
        </p:txBody>
      </p:sp>
    </p:spTree>
    <p:extLst>
      <p:ext uri="{BB962C8B-B14F-4D97-AF65-F5344CB8AC3E}">
        <p14:creationId xmlns:p14="http://schemas.microsoft.com/office/powerpoint/2010/main" val="2204896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648F6-1253-95E3-3DDA-E298C69D5417}"/>
              </a:ext>
            </a:extLst>
          </p:cNvPr>
          <p:cNvSpPr>
            <a:spLocks noGrp="1"/>
          </p:cNvSpPr>
          <p:nvPr>
            <p:ph type="title"/>
          </p:nvPr>
        </p:nvSpPr>
        <p:spPr>
          <a:xfrm>
            <a:off x="838200" y="98425"/>
            <a:ext cx="10515600" cy="1325563"/>
          </a:xfrm>
        </p:spPr>
        <p:txBody>
          <a:bodyPr/>
          <a:lstStyle/>
          <a:p>
            <a:r>
              <a:rPr lang="en-GB" b="1" dirty="0"/>
              <a:t>2.2 Fragmentation of process</a:t>
            </a:r>
            <a:endParaRPr lang="en-SG" b="1" dirty="0"/>
          </a:p>
        </p:txBody>
      </p:sp>
      <p:sp>
        <p:nvSpPr>
          <p:cNvPr id="3" name="Content Placeholder 2">
            <a:extLst>
              <a:ext uri="{FF2B5EF4-FFF2-40B4-BE49-F238E27FC236}">
                <a16:creationId xmlns:a16="http://schemas.microsoft.com/office/drawing/2014/main" id="{561BC42D-B59F-314A-2899-7C2F8C3A2916}"/>
              </a:ext>
            </a:extLst>
          </p:cNvPr>
          <p:cNvSpPr>
            <a:spLocks noGrp="1"/>
          </p:cNvSpPr>
          <p:nvPr>
            <p:ph idx="1"/>
          </p:nvPr>
        </p:nvSpPr>
        <p:spPr>
          <a:xfrm>
            <a:off x="838200" y="1495211"/>
            <a:ext cx="10515600" cy="1603375"/>
          </a:xfrm>
        </p:spPr>
        <p:txBody>
          <a:bodyPr>
            <a:normAutofit fontScale="85000" lnSpcReduction="20000"/>
          </a:bodyPr>
          <a:lstStyle/>
          <a:p>
            <a:r>
              <a:rPr lang="en-GB" dirty="0"/>
              <a:t>various stages of its creation—such as research and development, design, sourcing of raw materials, production of components, assembly, marketing, distribution, and after-sales service—are carried out in different countries around the world.</a:t>
            </a:r>
          </a:p>
          <a:p>
            <a:r>
              <a:rPr lang="en-GB" dirty="0"/>
              <a:t>And notably it includes a </a:t>
            </a:r>
            <a:r>
              <a:rPr lang="en-GB" dirty="0">
                <a:highlight>
                  <a:srgbClr val="FFFF00"/>
                </a:highlight>
              </a:rPr>
              <a:t>large section of services </a:t>
            </a:r>
            <a:endParaRPr lang="en-SG" dirty="0">
              <a:highlight>
                <a:srgbClr val="FFFF00"/>
              </a:highlight>
            </a:endParaRPr>
          </a:p>
        </p:txBody>
      </p:sp>
      <p:pic>
        <p:nvPicPr>
          <p:cNvPr id="4" name="Picture 3">
            <a:extLst>
              <a:ext uri="{FF2B5EF4-FFF2-40B4-BE49-F238E27FC236}">
                <a16:creationId xmlns:a16="http://schemas.microsoft.com/office/drawing/2014/main" id="{AE4C6E6E-A54E-FC4B-B96D-576FEDF037D1}"/>
              </a:ext>
            </a:extLst>
          </p:cNvPr>
          <p:cNvPicPr>
            <a:picLocks noChangeAspect="1"/>
          </p:cNvPicPr>
          <p:nvPr/>
        </p:nvPicPr>
        <p:blipFill>
          <a:blip r:embed="rId3"/>
          <a:srcRect t="54418"/>
          <a:stretch>
            <a:fillRect/>
          </a:stretch>
        </p:blipFill>
        <p:spPr>
          <a:xfrm>
            <a:off x="383827" y="3021746"/>
            <a:ext cx="11269296" cy="2784305"/>
          </a:xfrm>
          <a:prstGeom prst="rect">
            <a:avLst/>
          </a:prstGeom>
        </p:spPr>
      </p:pic>
      <p:sp>
        <p:nvSpPr>
          <p:cNvPr id="5" name="Arrow: Left-Right 4">
            <a:extLst>
              <a:ext uri="{FF2B5EF4-FFF2-40B4-BE49-F238E27FC236}">
                <a16:creationId xmlns:a16="http://schemas.microsoft.com/office/drawing/2014/main" id="{FC3EF54E-C0C3-EA7B-FA9E-5490F2AA892E}"/>
              </a:ext>
            </a:extLst>
          </p:cNvPr>
          <p:cNvSpPr/>
          <p:nvPr/>
        </p:nvSpPr>
        <p:spPr>
          <a:xfrm>
            <a:off x="7295798" y="5593400"/>
            <a:ext cx="3880437" cy="65314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Service </a:t>
            </a:r>
            <a:endParaRPr lang="en-SG" dirty="0"/>
          </a:p>
        </p:txBody>
      </p:sp>
      <p:sp>
        <p:nvSpPr>
          <p:cNvPr id="7" name="Arrow: Left-Right 6">
            <a:extLst>
              <a:ext uri="{FF2B5EF4-FFF2-40B4-BE49-F238E27FC236}">
                <a16:creationId xmlns:a16="http://schemas.microsoft.com/office/drawing/2014/main" id="{21DEDD1A-27A1-74A8-E91C-9F4AF4B76A46}"/>
              </a:ext>
            </a:extLst>
          </p:cNvPr>
          <p:cNvSpPr/>
          <p:nvPr/>
        </p:nvSpPr>
        <p:spPr>
          <a:xfrm>
            <a:off x="1481738" y="5677220"/>
            <a:ext cx="3880437" cy="65314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Service </a:t>
            </a:r>
            <a:endParaRPr lang="en-SG" dirty="0"/>
          </a:p>
        </p:txBody>
      </p:sp>
      <p:sp>
        <p:nvSpPr>
          <p:cNvPr id="9" name="Arrow: Left-Right 8">
            <a:extLst>
              <a:ext uri="{FF2B5EF4-FFF2-40B4-BE49-F238E27FC236}">
                <a16:creationId xmlns:a16="http://schemas.microsoft.com/office/drawing/2014/main" id="{B587EBFE-9042-0030-DBB1-CD2535D02A0A}"/>
              </a:ext>
            </a:extLst>
          </p:cNvPr>
          <p:cNvSpPr/>
          <p:nvPr/>
        </p:nvSpPr>
        <p:spPr>
          <a:xfrm>
            <a:off x="838200" y="6330363"/>
            <a:ext cx="10668000" cy="36761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Consider the role of BIG DATA </a:t>
            </a:r>
            <a:endParaRPr lang="en-SG" dirty="0"/>
          </a:p>
        </p:txBody>
      </p:sp>
    </p:spTree>
    <p:extLst>
      <p:ext uri="{BB962C8B-B14F-4D97-AF65-F5344CB8AC3E}">
        <p14:creationId xmlns:p14="http://schemas.microsoft.com/office/powerpoint/2010/main" val="472068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072315-3E80-0F3A-A05C-37200CF24894}"/>
              </a:ext>
            </a:extLst>
          </p:cNvPr>
          <p:cNvPicPr>
            <a:picLocks noChangeAspect="1"/>
          </p:cNvPicPr>
          <p:nvPr/>
        </p:nvPicPr>
        <p:blipFill>
          <a:blip r:embed="rId2"/>
          <a:stretch>
            <a:fillRect/>
          </a:stretch>
        </p:blipFill>
        <p:spPr>
          <a:xfrm>
            <a:off x="634380" y="1273412"/>
            <a:ext cx="11237579" cy="4827652"/>
          </a:xfrm>
          <a:prstGeom prst="rect">
            <a:avLst/>
          </a:prstGeom>
        </p:spPr>
      </p:pic>
      <p:sp>
        <p:nvSpPr>
          <p:cNvPr id="4" name="TextBox 3">
            <a:extLst>
              <a:ext uri="{FF2B5EF4-FFF2-40B4-BE49-F238E27FC236}">
                <a16:creationId xmlns:a16="http://schemas.microsoft.com/office/drawing/2014/main" id="{DFD2E566-F471-E6CA-16E5-3FC593B9CF36}"/>
              </a:ext>
            </a:extLst>
          </p:cNvPr>
          <p:cNvSpPr txBox="1"/>
          <p:nvPr/>
        </p:nvSpPr>
        <p:spPr>
          <a:xfrm>
            <a:off x="1029661" y="391886"/>
            <a:ext cx="9996927" cy="646331"/>
          </a:xfrm>
          <a:prstGeom prst="rect">
            <a:avLst/>
          </a:prstGeom>
          <a:noFill/>
        </p:spPr>
        <p:txBody>
          <a:bodyPr wrap="square" rtlCol="0">
            <a:spAutoFit/>
          </a:bodyPr>
          <a:lstStyle/>
          <a:p>
            <a:r>
              <a:rPr lang="en-GB" sz="3600" b="1" dirty="0"/>
              <a:t>2.3 Role of Service in the GVC </a:t>
            </a:r>
            <a:endParaRPr lang="en-SG" sz="3600" b="1" dirty="0"/>
          </a:p>
        </p:txBody>
      </p:sp>
    </p:spTree>
    <p:extLst>
      <p:ext uri="{BB962C8B-B14F-4D97-AF65-F5344CB8AC3E}">
        <p14:creationId xmlns:p14="http://schemas.microsoft.com/office/powerpoint/2010/main" val="558132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C3F80-5D17-E642-A65B-2A7C8575BB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CFF469-938E-2DC1-1B5E-564F1613D346}"/>
              </a:ext>
            </a:extLst>
          </p:cNvPr>
          <p:cNvSpPr>
            <a:spLocks noGrp="1"/>
          </p:cNvSpPr>
          <p:nvPr>
            <p:ph type="title"/>
          </p:nvPr>
        </p:nvSpPr>
        <p:spPr/>
        <p:txBody>
          <a:bodyPr/>
          <a:lstStyle/>
          <a:p>
            <a:r>
              <a:rPr lang="en-GB" dirty="0"/>
              <a:t>2.4 Global value chain (GVC) Basics </a:t>
            </a:r>
            <a:endParaRPr lang="en-SG" dirty="0"/>
          </a:p>
        </p:txBody>
      </p:sp>
      <p:pic>
        <p:nvPicPr>
          <p:cNvPr id="7" name="Picture 6">
            <a:extLst>
              <a:ext uri="{FF2B5EF4-FFF2-40B4-BE49-F238E27FC236}">
                <a16:creationId xmlns:a16="http://schemas.microsoft.com/office/drawing/2014/main" id="{9D345BC1-FB3D-3DAC-7D80-2A904E90601B}"/>
              </a:ext>
            </a:extLst>
          </p:cNvPr>
          <p:cNvPicPr>
            <a:picLocks noChangeAspect="1"/>
          </p:cNvPicPr>
          <p:nvPr/>
        </p:nvPicPr>
        <p:blipFill>
          <a:blip r:embed="rId2"/>
          <a:srcRect t="5652"/>
          <a:stretch>
            <a:fillRect/>
          </a:stretch>
        </p:blipFill>
        <p:spPr>
          <a:xfrm>
            <a:off x="510540" y="1267240"/>
            <a:ext cx="10995660" cy="3556970"/>
          </a:xfrm>
          <a:prstGeom prst="rect">
            <a:avLst/>
          </a:prstGeom>
        </p:spPr>
      </p:pic>
      <p:sp>
        <p:nvSpPr>
          <p:cNvPr id="8" name="TextBox 7">
            <a:extLst>
              <a:ext uri="{FF2B5EF4-FFF2-40B4-BE49-F238E27FC236}">
                <a16:creationId xmlns:a16="http://schemas.microsoft.com/office/drawing/2014/main" id="{3198FF4F-465F-3272-2F76-29C801B3B33B}"/>
              </a:ext>
            </a:extLst>
          </p:cNvPr>
          <p:cNvSpPr txBox="1"/>
          <p:nvPr/>
        </p:nvSpPr>
        <p:spPr>
          <a:xfrm>
            <a:off x="746760" y="4335780"/>
            <a:ext cx="11239500" cy="1815882"/>
          </a:xfrm>
          <a:prstGeom prst="rect">
            <a:avLst/>
          </a:prstGeom>
          <a:noFill/>
        </p:spPr>
        <p:txBody>
          <a:bodyPr wrap="square" rtlCol="0">
            <a:spAutoFit/>
          </a:bodyPr>
          <a:lstStyle/>
          <a:p>
            <a:r>
              <a:rPr lang="en-GB" sz="2800" dirty="0"/>
              <a:t>Key characteristics of a GVC include:</a:t>
            </a:r>
          </a:p>
          <a:p>
            <a:r>
              <a:rPr lang="en-GB" sz="2800" b="1" dirty="0"/>
              <a:t>International Division of Labor:</a:t>
            </a:r>
            <a:r>
              <a:rPr lang="en-GB" sz="2800" dirty="0"/>
              <a:t> Different countries and firms specialize in specific tasks or segments of the value chain, leveraging their </a:t>
            </a:r>
            <a:r>
              <a:rPr lang="en-GB" sz="2800" b="1" u="sng" dirty="0"/>
              <a:t>comparative advantages</a:t>
            </a:r>
            <a:r>
              <a:rPr lang="en-GB" sz="2800" dirty="0"/>
              <a:t>, as explained by </a:t>
            </a:r>
            <a:r>
              <a:rPr lang="en-GB" sz="2800" dirty="0">
                <a:highlight>
                  <a:srgbClr val="00FFFF"/>
                </a:highlight>
              </a:rPr>
              <a:t>Hecksher Olin theorem </a:t>
            </a:r>
          </a:p>
        </p:txBody>
      </p:sp>
    </p:spTree>
    <p:extLst>
      <p:ext uri="{BB962C8B-B14F-4D97-AF65-F5344CB8AC3E}">
        <p14:creationId xmlns:p14="http://schemas.microsoft.com/office/powerpoint/2010/main" val="198233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F62B-114A-B0CC-4983-E076CF067B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C4045FA-7A96-350C-1A77-6F51C41FE68E}"/>
              </a:ext>
            </a:extLst>
          </p:cNvPr>
          <p:cNvSpPr>
            <a:spLocks noGrp="1"/>
          </p:cNvSpPr>
          <p:nvPr>
            <p:ph type="title"/>
          </p:nvPr>
        </p:nvSpPr>
        <p:spPr/>
        <p:txBody>
          <a:bodyPr/>
          <a:lstStyle/>
          <a:p>
            <a:r>
              <a:rPr lang="en-GB" dirty="0"/>
              <a:t>2.5 Global value chain (GVC) Basics </a:t>
            </a:r>
            <a:endParaRPr lang="en-SG" dirty="0"/>
          </a:p>
        </p:txBody>
      </p:sp>
      <p:pic>
        <p:nvPicPr>
          <p:cNvPr id="7" name="Picture 6">
            <a:extLst>
              <a:ext uri="{FF2B5EF4-FFF2-40B4-BE49-F238E27FC236}">
                <a16:creationId xmlns:a16="http://schemas.microsoft.com/office/drawing/2014/main" id="{19F539EA-18FF-CF3F-A933-DEA362672289}"/>
              </a:ext>
            </a:extLst>
          </p:cNvPr>
          <p:cNvPicPr>
            <a:picLocks noChangeAspect="1"/>
          </p:cNvPicPr>
          <p:nvPr/>
        </p:nvPicPr>
        <p:blipFill>
          <a:blip r:embed="rId2"/>
          <a:srcRect t="5652"/>
          <a:stretch>
            <a:fillRect/>
          </a:stretch>
        </p:blipFill>
        <p:spPr>
          <a:xfrm>
            <a:off x="662940" y="1404400"/>
            <a:ext cx="6723821" cy="2175079"/>
          </a:xfrm>
          <a:prstGeom prst="rect">
            <a:avLst/>
          </a:prstGeom>
        </p:spPr>
      </p:pic>
      <p:sp>
        <p:nvSpPr>
          <p:cNvPr id="8" name="TextBox 7">
            <a:extLst>
              <a:ext uri="{FF2B5EF4-FFF2-40B4-BE49-F238E27FC236}">
                <a16:creationId xmlns:a16="http://schemas.microsoft.com/office/drawing/2014/main" id="{3D43495A-8204-FFB8-B233-CAA894E3A27A}"/>
              </a:ext>
            </a:extLst>
          </p:cNvPr>
          <p:cNvSpPr txBox="1"/>
          <p:nvPr/>
        </p:nvSpPr>
        <p:spPr>
          <a:xfrm>
            <a:off x="739140" y="3322776"/>
            <a:ext cx="10995660" cy="2677656"/>
          </a:xfrm>
          <a:prstGeom prst="rect">
            <a:avLst/>
          </a:prstGeom>
          <a:noFill/>
        </p:spPr>
        <p:txBody>
          <a:bodyPr wrap="square" rtlCol="0">
            <a:spAutoFit/>
          </a:bodyPr>
          <a:lstStyle/>
          <a:p>
            <a:r>
              <a:rPr lang="en-GB" sz="2800" dirty="0"/>
              <a:t>Key characteristics of a GVC include:</a:t>
            </a:r>
          </a:p>
          <a:p>
            <a:r>
              <a:rPr lang="en-GB" sz="2800" b="1" dirty="0"/>
              <a:t>Interdependence:</a:t>
            </a:r>
            <a:r>
              <a:rPr lang="en-GB" sz="2800" dirty="0"/>
              <a:t> The various stages and actors in the GVC are highly interconnected and dependent on each other to deliver the final product or service.</a:t>
            </a:r>
          </a:p>
          <a:p>
            <a:r>
              <a:rPr lang="en-GB" sz="2800" b="1" dirty="0"/>
              <a:t>Value Addition Across Borders:</a:t>
            </a:r>
            <a:r>
              <a:rPr lang="en-GB" sz="2800" dirty="0"/>
              <a:t> Each activity performed in a different country </a:t>
            </a:r>
            <a:r>
              <a:rPr lang="en-GB" sz="2800" dirty="0">
                <a:highlight>
                  <a:srgbClr val="00FFFF"/>
                </a:highlight>
              </a:rPr>
              <a:t>adds value </a:t>
            </a:r>
            <a:r>
              <a:rPr lang="en-GB" sz="2800" dirty="0"/>
              <a:t>to the product as it moves through the chain.</a:t>
            </a:r>
          </a:p>
        </p:txBody>
      </p:sp>
    </p:spTree>
    <p:extLst>
      <p:ext uri="{BB962C8B-B14F-4D97-AF65-F5344CB8AC3E}">
        <p14:creationId xmlns:p14="http://schemas.microsoft.com/office/powerpoint/2010/main" val="1495665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3106F-A9F4-F44F-EA4E-6287157A5A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F23325-4C8A-A055-D448-138388BDDC08}"/>
              </a:ext>
            </a:extLst>
          </p:cNvPr>
          <p:cNvSpPr>
            <a:spLocks noGrp="1"/>
          </p:cNvSpPr>
          <p:nvPr>
            <p:ph type="title"/>
          </p:nvPr>
        </p:nvSpPr>
        <p:spPr/>
        <p:txBody>
          <a:bodyPr/>
          <a:lstStyle/>
          <a:p>
            <a:r>
              <a:rPr lang="en-GB" dirty="0"/>
              <a:t>2.6 Global value chain (GVC) Basics </a:t>
            </a:r>
            <a:endParaRPr lang="en-SG" dirty="0"/>
          </a:p>
        </p:txBody>
      </p:sp>
      <p:pic>
        <p:nvPicPr>
          <p:cNvPr id="7" name="Picture 6">
            <a:extLst>
              <a:ext uri="{FF2B5EF4-FFF2-40B4-BE49-F238E27FC236}">
                <a16:creationId xmlns:a16="http://schemas.microsoft.com/office/drawing/2014/main" id="{CE313B04-6F2B-D911-DC90-6048EC0DB7D4}"/>
              </a:ext>
            </a:extLst>
          </p:cNvPr>
          <p:cNvPicPr>
            <a:picLocks noChangeAspect="1"/>
          </p:cNvPicPr>
          <p:nvPr/>
        </p:nvPicPr>
        <p:blipFill>
          <a:blip r:embed="rId2"/>
          <a:srcRect t="5652"/>
          <a:stretch>
            <a:fillRect/>
          </a:stretch>
        </p:blipFill>
        <p:spPr>
          <a:xfrm>
            <a:off x="662940" y="1404400"/>
            <a:ext cx="6723821" cy="2175079"/>
          </a:xfrm>
          <a:prstGeom prst="rect">
            <a:avLst/>
          </a:prstGeom>
        </p:spPr>
      </p:pic>
      <p:sp>
        <p:nvSpPr>
          <p:cNvPr id="8" name="TextBox 7">
            <a:extLst>
              <a:ext uri="{FF2B5EF4-FFF2-40B4-BE49-F238E27FC236}">
                <a16:creationId xmlns:a16="http://schemas.microsoft.com/office/drawing/2014/main" id="{8264ADF5-A5AD-F957-325B-E4C9EB455319}"/>
              </a:ext>
            </a:extLst>
          </p:cNvPr>
          <p:cNvSpPr txBox="1"/>
          <p:nvPr/>
        </p:nvSpPr>
        <p:spPr>
          <a:xfrm>
            <a:off x="739140" y="3322776"/>
            <a:ext cx="10995660" cy="1384995"/>
          </a:xfrm>
          <a:prstGeom prst="rect">
            <a:avLst/>
          </a:prstGeom>
          <a:noFill/>
        </p:spPr>
        <p:txBody>
          <a:bodyPr wrap="square" rtlCol="0">
            <a:spAutoFit/>
          </a:bodyPr>
          <a:lstStyle/>
          <a:p>
            <a:r>
              <a:rPr lang="en-GB" sz="2800" dirty="0"/>
              <a:t>Key characteristics of a GVC include:</a:t>
            </a:r>
          </a:p>
          <a:p>
            <a:r>
              <a:rPr lang="en-GB" sz="2800" b="1" dirty="0"/>
              <a:t>Value Addition Across Borders:</a:t>
            </a:r>
            <a:r>
              <a:rPr lang="en-GB" sz="2800" dirty="0"/>
              <a:t> Each activity performed in a different country </a:t>
            </a:r>
            <a:r>
              <a:rPr lang="en-GB" sz="2800" dirty="0">
                <a:highlight>
                  <a:srgbClr val="00FFFF"/>
                </a:highlight>
              </a:rPr>
              <a:t>adds value </a:t>
            </a:r>
            <a:r>
              <a:rPr lang="en-GB" sz="2800" dirty="0"/>
              <a:t>to the product as it moves through the chain.</a:t>
            </a:r>
          </a:p>
        </p:txBody>
      </p:sp>
      <p:graphicFrame>
        <p:nvGraphicFramePr>
          <p:cNvPr id="4" name="Diagram 3">
            <a:extLst>
              <a:ext uri="{FF2B5EF4-FFF2-40B4-BE49-F238E27FC236}">
                <a16:creationId xmlns:a16="http://schemas.microsoft.com/office/drawing/2014/main" id="{F66B8820-7745-129E-C73D-A09DA593F72F}"/>
              </a:ext>
            </a:extLst>
          </p:cNvPr>
          <p:cNvGraphicFramePr/>
          <p:nvPr>
            <p:extLst>
              <p:ext uri="{D42A27DB-BD31-4B8C-83A1-F6EECF244321}">
                <p14:modId xmlns:p14="http://schemas.microsoft.com/office/powerpoint/2010/main" val="3824977587"/>
              </p:ext>
            </p:extLst>
          </p:nvPr>
        </p:nvGraphicFramePr>
        <p:xfrm>
          <a:off x="-234727" y="4531090"/>
          <a:ext cx="8054339" cy="23269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4BC5787-75B4-CAA0-EA15-8F133F3C2A99}"/>
              </a:ext>
            </a:extLst>
          </p:cNvPr>
          <p:cNvSpPr txBox="1"/>
          <p:nvPr/>
        </p:nvSpPr>
        <p:spPr>
          <a:xfrm>
            <a:off x="6621780" y="4707771"/>
            <a:ext cx="5336982" cy="1200329"/>
          </a:xfrm>
          <a:prstGeom prst="rect">
            <a:avLst/>
          </a:prstGeom>
          <a:noFill/>
        </p:spPr>
        <p:txBody>
          <a:bodyPr wrap="square" rtlCol="0">
            <a:spAutoFit/>
          </a:bodyPr>
          <a:lstStyle/>
          <a:p>
            <a:r>
              <a:rPr lang="en-GB" sz="3600" dirty="0"/>
              <a:t>Value added (VA) = Output value – Input value </a:t>
            </a:r>
            <a:endParaRPr lang="en-SG" sz="3600" dirty="0"/>
          </a:p>
        </p:txBody>
      </p:sp>
    </p:spTree>
    <p:extLst>
      <p:ext uri="{BB962C8B-B14F-4D97-AF65-F5344CB8AC3E}">
        <p14:creationId xmlns:p14="http://schemas.microsoft.com/office/powerpoint/2010/main" val="3897454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79651-08A7-03C3-4827-3ECE4EE21E68}"/>
              </a:ext>
            </a:extLst>
          </p:cNvPr>
          <p:cNvSpPr>
            <a:spLocks noGrp="1"/>
          </p:cNvSpPr>
          <p:nvPr>
            <p:ph type="title"/>
          </p:nvPr>
        </p:nvSpPr>
        <p:spPr>
          <a:xfrm>
            <a:off x="930166" y="0"/>
            <a:ext cx="10515600" cy="1325563"/>
          </a:xfrm>
        </p:spPr>
        <p:txBody>
          <a:bodyPr/>
          <a:lstStyle/>
          <a:p>
            <a:r>
              <a:rPr lang="en-GB" dirty="0"/>
              <a:t>2.6.1 Basics of GVC : Value added </a:t>
            </a:r>
            <a:endParaRPr lang="en-SG" dirty="0"/>
          </a:p>
        </p:txBody>
      </p:sp>
      <p:pic>
        <p:nvPicPr>
          <p:cNvPr id="4" name="Online Media 3" title="Made in the world: Better understanding global trade flows">
            <a:hlinkClick r:id="" action="ppaction://media"/>
            <a:extLst>
              <a:ext uri="{FF2B5EF4-FFF2-40B4-BE49-F238E27FC236}">
                <a16:creationId xmlns:a16="http://schemas.microsoft.com/office/drawing/2014/main" id="{9543D913-C513-5DB2-92D2-656D49868C86}"/>
              </a:ext>
            </a:extLst>
          </p:cNvPr>
          <p:cNvPicPr>
            <a:picLocks noGrp="1" noRot="1" noChangeAspect="1"/>
          </p:cNvPicPr>
          <p:nvPr>
            <p:ph idx="1"/>
            <a:videoFile r:link="rId1"/>
          </p:nvPr>
        </p:nvPicPr>
        <p:blipFill>
          <a:blip r:embed="rId3"/>
          <a:stretch>
            <a:fillRect/>
          </a:stretch>
        </p:blipFill>
        <p:spPr>
          <a:xfrm>
            <a:off x="930275" y="1082675"/>
            <a:ext cx="9017000" cy="5094288"/>
          </a:xfrm>
          <a:prstGeom prst="rect">
            <a:avLst/>
          </a:prstGeom>
        </p:spPr>
      </p:pic>
      <p:sp>
        <p:nvSpPr>
          <p:cNvPr id="3" name="TextBox 2">
            <a:extLst>
              <a:ext uri="{FF2B5EF4-FFF2-40B4-BE49-F238E27FC236}">
                <a16:creationId xmlns:a16="http://schemas.microsoft.com/office/drawing/2014/main" id="{1F418FA9-5AE9-6ACD-B912-67E3C264482A}"/>
              </a:ext>
            </a:extLst>
          </p:cNvPr>
          <p:cNvSpPr txBox="1"/>
          <p:nvPr/>
        </p:nvSpPr>
        <p:spPr>
          <a:xfrm>
            <a:off x="476794" y="6394269"/>
            <a:ext cx="6237515" cy="369332"/>
          </a:xfrm>
          <a:prstGeom prst="rect">
            <a:avLst/>
          </a:prstGeom>
          <a:noFill/>
        </p:spPr>
        <p:txBody>
          <a:bodyPr wrap="square" rtlCol="0">
            <a:spAutoFit/>
          </a:bodyPr>
          <a:lstStyle/>
          <a:p>
            <a:r>
              <a:rPr lang="en-GB" dirty="0"/>
              <a:t>Other video resource: </a:t>
            </a:r>
            <a:r>
              <a:rPr lang="en-SG" b="0" i="0" u="none" strike="noStrike" dirty="0">
                <a:solidFill>
                  <a:srgbClr val="FFFFFF"/>
                </a:solidFill>
                <a:effectLst/>
                <a:latin typeface="YouTube Noto"/>
                <a:hlinkClick r:id="rId4"/>
              </a:rPr>
              <a:t>https://youtu.be/_sY8nbtDTTY</a:t>
            </a:r>
            <a:endParaRPr lang="en-SG" dirty="0"/>
          </a:p>
        </p:txBody>
      </p:sp>
    </p:spTree>
    <p:extLst>
      <p:ext uri="{BB962C8B-B14F-4D97-AF65-F5344CB8AC3E}">
        <p14:creationId xmlns:p14="http://schemas.microsoft.com/office/powerpoint/2010/main" val="272968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0C12-D233-1451-B5A3-685226839FA7}"/>
              </a:ext>
            </a:extLst>
          </p:cNvPr>
          <p:cNvSpPr>
            <a:spLocks noGrp="1"/>
          </p:cNvSpPr>
          <p:nvPr>
            <p:ph type="title"/>
          </p:nvPr>
        </p:nvSpPr>
        <p:spPr>
          <a:xfrm>
            <a:off x="420189" y="32022"/>
            <a:ext cx="10515600" cy="1325563"/>
          </a:xfrm>
        </p:spPr>
        <p:txBody>
          <a:bodyPr/>
          <a:lstStyle/>
          <a:p>
            <a:r>
              <a:rPr lang="en-GB" dirty="0"/>
              <a:t>2.6. 3 GVC Basics : </a:t>
            </a:r>
            <a:br>
              <a:rPr lang="en-GB" dirty="0"/>
            </a:br>
            <a:r>
              <a:rPr lang="en-GB" dirty="0"/>
              <a:t>An Example  </a:t>
            </a:r>
            <a:endParaRPr lang="en-SG" dirty="0"/>
          </a:p>
        </p:txBody>
      </p:sp>
      <p:graphicFrame>
        <p:nvGraphicFramePr>
          <p:cNvPr id="4" name="Diagram 3">
            <a:extLst>
              <a:ext uri="{FF2B5EF4-FFF2-40B4-BE49-F238E27FC236}">
                <a16:creationId xmlns:a16="http://schemas.microsoft.com/office/drawing/2014/main" id="{156257F6-A239-7210-18A4-7B3FD199167C}"/>
              </a:ext>
            </a:extLst>
          </p:cNvPr>
          <p:cNvGraphicFramePr/>
          <p:nvPr>
            <p:extLst>
              <p:ext uri="{D42A27DB-BD31-4B8C-83A1-F6EECF244321}">
                <p14:modId xmlns:p14="http://schemas.microsoft.com/office/powerpoint/2010/main" val="1560654891"/>
              </p:ext>
            </p:extLst>
          </p:nvPr>
        </p:nvGraphicFramePr>
        <p:xfrm>
          <a:off x="344379" y="2009593"/>
          <a:ext cx="8913412" cy="4263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descr="Globe outline">
            <a:extLst>
              <a:ext uri="{FF2B5EF4-FFF2-40B4-BE49-F238E27FC236}">
                <a16:creationId xmlns:a16="http://schemas.microsoft.com/office/drawing/2014/main" id="{69BCE754-C856-DB7F-ED4D-E72918C3D3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76211" y="3049576"/>
            <a:ext cx="3315789" cy="3315789"/>
          </a:xfrm>
          <a:prstGeom prst="rect">
            <a:avLst/>
          </a:prstGeom>
        </p:spPr>
      </p:pic>
      <p:sp>
        <p:nvSpPr>
          <p:cNvPr id="6" name="TextBox 5">
            <a:extLst>
              <a:ext uri="{FF2B5EF4-FFF2-40B4-BE49-F238E27FC236}">
                <a16:creationId xmlns:a16="http://schemas.microsoft.com/office/drawing/2014/main" id="{806494D4-0B23-E442-6B73-01BD2E096E2B}"/>
              </a:ext>
            </a:extLst>
          </p:cNvPr>
          <p:cNvSpPr txBox="1"/>
          <p:nvPr/>
        </p:nvSpPr>
        <p:spPr>
          <a:xfrm>
            <a:off x="5928360" y="266700"/>
            <a:ext cx="5843451" cy="2031325"/>
          </a:xfrm>
          <a:prstGeom prst="rect">
            <a:avLst/>
          </a:prstGeom>
          <a:noFill/>
        </p:spPr>
        <p:txBody>
          <a:bodyPr wrap="square">
            <a:spAutoFit/>
          </a:bodyPr>
          <a:lstStyle/>
          <a:p>
            <a:r>
              <a:rPr lang="en-GB" b="0" i="0" dirty="0">
                <a:solidFill>
                  <a:srgbClr val="1A1A1A"/>
                </a:solidFill>
                <a:effectLst/>
                <a:latin typeface="franklingothic"/>
              </a:rPr>
              <a:t>An Asian Development Bank Institute study reports that China exported Apple iPhones to the U.S. at a unit price of US$ 179. </a:t>
            </a:r>
          </a:p>
          <a:p>
            <a:r>
              <a:rPr lang="en-GB" b="0" i="0" dirty="0">
                <a:solidFill>
                  <a:srgbClr val="1A1A1A"/>
                </a:solidFill>
                <a:effectLst/>
                <a:latin typeface="franklingothic"/>
              </a:rPr>
              <a:t>Of each unit’s total value of US$ 179, approximately US$ 172 consisted of costs for imports of foreign inputs or parts (mostly from Japan, the Republic of Korea, Germany and the U.S.), i.e. the value added in China only represented </a:t>
            </a:r>
            <a:r>
              <a:rPr lang="en-GB" b="1" i="0" dirty="0">
                <a:solidFill>
                  <a:srgbClr val="1A1A1A"/>
                </a:solidFill>
                <a:effectLst/>
                <a:latin typeface="franklingothic"/>
              </a:rPr>
              <a:t>US$ </a:t>
            </a:r>
            <a:r>
              <a:rPr lang="en-GB" b="1" dirty="0">
                <a:solidFill>
                  <a:srgbClr val="1A1A1A"/>
                </a:solidFill>
                <a:latin typeface="franklingothic"/>
              </a:rPr>
              <a:t>7.0</a:t>
            </a:r>
            <a:endParaRPr lang="en-SG" b="1" dirty="0"/>
          </a:p>
        </p:txBody>
      </p:sp>
      <p:sp>
        <p:nvSpPr>
          <p:cNvPr id="3" name="TextBox 2">
            <a:extLst>
              <a:ext uri="{FF2B5EF4-FFF2-40B4-BE49-F238E27FC236}">
                <a16:creationId xmlns:a16="http://schemas.microsoft.com/office/drawing/2014/main" id="{3CA7A80D-A1B2-D0CE-9D47-6D6F5DEA1C42}"/>
              </a:ext>
            </a:extLst>
          </p:cNvPr>
          <p:cNvSpPr txBox="1"/>
          <p:nvPr/>
        </p:nvSpPr>
        <p:spPr>
          <a:xfrm>
            <a:off x="9459045" y="6365365"/>
            <a:ext cx="2128478" cy="369332"/>
          </a:xfrm>
          <a:prstGeom prst="rect">
            <a:avLst/>
          </a:prstGeom>
          <a:noFill/>
        </p:spPr>
        <p:txBody>
          <a:bodyPr wrap="square" rtlCol="0">
            <a:spAutoFit/>
          </a:bodyPr>
          <a:lstStyle/>
          <a:p>
            <a:r>
              <a:rPr lang="en-GB" dirty="0"/>
              <a:t>World market </a:t>
            </a:r>
            <a:endParaRPr lang="en-SG" dirty="0"/>
          </a:p>
        </p:txBody>
      </p:sp>
      <p:pic>
        <p:nvPicPr>
          <p:cNvPr id="7" name="Graphic 6" descr="Smart Phone outline">
            <a:extLst>
              <a:ext uri="{FF2B5EF4-FFF2-40B4-BE49-F238E27FC236}">
                <a16:creationId xmlns:a16="http://schemas.microsoft.com/office/drawing/2014/main" id="{657E0DEE-593F-7DA0-884C-0C6ABE2D8CC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38050" y="3429000"/>
            <a:ext cx="869181" cy="869181"/>
          </a:xfrm>
          <a:prstGeom prst="rect">
            <a:avLst/>
          </a:prstGeom>
        </p:spPr>
      </p:pic>
      <p:sp>
        <p:nvSpPr>
          <p:cNvPr id="9" name="TextBox 8">
            <a:extLst>
              <a:ext uri="{FF2B5EF4-FFF2-40B4-BE49-F238E27FC236}">
                <a16:creationId xmlns:a16="http://schemas.microsoft.com/office/drawing/2014/main" id="{ABF37A9E-430B-7D82-A393-77BA317AEEF4}"/>
              </a:ext>
            </a:extLst>
          </p:cNvPr>
          <p:cNvSpPr txBox="1"/>
          <p:nvPr/>
        </p:nvSpPr>
        <p:spPr>
          <a:xfrm>
            <a:off x="7115415" y="4748070"/>
            <a:ext cx="1983633" cy="369332"/>
          </a:xfrm>
          <a:prstGeom prst="rect">
            <a:avLst/>
          </a:prstGeom>
          <a:noFill/>
        </p:spPr>
        <p:txBody>
          <a:bodyPr wrap="square" rtlCol="0">
            <a:spAutoFit/>
          </a:bodyPr>
          <a:lstStyle/>
          <a:p>
            <a:r>
              <a:rPr lang="en-GB" dirty="0"/>
              <a:t>US $179 </a:t>
            </a:r>
            <a:endParaRPr lang="en-SG" dirty="0"/>
          </a:p>
        </p:txBody>
      </p:sp>
      <p:sp>
        <p:nvSpPr>
          <p:cNvPr id="5" name="Speech Bubble: Rectangle 4">
            <a:extLst>
              <a:ext uri="{FF2B5EF4-FFF2-40B4-BE49-F238E27FC236}">
                <a16:creationId xmlns:a16="http://schemas.microsoft.com/office/drawing/2014/main" id="{EB00715A-6378-E677-4FB5-CB56BA5E1CF3}"/>
              </a:ext>
            </a:extLst>
          </p:cNvPr>
          <p:cNvSpPr/>
          <p:nvPr/>
        </p:nvSpPr>
        <p:spPr>
          <a:xfrm>
            <a:off x="8218098" y="2472906"/>
            <a:ext cx="1570008" cy="956094"/>
          </a:xfrm>
          <a:prstGeom prst="wedgeRectCallout">
            <a:avLst>
              <a:gd name="adj1" fmla="val 128251"/>
              <a:gd name="adj2" fmla="val -7283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Ie a mere 4% </a:t>
            </a:r>
            <a:endParaRPr lang="en-SG" dirty="0"/>
          </a:p>
        </p:txBody>
      </p:sp>
    </p:spTree>
    <p:extLst>
      <p:ext uri="{BB962C8B-B14F-4D97-AF65-F5344CB8AC3E}">
        <p14:creationId xmlns:p14="http://schemas.microsoft.com/office/powerpoint/2010/main" val="1730227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E15406-4F0F-985F-A710-F9A2467AC4A7}"/>
              </a:ext>
            </a:extLst>
          </p:cNvPr>
          <p:cNvSpPr>
            <a:spLocks noGrp="1"/>
          </p:cNvSpPr>
          <p:nvPr>
            <p:ph type="title"/>
          </p:nvPr>
        </p:nvSpPr>
        <p:spPr>
          <a:xfrm>
            <a:off x="686834" y="1153572"/>
            <a:ext cx="3200400" cy="4461163"/>
          </a:xfrm>
        </p:spPr>
        <p:txBody>
          <a:bodyPr>
            <a:normAutofit/>
          </a:bodyPr>
          <a:lstStyle/>
          <a:p>
            <a:r>
              <a:rPr lang="en-GB" sz="4100" dirty="0">
                <a:solidFill>
                  <a:srgbClr val="FFFFFF"/>
                </a:solidFill>
              </a:rPr>
              <a:t>3. </a:t>
            </a:r>
            <a:r>
              <a:rPr lang="en-GB" sz="4100" b="1" dirty="0">
                <a:solidFill>
                  <a:srgbClr val="FFFFFF"/>
                </a:solidFill>
              </a:rPr>
              <a:t>GVC Participation Index </a:t>
            </a:r>
            <a:br>
              <a:rPr lang="en-GB" sz="4100" dirty="0">
                <a:solidFill>
                  <a:srgbClr val="FFFFFF"/>
                </a:solidFill>
              </a:rPr>
            </a:br>
            <a:endParaRPr lang="en-SG" sz="4100"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52B751D5-66F3-7486-FF94-E321636D9DA4}"/>
              </a:ext>
            </a:extLst>
          </p:cNvPr>
          <p:cNvSpPr>
            <a:spLocks noGrp="1"/>
          </p:cNvSpPr>
          <p:nvPr>
            <p:ph idx="1"/>
          </p:nvPr>
        </p:nvSpPr>
        <p:spPr>
          <a:xfrm>
            <a:off x="4298225" y="729486"/>
            <a:ext cx="7335610" cy="4933921"/>
          </a:xfrm>
        </p:spPr>
        <p:txBody>
          <a:bodyPr>
            <a:normAutofit fontScale="70000" lnSpcReduction="20000"/>
          </a:bodyPr>
          <a:lstStyle/>
          <a:p>
            <a:r>
              <a:rPr lang="en-GB" b="1" dirty="0"/>
              <a:t>Backward GVC Participation (Imported Content of Exports):</a:t>
            </a:r>
            <a:r>
              <a:rPr lang="en-GB" dirty="0"/>
              <a:t> </a:t>
            </a:r>
          </a:p>
          <a:p>
            <a:r>
              <a:rPr lang="en-GB" dirty="0"/>
              <a:t>This measures the share of foreign value-added (imported intermediate inputs) in a country's gross exports. </a:t>
            </a:r>
          </a:p>
          <a:p>
            <a:r>
              <a:rPr lang="en-GB" dirty="0"/>
              <a:t>A higher backward participation indicates a greater reliance on imported components for producing goods and services for export.</a:t>
            </a:r>
          </a:p>
          <a:p>
            <a:endParaRPr lang="en-GB" dirty="0"/>
          </a:p>
          <a:p>
            <a:r>
              <a:rPr lang="en-GB" b="1" dirty="0"/>
              <a:t>Forward GVC Participation (Domestic Value-Added in Foreign Exports):</a:t>
            </a:r>
            <a:r>
              <a:rPr lang="en-GB" dirty="0"/>
              <a:t> This measures the share of a country's domestic value-added (its own produced intermediate goods and services) that is then used as inputs by other countries to produce their own exports.</a:t>
            </a:r>
          </a:p>
          <a:p>
            <a:r>
              <a:rPr lang="en-GB" dirty="0"/>
              <a:t> A higher forward participation indicates a country's role as a supplier of intermediate goods or services to other countries' GVCs.</a:t>
            </a:r>
          </a:p>
          <a:p>
            <a:endParaRPr lang="en-GB" dirty="0"/>
          </a:p>
          <a:p>
            <a:r>
              <a:rPr lang="en-GB" dirty="0"/>
              <a:t>Using our smartphone production example </a:t>
            </a:r>
          </a:p>
        </p:txBody>
      </p:sp>
    </p:spTree>
    <p:extLst>
      <p:ext uri="{BB962C8B-B14F-4D97-AF65-F5344CB8AC3E}">
        <p14:creationId xmlns:p14="http://schemas.microsoft.com/office/powerpoint/2010/main" val="1028546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7361-BD5B-433C-37B2-0733CAC1D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4C0D2-9F2C-7F1E-CAAE-1F696AC1C5F2}"/>
              </a:ext>
            </a:extLst>
          </p:cNvPr>
          <p:cNvSpPr>
            <a:spLocks noGrp="1"/>
          </p:cNvSpPr>
          <p:nvPr>
            <p:ph type="title"/>
          </p:nvPr>
        </p:nvSpPr>
        <p:spPr>
          <a:xfrm>
            <a:off x="420189" y="32022"/>
            <a:ext cx="10515600" cy="1325563"/>
          </a:xfrm>
        </p:spPr>
        <p:txBody>
          <a:bodyPr/>
          <a:lstStyle/>
          <a:p>
            <a:r>
              <a:rPr lang="en-GB" dirty="0"/>
              <a:t>3.1 GVC Basics : </a:t>
            </a:r>
            <a:br>
              <a:rPr lang="en-GB" dirty="0"/>
            </a:br>
            <a:r>
              <a:rPr lang="en-GB" dirty="0"/>
              <a:t>An Example  </a:t>
            </a:r>
            <a:endParaRPr lang="en-SG" dirty="0"/>
          </a:p>
        </p:txBody>
      </p:sp>
      <p:graphicFrame>
        <p:nvGraphicFramePr>
          <p:cNvPr id="4" name="Diagram 3">
            <a:extLst>
              <a:ext uri="{FF2B5EF4-FFF2-40B4-BE49-F238E27FC236}">
                <a16:creationId xmlns:a16="http://schemas.microsoft.com/office/drawing/2014/main" id="{A7F0D03B-8550-D4C3-0B0F-8961E15B8C99}"/>
              </a:ext>
            </a:extLst>
          </p:cNvPr>
          <p:cNvGraphicFramePr/>
          <p:nvPr/>
        </p:nvGraphicFramePr>
        <p:xfrm>
          <a:off x="344379" y="2009593"/>
          <a:ext cx="8913412" cy="4263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descr="Globe outline">
            <a:extLst>
              <a:ext uri="{FF2B5EF4-FFF2-40B4-BE49-F238E27FC236}">
                <a16:creationId xmlns:a16="http://schemas.microsoft.com/office/drawing/2014/main" id="{E75E6FF7-1EB6-1604-632A-A6047112D5A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76211" y="3049576"/>
            <a:ext cx="3315789" cy="3315789"/>
          </a:xfrm>
          <a:prstGeom prst="rect">
            <a:avLst/>
          </a:prstGeom>
        </p:spPr>
      </p:pic>
      <p:sp>
        <p:nvSpPr>
          <p:cNvPr id="6" name="TextBox 5">
            <a:extLst>
              <a:ext uri="{FF2B5EF4-FFF2-40B4-BE49-F238E27FC236}">
                <a16:creationId xmlns:a16="http://schemas.microsoft.com/office/drawing/2014/main" id="{3EDD7EE8-827C-DE26-E034-29E40A394A54}"/>
              </a:ext>
            </a:extLst>
          </p:cNvPr>
          <p:cNvSpPr txBox="1"/>
          <p:nvPr/>
        </p:nvSpPr>
        <p:spPr>
          <a:xfrm>
            <a:off x="5920740" y="266700"/>
            <a:ext cx="5843451" cy="2585323"/>
          </a:xfrm>
          <a:prstGeom prst="rect">
            <a:avLst/>
          </a:prstGeom>
          <a:noFill/>
        </p:spPr>
        <p:txBody>
          <a:bodyPr wrap="square">
            <a:spAutoFit/>
          </a:bodyPr>
          <a:lstStyle/>
          <a:p>
            <a:r>
              <a:rPr lang="en-GB" dirty="0"/>
              <a:t>Computing GVC participation using backward participation index </a:t>
            </a:r>
          </a:p>
          <a:p>
            <a:r>
              <a:rPr lang="en-GB" dirty="0"/>
              <a:t>= foreign input value / local export value </a:t>
            </a:r>
          </a:p>
          <a:p>
            <a:r>
              <a:rPr lang="en-GB" dirty="0"/>
              <a:t>= $172/179 X 100% = 96.1% </a:t>
            </a:r>
          </a:p>
          <a:p>
            <a:r>
              <a:rPr lang="en-GB" dirty="0"/>
              <a:t>That will be considered a high </a:t>
            </a:r>
            <a:r>
              <a:rPr lang="en-GB" b="1" dirty="0"/>
              <a:t>backward participation rate</a:t>
            </a:r>
          </a:p>
          <a:p>
            <a:endParaRPr lang="en-GB" dirty="0"/>
          </a:p>
          <a:p>
            <a:endParaRPr lang="en-GB" dirty="0"/>
          </a:p>
          <a:p>
            <a:r>
              <a:rPr lang="en-GB" dirty="0"/>
              <a:t>Forward participation rate = 0% [Given the final product is exported from </a:t>
            </a:r>
            <a:r>
              <a:rPr lang="en-GB" dirty="0" err="1"/>
              <a:t>china</a:t>
            </a:r>
            <a:r>
              <a:rPr lang="en-GB" dirty="0"/>
              <a:t>) </a:t>
            </a:r>
            <a:endParaRPr lang="en-SG" dirty="0"/>
          </a:p>
        </p:txBody>
      </p:sp>
      <p:sp>
        <p:nvSpPr>
          <p:cNvPr id="3" name="TextBox 2">
            <a:extLst>
              <a:ext uri="{FF2B5EF4-FFF2-40B4-BE49-F238E27FC236}">
                <a16:creationId xmlns:a16="http://schemas.microsoft.com/office/drawing/2014/main" id="{B9F27811-1A35-66A6-9874-B13C57780A6D}"/>
              </a:ext>
            </a:extLst>
          </p:cNvPr>
          <p:cNvSpPr txBox="1"/>
          <p:nvPr/>
        </p:nvSpPr>
        <p:spPr>
          <a:xfrm>
            <a:off x="9459045" y="6365365"/>
            <a:ext cx="2128478" cy="369332"/>
          </a:xfrm>
          <a:prstGeom prst="rect">
            <a:avLst/>
          </a:prstGeom>
          <a:noFill/>
        </p:spPr>
        <p:txBody>
          <a:bodyPr wrap="square" rtlCol="0">
            <a:spAutoFit/>
          </a:bodyPr>
          <a:lstStyle/>
          <a:p>
            <a:r>
              <a:rPr lang="en-GB" dirty="0"/>
              <a:t>World market </a:t>
            </a:r>
            <a:endParaRPr lang="en-SG" dirty="0"/>
          </a:p>
        </p:txBody>
      </p:sp>
      <p:pic>
        <p:nvPicPr>
          <p:cNvPr id="7" name="Graphic 6" descr="Smart Phone outline">
            <a:extLst>
              <a:ext uri="{FF2B5EF4-FFF2-40B4-BE49-F238E27FC236}">
                <a16:creationId xmlns:a16="http://schemas.microsoft.com/office/drawing/2014/main" id="{A25467AE-8E79-DBE8-4518-C67328050C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38050" y="3429000"/>
            <a:ext cx="869181" cy="869181"/>
          </a:xfrm>
          <a:prstGeom prst="rect">
            <a:avLst/>
          </a:prstGeom>
        </p:spPr>
      </p:pic>
      <p:sp>
        <p:nvSpPr>
          <p:cNvPr id="9" name="TextBox 8">
            <a:extLst>
              <a:ext uri="{FF2B5EF4-FFF2-40B4-BE49-F238E27FC236}">
                <a16:creationId xmlns:a16="http://schemas.microsoft.com/office/drawing/2014/main" id="{937FAB53-83F6-A644-1D42-CAC074742E58}"/>
              </a:ext>
            </a:extLst>
          </p:cNvPr>
          <p:cNvSpPr txBox="1"/>
          <p:nvPr/>
        </p:nvSpPr>
        <p:spPr>
          <a:xfrm>
            <a:off x="7115415" y="4748070"/>
            <a:ext cx="1983633" cy="369332"/>
          </a:xfrm>
          <a:prstGeom prst="rect">
            <a:avLst/>
          </a:prstGeom>
          <a:noFill/>
        </p:spPr>
        <p:txBody>
          <a:bodyPr wrap="square" rtlCol="0">
            <a:spAutoFit/>
          </a:bodyPr>
          <a:lstStyle/>
          <a:p>
            <a:r>
              <a:rPr lang="en-GB" dirty="0"/>
              <a:t>US $179 </a:t>
            </a:r>
            <a:endParaRPr lang="en-SG" dirty="0"/>
          </a:p>
        </p:txBody>
      </p:sp>
      <p:sp>
        <p:nvSpPr>
          <p:cNvPr id="10" name="Arrow: Left-Right 9">
            <a:extLst>
              <a:ext uri="{FF2B5EF4-FFF2-40B4-BE49-F238E27FC236}">
                <a16:creationId xmlns:a16="http://schemas.microsoft.com/office/drawing/2014/main" id="{077ED11B-5BCD-9050-BACA-E7D59DB6AA3A}"/>
              </a:ext>
            </a:extLst>
          </p:cNvPr>
          <p:cNvSpPr/>
          <p:nvPr/>
        </p:nvSpPr>
        <p:spPr>
          <a:xfrm>
            <a:off x="1170856" y="6301991"/>
            <a:ext cx="2405224" cy="55600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Input value = $172</a:t>
            </a:r>
            <a:endParaRPr lang="en-SG" dirty="0"/>
          </a:p>
        </p:txBody>
      </p:sp>
    </p:spTree>
    <p:extLst>
      <p:ext uri="{BB962C8B-B14F-4D97-AF65-F5344CB8AC3E}">
        <p14:creationId xmlns:p14="http://schemas.microsoft.com/office/powerpoint/2010/main" val="2110569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E176-E63D-4A83-D915-031D784A9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5108A-0222-0F89-924B-F6996F1CB9AF}"/>
              </a:ext>
            </a:extLst>
          </p:cNvPr>
          <p:cNvSpPr>
            <a:spLocks noGrp="1"/>
          </p:cNvSpPr>
          <p:nvPr>
            <p:ph type="title"/>
          </p:nvPr>
        </p:nvSpPr>
        <p:spPr>
          <a:xfrm>
            <a:off x="420189" y="32022"/>
            <a:ext cx="10515600" cy="1325563"/>
          </a:xfrm>
        </p:spPr>
        <p:txBody>
          <a:bodyPr/>
          <a:lstStyle/>
          <a:p>
            <a:r>
              <a:rPr lang="en-GB" dirty="0"/>
              <a:t>3.2  GVC Basics : </a:t>
            </a:r>
            <a:br>
              <a:rPr lang="en-GB" dirty="0"/>
            </a:br>
            <a:r>
              <a:rPr lang="en-GB" dirty="0"/>
              <a:t>Revised Example </a:t>
            </a:r>
            <a:endParaRPr lang="en-SG" dirty="0"/>
          </a:p>
        </p:txBody>
      </p:sp>
      <p:graphicFrame>
        <p:nvGraphicFramePr>
          <p:cNvPr id="4" name="Diagram 3">
            <a:extLst>
              <a:ext uri="{FF2B5EF4-FFF2-40B4-BE49-F238E27FC236}">
                <a16:creationId xmlns:a16="http://schemas.microsoft.com/office/drawing/2014/main" id="{17BA5CDF-7BFF-E736-E2C8-D86E9B6DF36D}"/>
              </a:ext>
            </a:extLst>
          </p:cNvPr>
          <p:cNvGraphicFramePr/>
          <p:nvPr>
            <p:extLst>
              <p:ext uri="{D42A27DB-BD31-4B8C-83A1-F6EECF244321}">
                <p14:modId xmlns:p14="http://schemas.microsoft.com/office/powerpoint/2010/main" val="3054253913"/>
              </p:ext>
            </p:extLst>
          </p:nvPr>
        </p:nvGraphicFramePr>
        <p:xfrm>
          <a:off x="344379" y="2009593"/>
          <a:ext cx="5263941" cy="39340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F708C992-593F-F7A2-9A98-3009BD50C1DB}"/>
              </a:ext>
            </a:extLst>
          </p:cNvPr>
          <p:cNvSpPr txBox="1"/>
          <p:nvPr/>
        </p:nvSpPr>
        <p:spPr>
          <a:xfrm>
            <a:off x="5677989" y="4308038"/>
            <a:ext cx="5843451" cy="2862322"/>
          </a:xfrm>
          <a:prstGeom prst="rect">
            <a:avLst/>
          </a:prstGeom>
          <a:noFill/>
        </p:spPr>
        <p:txBody>
          <a:bodyPr wrap="square">
            <a:spAutoFit/>
          </a:bodyPr>
          <a:lstStyle/>
          <a:p>
            <a:r>
              <a:rPr lang="en-GB" dirty="0"/>
              <a:t>Computing GVC participation using backward participation index </a:t>
            </a:r>
            <a:r>
              <a:rPr lang="en-GB" b="1" dirty="0"/>
              <a:t>in Singapore </a:t>
            </a:r>
          </a:p>
          <a:p>
            <a:r>
              <a:rPr lang="en-GB" dirty="0"/>
              <a:t>= foreign input value / local export value </a:t>
            </a:r>
          </a:p>
          <a:p>
            <a:r>
              <a:rPr lang="en-GB" dirty="0"/>
              <a:t>= $179/200 X 100% = 89.5% </a:t>
            </a:r>
          </a:p>
          <a:p>
            <a:r>
              <a:rPr lang="en-GB" dirty="0"/>
              <a:t>That will be considered an even  higher  backward participation rate</a:t>
            </a:r>
          </a:p>
          <a:p>
            <a:endParaRPr lang="en-GB" dirty="0"/>
          </a:p>
          <a:p>
            <a:r>
              <a:rPr lang="en-GB" dirty="0"/>
              <a:t>Forward participation rate = 0 % </a:t>
            </a:r>
          </a:p>
          <a:p>
            <a:endParaRPr lang="en-GB" dirty="0"/>
          </a:p>
          <a:p>
            <a:endParaRPr lang="en-SG" dirty="0"/>
          </a:p>
        </p:txBody>
      </p:sp>
      <p:sp>
        <p:nvSpPr>
          <p:cNvPr id="3" name="TextBox 2">
            <a:extLst>
              <a:ext uri="{FF2B5EF4-FFF2-40B4-BE49-F238E27FC236}">
                <a16:creationId xmlns:a16="http://schemas.microsoft.com/office/drawing/2014/main" id="{33D4CAA1-6E77-DF14-386C-5DC137C70A36}"/>
              </a:ext>
            </a:extLst>
          </p:cNvPr>
          <p:cNvSpPr txBox="1"/>
          <p:nvPr/>
        </p:nvSpPr>
        <p:spPr>
          <a:xfrm>
            <a:off x="9443805" y="3211712"/>
            <a:ext cx="2128478" cy="369332"/>
          </a:xfrm>
          <a:prstGeom prst="rect">
            <a:avLst/>
          </a:prstGeom>
          <a:noFill/>
        </p:spPr>
        <p:txBody>
          <a:bodyPr wrap="square" rtlCol="0">
            <a:spAutoFit/>
          </a:bodyPr>
          <a:lstStyle/>
          <a:p>
            <a:r>
              <a:rPr lang="en-GB" dirty="0"/>
              <a:t>World market </a:t>
            </a:r>
            <a:endParaRPr lang="en-SG" dirty="0"/>
          </a:p>
        </p:txBody>
      </p:sp>
      <p:pic>
        <p:nvPicPr>
          <p:cNvPr id="7" name="Graphic 6" descr="Smart Phone outline">
            <a:extLst>
              <a:ext uri="{FF2B5EF4-FFF2-40B4-BE49-F238E27FC236}">
                <a16:creationId xmlns:a16="http://schemas.microsoft.com/office/drawing/2014/main" id="{A62FCC7A-6D4E-2FA0-EC70-78C303081C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91991" y="3003056"/>
            <a:ext cx="869181" cy="869181"/>
          </a:xfrm>
          <a:prstGeom prst="rect">
            <a:avLst/>
          </a:prstGeom>
        </p:spPr>
      </p:pic>
      <p:sp>
        <p:nvSpPr>
          <p:cNvPr id="9" name="TextBox 8">
            <a:extLst>
              <a:ext uri="{FF2B5EF4-FFF2-40B4-BE49-F238E27FC236}">
                <a16:creationId xmlns:a16="http://schemas.microsoft.com/office/drawing/2014/main" id="{AFB59A51-6C4D-32A7-CB88-8C2B0E4340E6}"/>
              </a:ext>
            </a:extLst>
          </p:cNvPr>
          <p:cNvSpPr txBox="1"/>
          <p:nvPr/>
        </p:nvSpPr>
        <p:spPr>
          <a:xfrm>
            <a:off x="9443805" y="3687571"/>
            <a:ext cx="1983633" cy="369332"/>
          </a:xfrm>
          <a:prstGeom prst="rect">
            <a:avLst/>
          </a:prstGeom>
          <a:noFill/>
        </p:spPr>
        <p:txBody>
          <a:bodyPr wrap="square" rtlCol="0">
            <a:spAutoFit/>
          </a:bodyPr>
          <a:lstStyle/>
          <a:p>
            <a:r>
              <a:rPr lang="en-GB" dirty="0"/>
              <a:t>US $200</a:t>
            </a:r>
            <a:endParaRPr lang="en-SG" dirty="0"/>
          </a:p>
        </p:txBody>
      </p:sp>
      <p:sp>
        <p:nvSpPr>
          <p:cNvPr id="5" name="Oval 4">
            <a:extLst>
              <a:ext uri="{FF2B5EF4-FFF2-40B4-BE49-F238E27FC236}">
                <a16:creationId xmlns:a16="http://schemas.microsoft.com/office/drawing/2014/main" id="{A5E8F4A1-9BE0-1C23-3A29-6D00D71F170A}"/>
              </a:ext>
            </a:extLst>
          </p:cNvPr>
          <p:cNvSpPr/>
          <p:nvPr/>
        </p:nvSpPr>
        <p:spPr>
          <a:xfrm>
            <a:off x="6108358" y="2706209"/>
            <a:ext cx="1983633" cy="12039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Singapore </a:t>
            </a:r>
            <a:endParaRPr lang="en-SG" dirty="0"/>
          </a:p>
        </p:txBody>
      </p:sp>
      <p:sp>
        <p:nvSpPr>
          <p:cNvPr id="10" name="Arrow: Left-Right 9">
            <a:extLst>
              <a:ext uri="{FF2B5EF4-FFF2-40B4-BE49-F238E27FC236}">
                <a16:creationId xmlns:a16="http://schemas.microsoft.com/office/drawing/2014/main" id="{B4E6730A-56A3-0083-8C1D-47FA640AAA13}"/>
              </a:ext>
            </a:extLst>
          </p:cNvPr>
          <p:cNvSpPr/>
          <p:nvPr/>
        </p:nvSpPr>
        <p:spPr>
          <a:xfrm>
            <a:off x="193196" y="5600700"/>
            <a:ext cx="2405224" cy="55600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Input value = $172</a:t>
            </a:r>
            <a:endParaRPr lang="en-SG" dirty="0"/>
          </a:p>
        </p:txBody>
      </p:sp>
      <p:sp>
        <p:nvSpPr>
          <p:cNvPr id="11" name="Arrow: Right 10">
            <a:extLst>
              <a:ext uri="{FF2B5EF4-FFF2-40B4-BE49-F238E27FC236}">
                <a16:creationId xmlns:a16="http://schemas.microsoft.com/office/drawing/2014/main" id="{AB38D331-206E-43BF-62AE-FE204BA795D3}"/>
              </a:ext>
            </a:extLst>
          </p:cNvPr>
          <p:cNvSpPr/>
          <p:nvPr/>
        </p:nvSpPr>
        <p:spPr>
          <a:xfrm>
            <a:off x="3931920" y="2933700"/>
            <a:ext cx="2164080" cy="8077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Input value = $179</a:t>
            </a:r>
            <a:endParaRPr lang="en-SG" dirty="0"/>
          </a:p>
        </p:txBody>
      </p:sp>
      <p:sp>
        <p:nvSpPr>
          <p:cNvPr id="12" name="TextBox 11">
            <a:extLst>
              <a:ext uri="{FF2B5EF4-FFF2-40B4-BE49-F238E27FC236}">
                <a16:creationId xmlns:a16="http://schemas.microsoft.com/office/drawing/2014/main" id="{6E935568-F4B1-1ED5-3AD8-6FDEFCC74D1C}"/>
              </a:ext>
            </a:extLst>
          </p:cNvPr>
          <p:cNvSpPr txBox="1"/>
          <p:nvPr/>
        </p:nvSpPr>
        <p:spPr>
          <a:xfrm>
            <a:off x="5583987" y="377444"/>
            <a:ext cx="5843451" cy="2585323"/>
          </a:xfrm>
          <a:prstGeom prst="rect">
            <a:avLst/>
          </a:prstGeom>
          <a:noFill/>
        </p:spPr>
        <p:txBody>
          <a:bodyPr wrap="square">
            <a:spAutoFit/>
          </a:bodyPr>
          <a:lstStyle/>
          <a:p>
            <a:r>
              <a:rPr lang="en-GB" dirty="0"/>
              <a:t>Computing GVC participation using </a:t>
            </a:r>
            <a:r>
              <a:rPr lang="en-GB" dirty="0">
                <a:highlight>
                  <a:srgbClr val="FFFF00"/>
                </a:highlight>
              </a:rPr>
              <a:t>backward participation index </a:t>
            </a:r>
            <a:r>
              <a:rPr lang="en-GB" b="1" dirty="0"/>
              <a:t>in China </a:t>
            </a:r>
          </a:p>
          <a:p>
            <a:r>
              <a:rPr lang="en-GB" dirty="0"/>
              <a:t>= foreign input value / local export value </a:t>
            </a:r>
          </a:p>
          <a:p>
            <a:r>
              <a:rPr lang="en-GB" dirty="0"/>
              <a:t>= $172/179 X 100% = 96.1% </a:t>
            </a:r>
          </a:p>
          <a:p>
            <a:r>
              <a:rPr lang="en-GB" dirty="0"/>
              <a:t>That will be considered a high backward participation rate</a:t>
            </a:r>
          </a:p>
          <a:p>
            <a:endParaRPr lang="en-GB" dirty="0"/>
          </a:p>
          <a:p>
            <a:r>
              <a:rPr lang="en-GB" dirty="0"/>
              <a:t>Forward participation rate = $7/179 = 3.9%</a:t>
            </a:r>
          </a:p>
          <a:p>
            <a:endParaRPr lang="en-GB" dirty="0"/>
          </a:p>
          <a:p>
            <a:endParaRPr lang="en-SG" dirty="0"/>
          </a:p>
        </p:txBody>
      </p:sp>
    </p:spTree>
    <p:extLst>
      <p:ext uri="{BB962C8B-B14F-4D97-AF65-F5344CB8AC3E}">
        <p14:creationId xmlns:p14="http://schemas.microsoft.com/office/powerpoint/2010/main" val="3930872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523F6-78B9-E2FD-98AD-2ABAFB7C858C}"/>
              </a:ext>
            </a:extLst>
          </p:cNvPr>
          <p:cNvSpPr>
            <a:spLocks noGrp="1"/>
          </p:cNvSpPr>
          <p:nvPr>
            <p:ph type="title"/>
          </p:nvPr>
        </p:nvSpPr>
        <p:spPr/>
        <p:txBody>
          <a:bodyPr/>
          <a:lstStyle/>
          <a:p>
            <a:r>
              <a:rPr lang="en-GB" dirty="0"/>
              <a:t>3.3 Implication of the GVC participation rate </a:t>
            </a:r>
            <a:endParaRPr lang="en-SG" dirty="0"/>
          </a:p>
        </p:txBody>
      </p:sp>
      <p:sp>
        <p:nvSpPr>
          <p:cNvPr id="3" name="Content Placeholder 2">
            <a:extLst>
              <a:ext uri="{FF2B5EF4-FFF2-40B4-BE49-F238E27FC236}">
                <a16:creationId xmlns:a16="http://schemas.microsoft.com/office/drawing/2014/main" id="{84847978-8881-23A9-555D-685326CC0AC2}"/>
              </a:ext>
            </a:extLst>
          </p:cNvPr>
          <p:cNvSpPr>
            <a:spLocks noGrp="1"/>
          </p:cNvSpPr>
          <p:nvPr>
            <p:ph idx="1"/>
          </p:nvPr>
        </p:nvSpPr>
        <p:spPr/>
        <p:txBody>
          <a:bodyPr/>
          <a:lstStyle/>
          <a:p>
            <a:r>
              <a:rPr lang="en-GB" dirty="0"/>
              <a:t>A high backward participation rate suggest a high dependency of foreign partners to supply parts or intermediate goods to the country . The country will be </a:t>
            </a:r>
            <a:r>
              <a:rPr lang="en-GB" u="sng" dirty="0"/>
              <a:t>more vulnerable </a:t>
            </a:r>
            <a:r>
              <a:rPr lang="en-GB" dirty="0"/>
              <a:t>to supply chain shocks </a:t>
            </a:r>
          </a:p>
          <a:p>
            <a:r>
              <a:rPr lang="en-GB" dirty="0"/>
              <a:t>How can  we possibly reduce this backward participation rate? </a:t>
            </a:r>
          </a:p>
          <a:p>
            <a:pPr lvl="1"/>
            <a:r>
              <a:rPr lang="en-GB" dirty="0"/>
              <a:t>Near shoring : </a:t>
            </a:r>
            <a:r>
              <a:rPr lang="en-GB" dirty="0" err="1"/>
              <a:t>ie</a:t>
            </a:r>
            <a:r>
              <a:rPr lang="en-GB" dirty="0"/>
              <a:t> regionalisation</a:t>
            </a:r>
          </a:p>
          <a:p>
            <a:pPr lvl="1"/>
            <a:r>
              <a:rPr lang="en-GB" dirty="0"/>
              <a:t>Spread the risk with more diversification of suppliers</a:t>
            </a:r>
          </a:p>
          <a:p>
            <a:pPr lvl="1"/>
            <a:r>
              <a:rPr lang="en-GB" dirty="0"/>
              <a:t>Hold larger buffer stock </a:t>
            </a:r>
          </a:p>
          <a:p>
            <a:pPr marL="457200" lvl="1" indent="0">
              <a:buNone/>
            </a:pPr>
            <a:endParaRPr lang="en-GB" dirty="0"/>
          </a:p>
        </p:txBody>
      </p:sp>
    </p:spTree>
    <p:extLst>
      <p:ext uri="{BB962C8B-B14F-4D97-AF65-F5344CB8AC3E}">
        <p14:creationId xmlns:p14="http://schemas.microsoft.com/office/powerpoint/2010/main" val="3060659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ECCB0-5AC8-558F-CDA3-07B0A2712640}"/>
              </a:ext>
            </a:extLst>
          </p:cNvPr>
          <p:cNvSpPr>
            <a:spLocks noGrp="1"/>
          </p:cNvSpPr>
          <p:nvPr>
            <p:ph type="title"/>
          </p:nvPr>
        </p:nvSpPr>
        <p:spPr>
          <a:xfrm>
            <a:off x="838200" y="0"/>
            <a:ext cx="10515600" cy="1325563"/>
          </a:xfrm>
        </p:spPr>
        <p:txBody>
          <a:bodyPr/>
          <a:lstStyle/>
          <a:p>
            <a:r>
              <a:rPr lang="en-GB" dirty="0"/>
              <a:t>3.4 Key data site </a:t>
            </a:r>
            <a:endParaRPr lang="en-SG" dirty="0"/>
          </a:p>
        </p:txBody>
      </p:sp>
      <p:sp>
        <p:nvSpPr>
          <p:cNvPr id="3" name="Content Placeholder 2">
            <a:extLst>
              <a:ext uri="{FF2B5EF4-FFF2-40B4-BE49-F238E27FC236}">
                <a16:creationId xmlns:a16="http://schemas.microsoft.com/office/drawing/2014/main" id="{431D85B9-9009-D39F-D9E1-70459D23F820}"/>
              </a:ext>
            </a:extLst>
          </p:cNvPr>
          <p:cNvSpPr>
            <a:spLocks noGrp="1"/>
          </p:cNvSpPr>
          <p:nvPr>
            <p:ph idx="1"/>
          </p:nvPr>
        </p:nvSpPr>
        <p:spPr>
          <a:xfrm>
            <a:off x="9420625" y="1698171"/>
            <a:ext cx="2420471" cy="3350240"/>
          </a:xfrm>
        </p:spPr>
        <p:txBody>
          <a:bodyPr/>
          <a:lstStyle/>
          <a:p>
            <a:r>
              <a:rPr lang="en-GB" dirty="0"/>
              <a:t>We will navigate and extract the data in tutorial 03 </a:t>
            </a:r>
            <a:endParaRPr lang="en-SG" dirty="0"/>
          </a:p>
        </p:txBody>
      </p:sp>
      <p:pic>
        <p:nvPicPr>
          <p:cNvPr id="5" name="Picture 4">
            <a:extLst>
              <a:ext uri="{FF2B5EF4-FFF2-40B4-BE49-F238E27FC236}">
                <a16:creationId xmlns:a16="http://schemas.microsoft.com/office/drawing/2014/main" id="{3CE9A253-EB90-4DEE-3363-6D918518F809}"/>
              </a:ext>
            </a:extLst>
          </p:cNvPr>
          <p:cNvPicPr>
            <a:picLocks noChangeAspect="1"/>
          </p:cNvPicPr>
          <p:nvPr/>
        </p:nvPicPr>
        <p:blipFill>
          <a:blip r:embed="rId2"/>
          <a:stretch>
            <a:fillRect/>
          </a:stretch>
        </p:blipFill>
        <p:spPr>
          <a:xfrm>
            <a:off x="492418" y="1325563"/>
            <a:ext cx="8325807" cy="4962611"/>
          </a:xfrm>
          <a:prstGeom prst="rect">
            <a:avLst/>
          </a:prstGeom>
        </p:spPr>
      </p:pic>
    </p:spTree>
    <p:extLst>
      <p:ext uri="{BB962C8B-B14F-4D97-AF65-F5344CB8AC3E}">
        <p14:creationId xmlns:p14="http://schemas.microsoft.com/office/powerpoint/2010/main" val="1569972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1C34D1-ABF9-F9F8-4A47-15F9C723E4F1}"/>
              </a:ext>
            </a:extLst>
          </p:cNvPr>
          <p:cNvPicPr>
            <a:picLocks noChangeAspect="1"/>
          </p:cNvPicPr>
          <p:nvPr/>
        </p:nvPicPr>
        <p:blipFill rotWithShape="1">
          <a:blip r:embed="rId2"/>
          <a:srcRect l="31492" t="31820" r="2678" b="9695"/>
          <a:stretch/>
        </p:blipFill>
        <p:spPr>
          <a:xfrm>
            <a:off x="-465826" y="283707"/>
            <a:ext cx="12292066" cy="6574293"/>
          </a:xfrm>
          <a:prstGeom prst="rect">
            <a:avLst/>
          </a:prstGeom>
        </p:spPr>
      </p:pic>
      <p:sp>
        <p:nvSpPr>
          <p:cNvPr id="4" name="Title 1">
            <a:extLst>
              <a:ext uri="{FF2B5EF4-FFF2-40B4-BE49-F238E27FC236}">
                <a16:creationId xmlns:a16="http://schemas.microsoft.com/office/drawing/2014/main" id="{4D6DB2FC-2A08-C923-FA46-63AAD6BA0259}"/>
              </a:ext>
            </a:extLst>
          </p:cNvPr>
          <p:cNvSpPr txBox="1">
            <a:spLocks/>
          </p:cNvSpPr>
          <p:nvPr/>
        </p:nvSpPr>
        <p:spPr>
          <a:xfrm>
            <a:off x="1243716" y="19019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3.4.1 </a:t>
            </a:r>
            <a:r>
              <a:rPr lang="en-GB" dirty="0"/>
              <a:t> Effects of GVC : Global perspective </a:t>
            </a:r>
            <a:endParaRPr lang="en-SG" dirty="0"/>
          </a:p>
        </p:txBody>
      </p:sp>
    </p:spTree>
    <p:extLst>
      <p:ext uri="{BB962C8B-B14F-4D97-AF65-F5344CB8AC3E}">
        <p14:creationId xmlns:p14="http://schemas.microsoft.com/office/powerpoint/2010/main" val="2108073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487641-3F53-2E9E-9FAB-32810BFA046D}"/>
              </a:ext>
            </a:extLst>
          </p:cNvPr>
          <p:cNvPicPr>
            <a:picLocks noChangeAspect="1"/>
          </p:cNvPicPr>
          <p:nvPr/>
        </p:nvPicPr>
        <p:blipFill>
          <a:blip r:embed="rId2"/>
          <a:stretch>
            <a:fillRect/>
          </a:stretch>
        </p:blipFill>
        <p:spPr>
          <a:xfrm>
            <a:off x="0" y="1065188"/>
            <a:ext cx="7023207" cy="3583964"/>
          </a:xfrm>
          <a:prstGeom prst="rect">
            <a:avLst/>
          </a:prstGeom>
        </p:spPr>
      </p:pic>
      <p:pic>
        <p:nvPicPr>
          <p:cNvPr id="8" name="Picture 7">
            <a:extLst>
              <a:ext uri="{FF2B5EF4-FFF2-40B4-BE49-F238E27FC236}">
                <a16:creationId xmlns:a16="http://schemas.microsoft.com/office/drawing/2014/main" id="{5A5020E5-35E2-2E79-2292-B2DD396FBD07}"/>
              </a:ext>
            </a:extLst>
          </p:cNvPr>
          <p:cNvPicPr>
            <a:picLocks noChangeAspect="1"/>
          </p:cNvPicPr>
          <p:nvPr/>
        </p:nvPicPr>
        <p:blipFill>
          <a:blip r:embed="rId3"/>
          <a:stretch>
            <a:fillRect/>
          </a:stretch>
        </p:blipFill>
        <p:spPr>
          <a:xfrm>
            <a:off x="7177720" y="319449"/>
            <a:ext cx="4358640" cy="4989655"/>
          </a:xfrm>
          <a:prstGeom prst="rect">
            <a:avLst/>
          </a:prstGeom>
        </p:spPr>
      </p:pic>
      <p:sp>
        <p:nvSpPr>
          <p:cNvPr id="2" name="Arrow: Right 1">
            <a:extLst>
              <a:ext uri="{FF2B5EF4-FFF2-40B4-BE49-F238E27FC236}">
                <a16:creationId xmlns:a16="http://schemas.microsoft.com/office/drawing/2014/main" id="{89D91B62-48BD-6A70-7CF5-C2BE77476F74}"/>
              </a:ext>
            </a:extLst>
          </p:cNvPr>
          <p:cNvSpPr/>
          <p:nvPr/>
        </p:nvSpPr>
        <p:spPr>
          <a:xfrm>
            <a:off x="5509260" y="4297680"/>
            <a:ext cx="1242060" cy="487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Value falls</a:t>
            </a:r>
            <a:endParaRPr lang="en-SG" dirty="0"/>
          </a:p>
        </p:txBody>
      </p:sp>
    </p:spTree>
    <p:extLst>
      <p:ext uri="{BB962C8B-B14F-4D97-AF65-F5344CB8AC3E}">
        <p14:creationId xmlns:p14="http://schemas.microsoft.com/office/powerpoint/2010/main" val="982332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A36A6D-EFBF-B36F-D798-D0B0CF86EFDE}"/>
              </a:ext>
            </a:extLst>
          </p:cNvPr>
          <p:cNvPicPr>
            <a:picLocks noChangeAspect="1"/>
          </p:cNvPicPr>
          <p:nvPr/>
        </p:nvPicPr>
        <p:blipFill>
          <a:blip r:embed="rId2"/>
          <a:stretch>
            <a:fillRect/>
          </a:stretch>
        </p:blipFill>
        <p:spPr>
          <a:xfrm>
            <a:off x="-113614" y="756015"/>
            <a:ext cx="7958903" cy="5345970"/>
          </a:xfrm>
          <a:prstGeom prst="rect">
            <a:avLst/>
          </a:prstGeom>
        </p:spPr>
      </p:pic>
      <p:sp>
        <p:nvSpPr>
          <p:cNvPr id="2" name="TextBox 1">
            <a:extLst>
              <a:ext uri="{FF2B5EF4-FFF2-40B4-BE49-F238E27FC236}">
                <a16:creationId xmlns:a16="http://schemas.microsoft.com/office/drawing/2014/main" id="{ADD97149-8F7F-B2DE-C8A2-BCC9F7B5E0F8}"/>
              </a:ext>
            </a:extLst>
          </p:cNvPr>
          <p:cNvSpPr txBox="1"/>
          <p:nvPr/>
        </p:nvSpPr>
        <p:spPr>
          <a:xfrm>
            <a:off x="897147" y="239708"/>
            <a:ext cx="10664050" cy="769441"/>
          </a:xfrm>
          <a:prstGeom prst="rect">
            <a:avLst/>
          </a:prstGeom>
          <a:noFill/>
        </p:spPr>
        <p:txBody>
          <a:bodyPr wrap="square" rtlCol="0">
            <a:spAutoFit/>
          </a:bodyPr>
          <a:lstStyle/>
          <a:p>
            <a:r>
              <a:rPr lang="en-GB" sz="4400" dirty="0"/>
              <a:t>3.2  Key sectors participating in the GVC </a:t>
            </a:r>
            <a:endParaRPr lang="en-SG" sz="4400" dirty="0"/>
          </a:p>
        </p:txBody>
      </p:sp>
      <p:sp>
        <p:nvSpPr>
          <p:cNvPr id="3" name="Arrow: Right 2">
            <a:extLst>
              <a:ext uri="{FF2B5EF4-FFF2-40B4-BE49-F238E27FC236}">
                <a16:creationId xmlns:a16="http://schemas.microsoft.com/office/drawing/2014/main" id="{F3DCE00E-47DB-D404-0AC1-35D6C5DB4766}"/>
              </a:ext>
            </a:extLst>
          </p:cNvPr>
          <p:cNvSpPr/>
          <p:nvPr/>
        </p:nvSpPr>
        <p:spPr>
          <a:xfrm>
            <a:off x="8040821" y="4341925"/>
            <a:ext cx="1097280" cy="389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a:t>
            </a:r>
            <a:endParaRPr lang="en-SG" dirty="0"/>
          </a:p>
        </p:txBody>
      </p:sp>
      <p:sp>
        <p:nvSpPr>
          <p:cNvPr id="4" name="TextBox 3">
            <a:extLst>
              <a:ext uri="{FF2B5EF4-FFF2-40B4-BE49-F238E27FC236}">
                <a16:creationId xmlns:a16="http://schemas.microsoft.com/office/drawing/2014/main" id="{618BD4C0-7069-DAB7-9EBB-DB016B1057E9}"/>
              </a:ext>
            </a:extLst>
          </p:cNvPr>
          <p:cNvSpPr txBox="1"/>
          <p:nvPr/>
        </p:nvSpPr>
        <p:spPr>
          <a:xfrm>
            <a:off x="9138101" y="2436434"/>
            <a:ext cx="2753705" cy="2308324"/>
          </a:xfrm>
          <a:prstGeom prst="rect">
            <a:avLst/>
          </a:prstGeom>
          <a:noFill/>
        </p:spPr>
        <p:txBody>
          <a:bodyPr wrap="square" rtlCol="0">
            <a:spAutoFit/>
          </a:bodyPr>
          <a:lstStyle/>
          <a:p>
            <a:r>
              <a:rPr lang="en-GB" dirty="0"/>
              <a:t>Exercise </a:t>
            </a:r>
          </a:p>
          <a:p>
            <a:r>
              <a:rPr lang="en-GB" dirty="0"/>
              <a:t>For </a:t>
            </a:r>
            <a:r>
              <a:rPr lang="en-GB" dirty="0" err="1"/>
              <a:t>korea</a:t>
            </a:r>
            <a:r>
              <a:rPr lang="en-GB" dirty="0"/>
              <a:t> vs Japan  : </a:t>
            </a:r>
          </a:p>
          <a:p>
            <a:r>
              <a:rPr lang="en-GB" dirty="0"/>
              <a:t>Compare the backward linkage (equivalent to backward participation rate)  to their respective  forward linkage </a:t>
            </a:r>
          </a:p>
          <a:p>
            <a:endParaRPr lang="en-SG" dirty="0"/>
          </a:p>
        </p:txBody>
      </p:sp>
      <p:sp>
        <p:nvSpPr>
          <p:cNvPr id="6" name="Arrow: Right 5">
            <a:extLst>
              <a:ext uri="{FF2B5EF4-FFF2-40B4-BE49-F238E27FC236}">
                <a16:creationId xmlns:a16="http://schemas.microsoft.com/office/drawing/2014/main" id="{9FDE8CE3-228A-5BAE-C1A8-CD5EB957D480}"/>
              </a:ext>
            </a:extLst>
          </p:cNvPr>
          <p:cNvSpPr/>
          <p:nvPr/>
        </p:nvSpPr>
        <p:spPr>
          <a:xfrm>
            <a:off x="7974945" y="2241755"/>
            <a:ext cx="1097280" cy="3893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a:t>
            </a:r>
            <a:endParaRPr lang="en-SG" dirty="0"/>
          </a:p>
        </p:txBody>
      </p:sp>
      <p:sp>
        <p:nvSpPr>
          <p:cNvPr id="7" name="Rectangle 6">
            <a:extLst>
              <a:ext uri="{FF2B5EF4-FFF2-40B4-BE49-F238E27FC236}">
                <a16:creationId xmlns:a16="http://schemas.microsoft.com/office/drawing/2014/main" id="{4E810DFC-DE4D-830F-6203-995DFB2BB3A0}"/>
              </a:ext>
            </a:extLst>
          </p:cNvPr>
          <p:cNvSpPr/>
          <p:nvPr/>
        </p:nvSpPr>
        <p:spPr>
          <a:xfrm>
            <a:off x="4741652" y="2040470"/>
            <a:ext cx="1397479" cy="241540"/>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18C03790-86B5-CD00-0933-8CE704FA8A28}"/>
              </a:ext>
            </a:extLst>
          </p:cNvPr>
          <p:cNvSpPr/>
          <p:nvPr/>
        </p:nvSpPr>
        <p:spPr>
          <a:xfrm>
            <a:off x="4741653" y="4192437"/>
            <a:ext cx="1354347" cy="149487"/>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59825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4BBE03-D814-40C6-5173-45CD915F4EC1}"/>
              </a:ext>
            </a:extLst>
          </p:cNvPr>
          <p:cNvPicPr>
            <a:picLocks noChangeAspect="1"/>
          </p:cNvPicPr>
          <p:nvPr/>
        </p:nvPicPr>
        <p:blipFill>
          <a:blip r:embed="rId2"/>
          <a:stretch>
            <a:fillRect/>
          </a:stretch>
        </p:blipFill>
        <p:spPr>
          <a:xfrm>
            <a:off x="728047" y="479721"/>
            <a:ext cx="6705386" cy="6679877"/>
          </a:xfrm>
          <a:prstGeom prst="rect">
            <a:avLst/>
          </a:prstGeom>
        </p:spPr>
      </p:pic>
      <p:sp>
        <p:nvSpPr>
          <p:cNvPr id="5" name="TextBox 4">
            <a:extLst>
              <a:ext uri="{FF2B5EF4-FFF2-40B4-BE49-F238E27FC236}">
                <a16:creationId xmlns:a16="http://schemas.microsoft.com/office/drawing/2014/main" id="{B100B80D-FAE9-7D05-91D8-898434AAC741}"/>
              </a:ext>
            </a:extLst>
          </p:cNvPr>
          <p:cNvSpPr txBox="1"/>
          <p:nvPr/>
        </p:nvSpPr>
        <p:spPr>
          <a:xfrm>
            <a:off x="7433433" y="1546844"/>
            <a:ext cx="3465819" cy="1938992"/>
          </a:xfrm>
          <a:prstGeom prst="rect">
            <a:avLst/>
          </a:prstGeom>
          <a:noFill/>
        </p:spPr>
        <p:txBody>
          <a:bodyPr wrap="square" rtlCol="0">
            <a:spAutoFit/>
          </a:bodyPr>
          <a:lstStyle/>
          <a:p>
            <a:r>
              <a:rPr lang="en-GB" sz="2400" dirty="0"/>
              <a:t>Observe Asia participation in GVC </a:t>
            </a:r>
          </a:p>
          <a:p>
            <a:r>
              <a:rPr lang="en-GB" sz="2400" dirty="0"/>
              <a:t>Also note the countries with a fall in the participation index </a:t>
            </a:r>
          </a:p>
        </p:txBody>
      </p:sp>
      <p:sp>
        <p:nvSpPr>
          <p:cNvPr id="2" name="Arrow: Down 1">
            <a:extLst>
              <a:ext uri="{FF2B5EF4-FFF2-40B4-BE49-F238E27FC236}">
                <a16:creationId xmlns:a16="http://schemas.microsoft.com/office/drawing/2014/main" id="{85CEA753-9EB9-B4EC-B5AB-548FD9EE9296}"/>
              </a:ext>
            </a:extLst>
          </p:cNvPr>
          <p:cNvSpPr/>
          <p:nvPr/>
        </p:nvSpPr>
        <p:spPr>
          <a:xfrm rot="10800000">
            <a:off x="5902817" y="5731099"/>
            <a:ext cx="193183" cy="6782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22723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B7BEEF-7966-DFDB-EF60-D01619E1B553}"/>
              </a:ext>
            </a:extLst>
          </p:cNvPr>
          <p:cNvPicPr>
            <a:picLocks noChangeAspect="1"/>
          </p:cNvPicPr>
          <p:nvPr/>
        </p:nvPicPr>
        <p:blipFill>
          <a:blip r:embed="rId2"/>
          <a:stretch>
            <a:fillRect/>
          </a:stretch>
        </p:blipFill>
        <p:spPr>
          <a:xfrm>
            <a:off x="201379" y="-225888"/>
            <a:ext cx="10797926" cy="6926946"/>
          </a:xfrm>
          <a:prstGeom prst="rect">
            <a:avLst/>
          </a:prstGeom>
        </p:spPr>
      </p:pic>
      <p:sp>
        <p:nvSpPr>
          <p:cNvPr id="2" name="Arrow: Left-Right 1">
            <a:extLst>
              <a:ext uri="{FF2B5EF4-FFF2-40B4-BE49-F238E27FC236}">
                <a16:creationId xmlns:a16="http://schemas.microsoft.com/office/drawing/2014/main" id="{ED78BE02-1A4C-21A6-4278-9DCCF6EEF30D}"/>
              </a:ext>
            </a:extLst>
          </p:cNvPr>
          <p:cNvSpPr/>
          <p:nvPr/>
        </p:nvSpPr>
        <p:spPr>
          <a:xfrm>
            <a:off x="2117868" y="2365641"/>
            <a:ext cx="4094153" cy="41885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Observe this phenomenon </a:t>
            </a:r>
            <a:endParaRPr lang="en-SG" dirty="0"/>
          </a:p>
        </p:txBody>
      </p:sp>
    </p:spTree>
    <p:extLst>
      <p:ext uri="{BB962C8B-B14F-4D97-AF65-F5344CB8AC3E}">
        <p14:creationId xmlns:p14="http://schemas.microsoft.com/office/powerpoint/2010/main" val="3503548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69B626-D40E-C9A9-2BEE-76D81AA03C3D}"/>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dirty="0"/>
              <a:t>4. GVC in Asia </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30CE947-1477-A840-BF98-63C14FB8DB71}"/>
              </a:ext>
            </a:extLst>
          </p:cNvPr>
          <p:cNvSpPr txBox="1"/>
          <p:nvPr/>
        </p:nvSpPr>
        <p:spPr>
          <a:xfrm>
            <a:off x="466726" y="2698157"/>
            <a:ext cx="4943959" cy="3968396"/>
          </a:xfrm>
          <a:prstGeom prst="rect">
            <a:avLst/>
          </a:prstGeom>
        </p:spPr>
        <p:txBody>
          <a:bodyPr vert="horz" lIns="91440" tIns="45720" rIns="91440" bIns="45720" rtlCol="0">
            <a:noAutofit/>
          </a:bodyPr>
          <a:lstStyle/>
          <a:p>
            <a:pPr indent="-228600" defTabSz="914400">
              <a:lnSpc>
                <a:spcPct val="90000"/>
              </a:lnSpc>
              <a:spcAft>
                <a:spcPts val="600"/>
              </a:spcAft>
              <a:buFont typeface="Arial" panose="020B0604020202020204" pitchFamily="34" charset="0"/>
              <a:buChar char="•"/>
            </a:pPr>
            <a:r>
              <a:rPr lang="en-US" sz="2000" dirty="0"/>
              <a:t>Why a larger share comes from Asia </a:t>
            </a:r>
          </a:p>
          <a:p>
            <a:pPr indent="-228600" defTabSz="914400">
              <a:lnSpc>
                <a:spcPct val="90000"/>
              </a:lnSpc>
              <a:spcAft>
                <a:spcPts val="600"/>
              </a:spcAft>
              <a:buFont typeface="Arial" panose="020B0604020202020204" pitchFamily="34" charset="0"/>
              <a:buChar char="•"/>
            </a:pPr>
            <a:endParaRPr lang="en-US" sz="2000" dirty="0"/>
          </a:p>
          <a:p>
            <a:pPr indent="-228600" defTabSz="914400">
              <a:lnSpc>
                <a:spcPct val="90000"/>
              </a:lnSpc>
              <a:spcAft>
                <a:spcPts val="600"/>
              </a:spcAft>
              <a:buFont typeface="Arial" panose="020B0604020202020204" pitchFamily="34" charset="0"/>
              <a:buChar char="•"/>
            </a:pPr>
            <a:r>
              <a:rPr lang="en-US" sz="2000" b="1" dirty="0"/>
              <a:t>Heterogenous economies </a:t>
            </a:r>
            <a:r>
              <a:rPr lang="en-US" sz="2000" dirty="0"/>
              <a:t>in the region</a:t>
            </a:r>
          </a:p>
          <a:p>
            <a:pPr indent="-228600" defTabSz="914400">
              <a:lnSpc>
                <a:spcPct val="90000"/>
              </a:lnSpc>
              <a:spcAft>
                <a:spcPts val="600"/>
              </a:spcAft>
              <a:buFont typeface="Arial" panose="020B0604020202020204" pitchFamily="34" charset="0"/>
              <a:buChar char="•"/>
            </a:pPr>
            <a:r>
              <a:rPr lang="en-US" sz="2000" dirty="0"/>
              <a:t>Japan, Korea, SG : Knowledge based </a:t>
            </a:r>
          </a:p>
          <a:p>
            <a:pPr indent="-228600" defTabSz="914400">
              <a:lnSpc>
                <a:spcPct val="90000"/>
              </a:lnSpc>
              <a:spcAft>
                <a:spcPts val="600"/>
              </a:spcAft>
              <a:buFont typeface="Arial" panose="020B0604020202020204" pitchFamily="34" charset="0"/>
              <a:buChar char="•"/>
            </a:pPr>
            <a:r>
              <a:rPr lang="en-US" sz="2000" dirty="0"/>
              <a:t>West Asia : Resources rich </a:t>
            </a:r>
          </a:p>
          <a:p>
            <a:pPr indent="-228600" defTabSz="914400">
              <a:lnSpc>
                <a:spcPct val="90000"/>
              </a:lnSpc>
              <a:spcAft>
                <a:spcPts val="600"/>
              </a:spcAft>
              <a:buFont typeface="Arial" panose="020B0604020202020204" pitchFamily="34" charset="0"/>
              <a:buChar char="•"/>
            </a:pPr>
            <a:r>
              <a:rPr lang="en-US" sz="2000" dirty="0"/>
              <a:t>South and East  Asia , India, China : Labor endowed </a:t>
            </a:r>
          </a:p>
          <a:p>
            <a:pPr indent="-228600" defTabSz="914400">
              <a:lnSpc>
                <a:spcPct val="90000"/>
              </a:lnSpc>
              <a:spcAft>
                <a:spcPts val="600"/>
              </a:spcAft>
              <a:buFont typeface="Arial" panose="020B0604020202020204" pitchFamily="34" charset="0"/>
              <a:buChar char="•"/>
            </a:pPr>
            <a:r>
              <a:rPr lang="en-US" sz="2000" dirty="0"/>
              <a:t>SE Asia : A blend of all the above </a:t>
            </a:r>
          </a:p>
          <a:p>
            <a:pPr indent="-228600" defTabSz="914400">
              <a:lnSpc>
                <a:spcPct val="90000"/>
              </a:lnSpc>
              <a:spcAft>
                <a:spcPts val="600"/>
              </a:spcAft>
              <a:buFont typeface="Arial" panose="020B0604020202020204" pitchFamily="34" charset="0"/>
              <a:buChar char="•"/>
            </a:pPr>
            <a:endParaRPr lang="en-US" sz="2000" dirty="0"/>
          </a:p>
          <a:p>
            <a:pPr indent="-228600" defTabSz="914400">
              <a:lnSpc>
                <a:spcPct val="90000"/>
              </a:lnSpc>
              <a:spcAft>
                <a:spcPts val="600"/>
              </a:spcAft>
              <a:buFont typeface="Arial" panose="020B0604020202020204" pitchFamily="34" charset="0"/>
              <a:buChar char="•"/>
            </a:pPr>
            <a:r>
              <a:rPr lang="en-US" sz="2000" dirty="0"/>
              <a:t>Why anchor primarily on manufactured goods ? Electronic goods ? </a:t>
            </a:r>
          </a:p>
          <a:p>
            <a:pPr indent="-228600" defTabSz="914400">
              <a:lnSpc>
                <a:spcPct val="90000"/>
              </a:lnSpc>
              <a:spcAft>
                <a:spcPts val="600"/>
              </a:spcAft>
              <a:buFont typeface="Arial" panose="020B0604020202020204" pitchFamily="34" charset="0"/>
              <a:buChar char="•"/>
            </a:pPr>
            <a:endParaRPr lang="en-US" sz="2000" dirty="0"/>
          </a:p>
          <a:p>
            <a:pPr indent="-228600" defTabSz="914400">
              <a:lnSpc>
                <a:spcPct val="90000"/>
              </a:lnSpc>
              <a:spcAft>
                <a:spcPts val="600"/>
              </a:spcAft>
              <a:buFont typeface="Arial" panose="020B0604020202020204" pitchFamily="34" charset="0"/>
              <a:buChar char="•"/>
            </a:pPr>
            <a:endParaRPr lang="en-US" sz="2000" dirty="0"/>
          </a:p>
          <a:p>
            <a:pPr indent="-228600" defTabSz="914400">
              <a:lnSpc>
                <a:spcPct val="90000"/>
              </a:lnSpc>
              <a:spcAft>
                <a:spcPts val="600"/>
              </a:spcAft>
              <a:buFont typeface="Arial" panose="020B0604020202020204" pitchFamily="34" charset="0"/>
              <a:buChar char="•"/>
            </a:pPr>
            <a:r>
              <a:rPr lang="en-US" sz="2000" dirty="0"/>
              <a:t> </a:t>
            </a:r>
          </a:p>
        </p:txBody>
      </p:sp>
      <p:pic>
        <p:nvPicPr>
          <p:cNvPr id="5" name="Picture 4" descr="World map with flight paths">
            <a:extLst>
              <a:ext uri="{FF2B5EF4-FFF2-40B4-BE49-F238E27FC236}">
                <a16:creationId xmlns:a16="http://schemas.microsoft.com/office/drawing/2014/main" id="{72478EA8-407F-BB51-C706-B65D839E5CF3}"/>
              </a:ext>
            </a:extLst>
          </p:cNvPr>
          <p:cNvPicPr>
            <a:picLocks noChangeAspect="1"/>
          </p:cNvPicPr>
          <p:nvPr/>
        </p:nvPicPr>
        <p:blipFill>
          <a:blip r:embed="rId2"/>
          <a:srcRect l="12049" r="1949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537907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DC80-45FE-21D2-98E5-035188F9AFC8}"/>
              </a:ext>
            </a:extLst>
          </p:cNvPr>
          <p:cNvSpPr>
            <a:spLocks noGrp="1"/>
          </p:cNvSpPr>
          <p:nvPr>
            <p:ph type="title"/>
          </p:nvPr>
        </p:nvSpPr>
        <p:spPr>
          <a:xfrm>
            <a:off x="8368938" y="548005"/>
            <a:ext cx="3558540" cy="1410335"/>
          </a:xfrm>
        </p:spPr>
        <p:txBody>
          <a:bodyPr>
            <a:normAutofit/>
          </a:bodyPr>
          <a:lstStyle/>
          <a:p>
            <a:r>
              <a:rPr lang="en-GB" dirty="0"/>
              <a:t>Key Observations? </a:t>
            </a:r>
            <a:endParaRPr lang="en-SG" dirty="0"/>
          </a:p>
        </p:txBody>
      </p:sp>
      <p:pic>
        <p:nvPicPr>
          <p:cNvPr id="4" name="Picture 3">
            <a:extLst>
              <a:ext uri="{FF2B5EF4-FFF2-40B4-BE49-F238E27FC236}">
                <a16:creationId xmlns:a16="http://schemas.microsoft.com/office/drawing/2014/main" id="{336DC626-A1D5-A023-B453-B027EDDC7640}"/>
              </a:ext>
            </a:extLst>
          </p:cNvPr>
          <p:cNvPicPr>
            <a:picLocks noChangeAspect="1"/>
          </p:cNvPicPr>
          <p:nvPr/>
        </p:nvPicPr>
        <p:blipFill>
          <a:blip r:embed="rId2">
            <a:lum/>
          </a:blip>
          <a:stretch>
            <a:fillRect/>
          </a:stretch>
        </p:blipFill>
        <p:spPr>
          <a:xfrm>
            <a:off x="0" y="-47557"/>
            <a:ext cx="8368938" cy="6681381"/>
          </a:xfrm>
          <a:prstGeom prst="rect">
            <a:avLst/>
          </a:prstGeom>
        </p:spPr>
      </p:pic>
    </p:spTree>
    <p:extLst>
      <p:ext uri="{BB962C8B-B14F-4D97-AF65-F5344CB8AC3E}">
        <p14:creationId xmlns:p14="http://schemas.microsoft.com/office/powerpoint/2010/main" val="227364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B502FB-1E61-6E2E-1EB4-689D49775F95}"/>
              </a:ext>
            </a:extLst>
          </p:cNvPr>
          <p:cNvPicPr>
            <a:picLocks noChangeAspect="1"/>
          </p:cNvPicPr>
          <p:nvPr/>
        </p:nvPicPr>
        <p:blipFill rotWithShape="1">
          <a:blip r:embed="rId2"/>
          <a:srcRect t="9551" r="2654"/>
          <a:stretch/>
        </p:blipFill>
        <p:spPr>
          <a:xfrm>
            <a:off x="396489" y="825743"/>
            <a:ext cx="9817185" cy="5471539"/>
          </a:xfrm>
          <a:prstGeom prst="rect">
            <a:avLst/>
          </a:prstGeom>
        </p:spPr>
      </p:pic>
      <p:sp>
        <p:nvSpPr>
          <p:cNvPr id="5" name="TextBox 4">
            <a:extLst>
              <a:ext uri="{FF2B5EF4-FFF2-40B4-BE49-F238E27FC236}">
                <a16:creationId xmlns:a16="http://schemas.microsoft.com/office/drawing/2014/main" id="{B62988C9-AC7D-E801-CF7D-CC4267357F06}"/>
              </a:ext>
            </a:extLst>
          </p:cNvPr>
          <p:cNvSpPr txBox="1"/>
          <p:nvPr/>
        </p:nvSpPr>
        <p:spPr>
          <a:xfrm>
            <a:off x="724619" y="427809"/>
            <a:ext cx="6096000" cy="584775"/>
          </a:xfrm>
          <a:prstGeom prst="rect">
            <a:avLst/>
          </a:prstGeom>
          <a:noFill/>
        </p:spPr>
        <p:txBody>
          <a:bodyPr wrap="square">
            <a:spAutoFit/>
          </a:bodyPr>
          <a:lstStyle/>
          <a:p>
            <a:r>
              <a:rPr lang="en-GB" sz="3200" dirty="0"/>
              <a:t>4.2  Asia and GVC</a:t>
            </a:r>
            <a:endParaRPr lang="en-SG" sz="3200" dirty="0"/>
          </a:p>
        </p:txBody>
      </p:sp>
    </p:spTree>
    <p:extLst>
      <p:ext uri="{BB962C8B-B14F-4D97-AF65-F5344CB8AC3E}">
        <p14:creationId xmlns:p14="http://schemas.microsoft.com/office/powerpoint/2010/main" val="2202317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9F4E30-A172-9CA9-D9DE-7C1DBCDC3603}"/>
              </a:ext>
            </a:extLst>
          </p:cNvPr>
          <p:cNvPicPr>
            <a:picLocks noChangeAspect="1"/>
          </p:cNvPicPr>
          <p:nvPr/>
        </p:nvPicPr>
        <p:blipFill>
          <a:blip r:embed="rId3"/>
          <a:stretch>
            <a:fillRect/>
          </a:stretch>
        </p:blipFill>
        <p:spPr>
          <a:xfrm>
            <a:off x="393699" y="57150"/>
            <a:ext cx="7056595" cy="6045873"/>
          </a:xfrm>
          <a:prstGeom prst="rect">
            <a:avLst/>
          </a:prstGeom>
        </p:spPr>
      </p:pic>
      <p:sp>
        <p:nvSpPr>
          <p:cNvPr id="4" name="TextBox 3">
            <a:extLst>
              <a:ext uri="{FF2B5EF4-FFF2-40B4-BE49-F238E27FC236}">
                <a16:creationId xmlns:a16="http://schemas.microsoft.com/office/drawing/2014/main" id="{688035FC-E7D7-CF60-A332-6EEBC4D77633}"/>
              </a:ext>
            </a:extLst>
          </p:cNvPr>
          <p:cNvSpPr txBox="1"/>
          <p:nvPr/>
        </p:nvSpPr>
        <p:spPr>
          <a:xfrm>
            <a:off x="7956550" y="425450"/>
            <a:ext cx="3073400" cy="1384995"/>
          </a:xfrm>
          <a:prstGeom prst="rect">
            <a:avLst/>
          </a:prstGeom>
          <a:noFill/>
        </p:spPr>
        <p:txBody>
          <a:bodyPr wrap="square" rtlCol="0">
            <a:spAutoFit/>
          </a:bodyPr>
          <a:lstStyle/>
          <a:p>
            <a:r>
              <a:rPr lang="en-GB" sz="2800" b="1" dirty="0"/>
              <a:t>Evidence of participation in GVC </a:t>
            </a:r>
            <a:endParaRPr lang="en-SG" sz="2800" b="1" dirty="0"/>
          </a:p>
        </p:txBody>
      </p:sp>
      <p:sp>
        <p:nvSpPr>
          <p:cNvPr id="5" name="TextBox 4">
            <a:extLst>
              <a:ext uri="{FF2B5EF4-FFF2-40B4-BE49-F238E27FC236}">
                <a16:creationId xmlns:a16="http://schemas.microsoft.com/office/drawing/2014/main" id="{00DDF5A0-9946-137C-45F7-3BE43670D42E}"/>
              </a:ext>
            </a:extLst>
          </p:cNvPr>
          <p:cNvSpPr txBox="1"/>
          <p:nvPr/>
        </p:nvSpPr>
        <p:spPr>
          <a:xfrm>
            <a:off x="7956550" y="1733550"/>
            <a:ext cx="3232150" cy="646331"/>
          </a:xfrm>
          <a:prstGeom prst="rect">
            <a:avLst/>
          </a:prstGeom>
          <a:noFill/>
        </p:spPr>
        <p:txBody>
          <a:bodyPr wrap="square" rtlCol="0">
            <a:spAutoFit/>
          </a:bodyPr>
          <a:lstStyle/>
          <a:p>
            <a:r>
              <a:rPr lang="en-GB" dirty="0"/>
              <a:t>Focus on intermediate goods </a:t>
            </a:r>
          </a:p>
          <a:p>
            <a:r>
              <a:rPr lang="en-GB" dirty="0"/>
              <a:t>Import &gt; Export of such goods </a:t>
            </a:r>
            <a:endParaRPr lang="en-SG" dirty="0"/>
          </a:p>
        </p:txBody>
      </p:sp>
      <p:sp>
        <p:nvSpPr>
          <p:cNvPr id="8" name="TextBox 7">
            <a:extLst>
              <a:ext uri="{FF2B5EF4-FFF2-40B4-BE49-F238E27FC236}">
                <a16:creationId xmlns:a16="http://schemas.microsoft.com/office/drawing/2014/main" id="{9FEAFEC0-47C8-F008-276C-085265387A0B}"/>
              </a:ext>
            </a:extLst>
          </p:cNvPr>
          <p:cNvSpPr txBox="1"/>
          <p:nvPr/>
        </p:nvSpPr>
        <p:spPr>
          <a:xfrm>
            <a:off x="393699" y="6292850"/>
            <a:ext cx="7323294" cy="369332"/>
          </a:xfrm>
          <a:prstGeom prst="rect">
            <a:avLst/>
          </a:prstGeom>
          <a:noFill/>
        </p:spPr>
        <p:txBody>
          <a:bodyPr wrap="square" rtlCol="0">
            <a:spAutoFit/>
          </a:bodyPr>
          <a:lstStyle/>
          <a:p>
            <a:r>
              <a:rPr lang="fr-FR" dirty="0"/>
              <a:t>CEPII (Centre d’Etudes Prospectives et d’Informations Internationales)</a:t>
            </a:r>
            <a:endParaRPr lang="en-SG" dirty="0"/>
          </a:p>
        </p:txBody>
      </p:sp>
    </p:spTree>
    <p:extLst>
      <p:ext uri="{BB962C8B-B14F-4D97-AF65-F5344CB8AC3E}">
        <p14:creationId xmlns:p14="http://schemas.microsoft.com/office/powerpoint/2010/main" val="2734296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9D04A-8168-5181-155B-728A17E46342}"/>
              </a:ext>
            </a:extLst>
          </p:cNvPr>
          <p:cNvPicPr>
            <a:picLocks noChangeAspect="1"/>
          </p:cNvPicPr>
          <p:nvPr/>
        </p:nvPicPr>
        <p:blipFill>
          <a:blip r:embed="rId2"/>
          <a:stretch>
            <a:fillRect/>
          </a:stretch>
        </p:blipFill>
        <p:spPr>
          <a:xfrm>
            <a:off x="327014" y="714722"/>
            <a:ext cx="11179185" cy="5874337"/>
          </a:xfrm>
          <a:prstGeom prst="rect">
            <a:avLst/>
          </a:prstGeom>
        </p:spPr>
      </p:pic>
      <p:sp>
        <p:nvSpPr>
          <p:cNvPr id="5" name="TextBox 4">
            <a:extLst>
              <a:ext uri="{FF2B5EF4-FFF2-40B4-BE49-F238E27FC236}">
                <a16:creationId xmlns:a16="http://schemas.microsoft.com/office/drawing/2014/main" id="{D09FB94C-15AF-E869-AF34-AE8C0FF64F2E}"/>
              </a:ext>
            </a:extLst>
          </p:cNvPr>
          <p:cNvSpPr txBox="1"/>
          <p:nvPr/>
        </p:nvSpPr>
        <p:spPr>
          <a:xfrm>
            <a:off x="553250" y="268941"/>
            <a:ext cx="7791611" cy="646331"/>
          </a:xfrm>
          <a:prstGeom prst="rect">
            <a:avLst/>
          </a:prstGeom>
          <a:noFill/>
        </p:spPr>
        <p:txBody>
          <a:bodyPr wrap="square" rtlCol="0">
            <a:spAutoFit/>
          </a:bodyPr>
          <a:lstStyle/>
          <a:p>
            <a:r>
              <a:rPr lang="en-GB" sz="3600" dirty="0"/>
              <a:t>5. Effects of participation in GVC </a:t>
            </a:r>
            <a:endParaRPr lang="en-SG" sz="3600" dirty="0"/>
          </a:p>
        </p:txBody>
      </p:sp>
    </p:spTree>
    <p:extLst>
      <p:ext uri="{BB962C8B-B14F-4D97-AF65-F5344CB8AC3E}">
        <p14:creationId xmlns:p14="http://schemas.microsoft.com/office/powerpoint/2010/main" val="4003950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4A3451-AA27-C8E0-FFA8-7CCBEF235F9B}"/>
            </a:ext>
          </a:extLst>
        </p:cNvPr>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A207375-B9D6-889E-5B58-C655624BA716}"/>
              </a:ext>
            </a:extLst>
          </p:cNvPr>
          <p:cNvSpPr>
            <a:spLocks noGrp="1"/>
          </p:cNvSpPr>
          <p:nvPr>
            <p:ph type="title"/>
          </p:nvPr>
        </p:nvSpPr>
        <p:spPr>
          <a:xfrm>
            <a:off x="630936" y="639520"/>
            <a:ext cx="3429000" cy="1719072"/>
          </a:xfrm>
        </p:spPr>
        <p:txBody>
          <a:bodyPr anchor="b">
            <a:normAutofit/>
          </a:bodyPr>
          <a:lstStyle/>
          <a:p>
            <a:r>
              <a:rPr lang="en-GB" sz="3400"/>
              <a:t>5.1 Key challenges of GVC participation </a:t>
            </a:r>
            <a:endParaRPr lang="en-SG" sz="3400"/>
          </a:p>
        </p:txBody>
      </p:sp>
      <p:sp>
        <p:nvSpPr>
          <p:cNvPr id="2060"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70ECE419-1571-FF17-7EE8-171E99ED913F}"/>
              </a:ext>
            </a:extLst>
          </p:cNvPr>
          <p:cNvSpPr>
            <a:spLocks noGrp="1"/>
          </p:cNvSpPr>
          <p:nvPr>
            <p:ph idx="1"/>
          </p:nvPr>
        </p:nvSpPr>
        <p:spPr>
          <a:xfrm>
            <a:off x="630936" y="2807208"/>
            <a:ext cx="3833488" cy="3410712"/>
          </a:xfrm>
        </p:spPr>
        <p:txBody>
          <a:bodyPr anchor="t">
            <a:normAutofit/>
          </a:bodyPr>
          <a:lstStyle/>
          <a:p>
            <a:pPr marL="0" indent="0">
              <a:buNone/>
            </a:pPr>
            <a:r>
              <a:rPr lang="en-GB" sz="2200" b="1" dirty="0"/>
              <a:t>Increased vulnerability to global business cycle  : </a:t>
            </a:r>
          </a:p>
          <a:p>
            <a:r>
              <a:rPr lang="en-GB" sz="2200" dirty="0"/>
              <a:t>Global financial crisis in year 2008 </a:t>
            </a:r>
          </a:p>
          <a:p>
            <a:pPr lvl="1"/>
            <a:r>
              <a:rPr lang="en-GB" sz="2200" dirty="0"/>
              <a:t>Impact more prominent on low valued added consumer products such as clothing </a:t>
            </a:r>
          </a:p>
          <a:p>
            <a:pPr lvl="1"/>
            <a:r>
              <a:rPr lang="en-GB" sz="2200" dirty="0"/>
              <a:t>Developing economies worst hit </a:t>
            </a:r>
          </a:p>
        </p:txBody>
      </p:sp>
      <p:pic>
        <p:nvPicPr>
          <p:cNvPr id="2050" name="Picture 2" descr="2008 Financial crisis for dummies">
            <a:extLst>
              <a:ext uri="{FF2B5EF4-FFF2-40B4-BE49-F238E27FC236}">
                <a16:creationId xmlns:a16="http://schemas.microsoft.com/office/drawing/2014/main" id="{03D5834C-5640-6917-6025-13BE25E3589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107624"/>
            <a:ext cx="6903720" cy="4642752"/>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4F991AE0-C6E0-798C-4E49-3E79E1CE3D1B}"/>
              </a:ext>
            </a:extLst>
          </p:cNvPr>
          <p:cNvSpPr/>
          <p:nvPr/>
        </p:nvSpPr>
        <p:spPr>
          <a:xfrm>
            <a:off x="6946366" y="5309923"/>
            <a:ext cx="4872254" cy="15480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Debt, bankruptcy, unemployment rose</a:t>
            </a:r>
          </a:p>
          <a:p>
            <a:pPr algn="ctr"/>
            <a:r>
              <a:rPr lang="en-GB" dirty="0"/>
              <a:t>Fall in demand for consumables </a:t>
            </a:r>
          </a:p>
          <a:p>
            <a:pPr algn="ctr"/>
            <a:r>
              <a:rPr lang="en-GB" dirty="0"/>
              <a:t>Insufficient liquidity for firms  </a:t>
            </a:r>
            <a:endParaRPr lang="en-SG" dirty="0"/>
          </a:p>
        </p:txBody>
      </p:sp>
    </p:spTree>
    <p:extLst>
      <p:ext uri="{BB962C8B-B14F-4D97-AF65-F5344CB8AC3E}">
        <p14:creationId xmlns:p14="http://schemas.microsoft.com/office/powerpoint/2010/main" val="354906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BB44E25A-92C6-A2AD-2103-996B59AF50FA}"/>
              </a:ext>
            </a:extLst>
          </p:cNvPr>
          <p:cNvSpPr>
            <a:spLocks noGrp="1"/>
          </p:cNvSpPr>
          <p:nvPr>
            <p:ph type="title"/>
          </p:nvPr>
        </p:nvSpPr>
        <p:spPr>
          <a:xfrm>
            <a:off x="630936" y="457200"/>
            <a:ext cx="4343400" cy="1929384"/>
          </a:xfrm>
        </p:spPr>
        <p:txBody>
          <a:bodyPr anchor="ctr">
            <a:normAutofit/>
          </a:bodyPr>
          <a:lstStyle/>
          <a:p>
            <a:r>
              <a:rPr lang="en-GB" dirty="0"/>
              <a:t>5.1 Key challenges of GVC participation </a:t>
            </a:r>
            <a:endParaRPr lang="en-SG" dirty="0"/>
          </a:p>
        </p:txBody>
      </p:sp>
      <p:sp>
        <p:nvSpPr>
          <p:cNvPr id="3083"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980133C7-6D9C-F29D-5168-F0A05F17B99D}"/>
              </a:ext>
            </a:extLst>
          </p:cNvPr>
          <p:cNvSpPr>
            <a:spLocks noGrp="1"/>
          </p:cNvSpPr>
          <p:nvPr>
            <p:ph idx="1"/>
          </p:nvPr>
        </p:nvSpPr>
        <p:spPr>
          <a:xfrm>
            <a:off x="5541263" y="457200"/>
            <a:ext cx="6007608" cy="1929384"/>
          </a:xfrm>
        </p:spPr>
        <p:txBody>
          <a:bodyPr anchor="ctr">
            <a:normAutofit fontScale="85000" lnSpcReduction="10000"/>
          </a:bodyPr>
          <a:lstStyle/>
          <a:p>
            <a:pPr lvl="1"/>
            <a:endParaRPr lang="en-GB" sz="1700" dirty="0"/>
          </a:p>
          <a:p>
            <a:pPr marL="0" indent="0">
              <a:buNone/>
            </a:pPr>
            <a:r>
              <a:rPr lang="en-GB" sz="1700" b="1" dirty="0"/>
              <a:t>Supply chain disruptions </a:t>
            </a:r>
          </a:p>
          <a:p>
            <a:pPr lvl="1"/>
            <a:r>
              <a:rPr lang="en-GB" sz="1700" dirty="0"/>
              <a:t>Natural disasters  : </a:t>
            </a:r>
            <a:r>
              <a:rPr lang="en-GB" sz="1700" dirty="0" err="1"/>
              <a:t>eg</a:t>
            </a:r>
            <a:r>
              <a:rPr lang="en-GB" sz="1700" dirty="0"/>
              <a:t> flooding in Thailand </a:t>
            </a:r>
          </a:p>
          <a:p>
            <a:pPr lvl="1"/>
            <a:r>
              <a:rPr lang="en-GB" sz="1700" dirty="0"/>
              <a:t>Borders access : Covid 19 pandemic</a:t>
            </a:r>
          </a:p>
          <a:p>
            <a:pPr lvl="1"/>
            <a:r>
              <a:rPr lang="en-GB" sz="1700" dirty="0"/>
              <a:t>Geopolitical tensions : Esp on </a:t>
            </a:r>
            <a:r>
              <a:rPr lang="en-GB" sz="1700" dirty="0">
                <a:highlight>
                  <a:srgbClr val="FFFF00"/>
                </a:highlight>
              </a:rPr>
              <a:t>semiconductor supply chain</a:t>
            </a:r>
            <a:endParaRPr lang="en-GB" sz="1800" b="1" i="1" dirty="0">
              <a:solidFill>
                <a:schemeClr val="accent1"/>
              </a:solidFill>
              <a:highlight>
                <a:srgbClr val="FFFF00"/>
              </a:highlight>
            </a:endParaRPr>
          </a:p>
          <a:p>
            <a:pPr lvl="1"/>
            <a:r>
              <a:rPr lang="en-GB" sz="1800" b="1" i="1" dirty="0">
                <a:solidFill>
                  <a:schemeClr val="accent1"/>
                </a:solidFill>
                <a:highlight>
                  <a:srgbClr val="FFFF00"/>
                </a:highlight>
              </a:rPr>
              <a:t>USA-Iran : Oil supply disruptions affecting energy and transport </a:t>
            </a:r>
            <a:r>
              <a:rPr lang="en-GB" sz="1700" dirty="0">
                <a:highlight>
                  <a:srgbClr val="FFFF00"/>
                </a:highlight>
              </a:rPr>
              <a:t> </a:t>
            </a:r>
          </a:p>
          <a:p>
            <a:pPr lvl="1"/>
            <a:r>
              <a:rPr lang="en-GB" sz="1700" dirty="0"/>
              <a:t>Trump administration of various tariff rates across the world ( see working example in slide </a:t>
            </a:r>
            <a:r>
              <a:rPr lang="en-GB" sz="1700" dirty="0">
                <a:hlinkClick r:id="rId2" action="ppaction://hlinksldjump"/>
              </a:rPr>
              <a:t>35</a:t>
            </a:r>
            <a:endParaRPr lang="en-GB" sz="1700" dirty="0"/>
          </a:p>
        </p:txBody>
      </p:sp>
      <p:pic>
        <p:nvPicPr>
          <p:cNvPr id="3074" name="Picture 2" descr="Impact of Supply Chain Disruption in Manufacturing">
            <a:extLst>
              <a:ext uri="{FF2B5EF4-FFF2-40B4-BE49-F238E27FC236}">
                <a16:creationId xmlns:a16="http://schemas.microsoft.com/office/drawing/2014/main" id="{42499EBE-29FB-99AA-F886-6D2180929E6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42593" y="2819401"/>
            <a:ext cx="4598670" cy="367893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EF: The Top Risks Facing Supply Chains in 2025 | Supply Chain Magazine">
            <a:extLst>
              <a:ext uri="{FF2B5EF4-FFF2-40B4-BE49-F238E27FC236}">
                <a16:creationId xmlns:a16="http://schemas.microsoft.com/office/drawing/2014/main" id="{345CC28F-4510-6274-7DC5-44CECBAE9F3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08685" y="2631948"/>
            <a:ext cx="5494206" cy="4148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186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F97A2-AE89-1A50-D77E-65B744CCBE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4B18DB-EFDC-9E4C-4935-3A8E1C481F70}"/>
              </a:ext>
            </a:extLst>
          </p:cNvPr>
          <p:cNvSpPr>
            <a:spLocks noGrp="1"/>
          </p:cNvSpPr>
          <p:nvPr>
            <p:ph type="title"/>
          </p:nvPr>
        </p:nvSpPr>
        <p:spPr>
          <a:xfrm>
            <a:off x="815340" y="43835"/>
            <a:ext cx="10515600" cy="1325563"/>
          </a:xfrm>
        </p:spPr>
        <p:txBody>
          <a:bodyPr/>
          <a:lstStyle/>
          <a:p>
            <a:r>
              <a:rPr lang="en-GB" dirty="0"/>
              <a:t>5.1. 1 Background info on supply chain of semi conductors (optional reading)</a:t>
            </a:r>
            <a:endParaRPr lang="en-SG" dirty="0"/>
          </a:p>
        </p:txBody>
      </p:sp>
      <p:sp>
        <p:nvSpPr>
          <p:cNvPr id="5" name="Content Placeholder 4">
            <a:extLst>
              <a:ext uri="{FF2B5EF4-FFF2-40B4-BE49-F238E27FC236}">
                <a16:creationId xmlns:a16="http://schemas.microsoft.com/office/drawing/2014/main" id="{91773197-8FF4-FADC-C3FB-158210E0CD1B}"/>
              </a:ext>
            </a:extLst>
          </p:cNvPr>
          <p:cNvSpPr>
            <a:spLocks noGrp="1"/>
          </p:cNvSpPr>
          <p:nvPr>
            <p:ph idx="1"/>
          </p:nvPr>
        </p:nvSpPr>
        <p:spPr>
          <a:xfrm>
            <a:off x="220980" y="1343732"/>
            <a:ext cx="5699760" cy="5331387"/>
          </a:xfrm>
        </p:spPr>
        <p:txBody>
          <a:bodyPr>
            <a:normAutofit lnSpcReduction="10000"/>
          </a:bodyPr>
          <a:lstStyle/>
          <a:p>
            <a:pPr lvl="1" algn="just"/>
            <a:endParaRPr lang="en-GB" sz="2800" dirty="0"/>
          </a:p>
          <a:p>
            <a:pPr marL="457200" lvl="1" indent="0" algn="just">
              <a:buNone/>
            </a:pPr>
            <a:r>
              <a:rPr lang="en-GB" sz="2800" b="1" u="sng" dirty="0"/>
              <a:t>Background info: </a:t>
            </a:r>
          </a:p>
          <a:p>
            <a:pPr marL="457200" lvl="1" indent="0">
              <a:buNone/>
            </a:pPr>
            <a:r>
              <a:rPr lang="en-GB" sz="2800" dirty="0"/>
              <a:t>The semiconductor industry is geographically highly concentrated, with the top-5 semiconductor-producing economies (China, Korea, Chinese Taipei, Japan USA)  accounting for around three-quarters of global value added</a:t>
            </a:r>
          </a:p>
          <a:p>
            <a:pPr marL="457200" lvl="1" indent="0">
              <a:buNone/>
            </a:pPr>
            <a:r>
              <a:rPr lang="en-GB" sz="2800" dirty="0"/>
              <a:t>In 2018, China, Korea and Chinese Taipei accounted for around 60% of global semiconductor value added. </a:t>
            </a:r>
          </a:p>
        </p:txBody>
      </p:sp>
      <p:pic>
        <p:nvPicPr>
          <p:cNvPr id="3" name="Picture 2">
            <a:extLst>
              <a:ext uri="{FF2B5EF4-FFF2-40B4-BE49-F238E27FC236}">
                <a16:creationId xmlns:a16="http://schemas.microsoft.com/office/drawing/2014/main" id="{70B0763E-477D-DD00-5F64-0FE15C45221F}"/>
              </a:ext>
            </a:extLst>
          </p:cNvPr>
          <p:cNvPicPr>
            <a:picLocks noChangeAspect="1"/>
          </p:cNvPicPr>
          <p:nvPr/>
        </p:nvPicPr>
        <p:blipFill>
          <a:blip r:embed="rId2"/>
          <a:stretch>
            <a:fillRect/>
          </a:stretch>
        </p:blipFill>
        <p:spPr>
          <a:xfrm>
            <a:off x="5920740" y="1533386"/>
            <a:ext cx="6244078" cy="4352905"/>
          </a:xfrm>
          <a:prstGeom prst="rect">
            <a:avLst/>
          </a:prstGeom>
        </p:spPr>
      </p:pic>
    </p:spTree>
    <p:extLst>
      <p:ext uri="{BB962C8B-B14F-4D97-AF65-F5344CB8AC3E}">
        <p14:creationId xmlns:p14="http://schemas.microsoft.com/office/powerpoint/2010/main" val="148810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253D91-A827-4F9C-9F80-F65E0DA7AF49}"/>
              </a:ext>
            </a:extLst>
          </p:cNvPr>
          <p:cNvPicPr>
            <a:picLocks noChangeAspect="1"/>
          </p:cNvPicPr>
          <p:nvPr/>
        </p:nvPicPr>
        <p:blipFill>
          <a:blip r:embed="rId2"/>
          <a:stretch>
            <a:fillRect/>
          </a:stretch>
        </p:blipFill>
        <p:spPr>
          <a:xfrm>
            <a:off x="1303019" y="218122"/>
            <a:ext cx="10121265" cy="4738515"/>
          </a:xfrm>
          <a:prstGeom prst="rect">
            <a:avLst/>
          </a:prstGeom>
        </p:spPr>
      </p:pic>
      <p:sp>
        <p:nvSpPr>
          <p:cNvPr id="5" name="TextBox 4">
            <a:extLst>
              <a:ext uri="{FF2B5EF4-FFF2-40B4-BE49-F238E27FC236}">
                <a16:creationId xmlns:a16="http://schemas.microsoft.com/office/drawing/2014/main" id="{F26A68F8-11AD-C0B5-1C08-CFC332852656}"/>
              </a:ext>
            </a:extLst>
          </p:cNvPr>
          <p:cNvSpPr txBox="1"/>
          <p:nvPr/>
        </p:nvSpPr>
        <p:spPr>
          <a:xfrm>
            <a:off x="767716" y="4608553"/>
            <a:ext cx="10982324" cy="1477328"/>
          </a:xfrm>
          <a:prstGeom prst="rect">
            <a:avLst/>
          </a:prstGeom>
          <a:noFill/>
        </p:spPr>
        <p:txBody>
          <a:bodyPr wrap="square">
            <a:spAutoFit/>
          </a:bodyPr>
          <a:lstStyle/>
          <a:p>
            <a:pPr lvl="1" algn="just"/>
            <a:r>
              <a:rPr lang="en-GB" sz="1800" dirty="0"/>
              <a:t>For instance, a modern car may contain 3 000 semiconductor chips, which control anything from battery management, fuel injection to infotainment systems. These shortages can have sizeable effects on aggregate output and price developments (Leibovici and Dunn, 2021[1]), with some estimates suggesting that in the first nine months of 2021 the reduction in motor vehicle production related to semiconductor shortages lowered GDP by 1½ percent in Germany and between ½ - 1% in the Czech Republic, Japan and Mexico (OECD, 2021[2]). </a:t>
            </a:r>
          </a:p>
        </p:txBody>
      </p:sp>
    </p:spTree>
    <p:extLst>
      <p:ext uri="{BB962C8B-B14F-4D97-AF65-F5344CB8AC3E}">
        <p14:creationId xmlns:p14="http://schemas.microsoft.com/office/powerpoint/2010/main" val="2545759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9BAF8-0079-D0E8-8AD0-54924B8E1B2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92B551F-93A6-8DFD-6ECD-84E81666CFA4}"/>
              </a:ext>
            </a:extLst>
          </p:cNvPr>
          <p:cNvSpPr>
            <a:spLocks noGrp="1"/>
          </p:cNvSpPr>
          <p:nvPr>
            <p:ph type="title"/>
          </p:nvPr>
        </p:nvSpPr>
        <p:spPr>
          <a:xfrm>
            <a:off x="640080" y="325369"/>
            <a:ext cx="4368602" cy="1956841"/>
          </a:xfrm>
        </p:spPr>
        <p:txBody>
          <a:bodyPr anchor="b">
            <a:normAutofit/>
          </a:bodyPr>
          <a:lstStyle/>
          <a:p>
            <a:r>
              <a:rPr lang="en-GB" sz="4200"/>
              <a:t>5.1 Key challenges of GVC participation </a:t>
            </a:r>
            <a:endParaRPr lang="en-SG" sz="420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C9CEC5C6-A63E-E7B5-93AB-FC0435A5FFFC}"/>
              </a:ext>
            </a:extLst>
          </p:cNvPr>
          <p:cNvSpPr>
            <a:spLocks noGrp="1"/>
          </p:cNvSpPr>
          <p:nvPr>
            <p:ph idx="1"/>
          </p:nvPr>
        </p:nvSpPr>
        <p:spPr>
          <a:xfrm>
            <a:off x="640080" y="2872899"/>
            <a:ext cx="4243589" cy="3320668"/>
          </a:xfrm>
        </p:spPr>
        <p:txBody>
          <a:bodyPr>
            <a:normAutofit/>
          </a:bodyPr>
          <a:lstStyle/>
          <a:p>
            <a:pPr marL="0" indent="0">
              <a:buNone/>
            </a:pPr>
            <a:r>
              <a:rPr lang="en-GB" sz="2200"/>
              <a:t>Higher Risk </a:t>
            </a:r>
          </a:p>
          <a:p>
            <a:pPr marL="0" indent="0">
              <a:buNone/>
            </a:pPr>
            <a:r>
              <a:rPr lang="en-GB" sz="2200"/>
              <a:t>(Similar risk associated to FDI ) </a:t>
            </a:r>
          </a:p>
          <a:p>
            <a:r>
              <a:rPr lang="en-SG" sz="2200"/>
              <a:t>Relocation and investment risk </a:t>
            </a:r>
          </a:p>
          <a:p>
            <a:r>
              <a:rPr lang="en-SG" sz="2200"/>
              <a:t>Impact on labour and the environment </a:t>
            </a:r>
          </a:p>
          <a:p>
            <a:r>
              <a:rPr lang="en-SG" sz="2200"/>
              <a:t>Narrow learning </a:t>
            </a:r>
          </a:p>
        </p:txBody>
      </p:sp>
      <p:pic>
        <p:nvPicPr>
          <p:cNvPr id="3" name="Picture 2" descr="A person on a ladder with blocks&#10;&#10;AI-generated content may be incorrect.">
            <a:extLst>
              <a:ext uri="{FF2B5EF4-FFF2-40B4-BE49-F238E27FC236}">
                <a16:creationId xmlns:a16="http://schemas.microsoft.com/office/drawing/2014/main" id="{5CD8ABA8-0550-D840-D537-306D8D82463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36665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0B67-9E25-6167-A8D0-5F76C10DB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6010E-9B70-A690-49F9-35317AB9D27A}"/>
              </a:ext>
            </a:extLst>
          </p:cNvPr>
          <p:cNvSpPr>
            <a:spLocks noGrp="1"/>
          </p:cNvSpPr>
          <p:nvPr>
            <p:ph type="title"/>
          </p:nvPr>
        </p:nvSpPr>
        <p:spPr>
          <a:xfrm>
            <a:off x="420189" y="32022"/>
            <a:ext cx="10515600" cy="1325563"/>
          </a:xfrm>
        </p:spPr>
        <p:txBody>
          <a:bodyPr/>
          <a:lstStyle/>
          <a:p>
            <a:r>
              <a:rPr lang="en-GB" dirty="0"/>
              <a:t>Topic 07: Review : </a:t>
            </a:r>
            <a:r>
              <a:rPr lang="en-GB"/>
              <a:t>GVC participation Rate </a:t>
            </a:r>
            <a:br>
              <a:rPr lang="en-GB"/>
            </a:br>
            <a:r>
              <a:rPr lang="en-GB"/>
              <a:t>5.2 </a:t>
            </a:r>
            <a:r>
              <a:rPr lang="en-GB" dirty="0"/>
              <a:t>Trade distortion </a:t>
            </a:r>
            <a:r>
              <a:rPr lang="en-GB"/>
              <a:t>and GVC</a:t>
            </a:r>
            <a:endParaRPr lang="en-SG" dirty="0"/>
          </a:p>
        </p:txBody>
      </p:sp>
      <p:graphicFrame>
        <p:nvGraphicFramePr>
          <p:cNvPr id="4" name="Diagram 3">
            <a:extLst>
              <a:ext uri="{FF2B5EF4-FFF2-40B4-BE49-F238E27FC236}">
                <a16:creationId xmlns:a16="http://schemas.microsoft.com/office/drawing/2014/main" id="{142EBB6D-F3C4-BDA2-057C-765051F53CB1}"/>
              </a:ext>
            </a:extLst>
          </p:cNvPr>
          <p:cNvGraphicFramePr/>
          <p:nvPr>
            <p:extLst>
              <p:ext uri="{D42A27DB-BD31-4B8C-83A1-F6EECF244321}">
                <p14:modId xmlns:p14="http://schemas.microsoft.com/office/powerpoint/2010/main" val="1979940949"/>
              </p:ext>
            </p:extLst>
          </p:nvPr>
        </p:nvGraphicFramePr>
        <p:xfrm>
          <a:off x="0" y="1357585"/>
          <a:ext cx="8913412" cy="4622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descr="Globe outline">
            <a:extLst>
              <a:ext uri="{FF2B5EF4-FFF2-40B4-BE49-F238E27FC236}">
                <a16:creationId xmlns:a16="http://schemas.microsoft.com/office/drawing/2014/main" id="{17D83B27-14AD-9558-AFA8-08FA1EF368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15873" y="2863410"/>
            <a:ext cx="3315789" cy="3315789"/>
          </a:xfrm>
          <a:prstGeom prst="rect">
            <a:avLst/>
          </a:prstGeom>
        </p:spPr>
      </p:pic>
      <p:sp>
        <p:nvSpPr>
          <p:cNvPr id="6" name="TextBox 5">
            <a:extLst>
              <a:ext uri="{FF2B5EF4-FFF2-40B4-BE49-F238E27FC236}">
                <a16:creationId xmlns:a16="http://schemas.microsoft.com/office/drawing/2014/main" id="{9AA35EF4-D325-94FC-71AC-7709F2253526}"/>
              </a:ext>
            </a:extLst>
          </p:cNvPr>
          <p:cNvSpPr txBox="1"/>
          <p:nvPr/>
        </p:nvSpPr>
        <p:spPr>
          <a:xfrm>
            <a:off x="8024853" y="1633025"/>
            <a:ext cx="3953691" cy="923330"/>
          </a:xfrm>
          <a:prstGeom prst="rect">
            <a:avLst/>
          </a:prstGeom>
          <a:noFill/>
        </p:spPr>
        <p:txBody>
          <a:bodyPr wrap="square">
            <a:spAutoFit/>
          </a:bodyPr>
          <a:lstStyle/>
          <a:p>
            <a:r>
              <a:rPr lang="en-GB" b="0" i="0" dirty="0">
                <a:solidFill>
                  <a:srgbClr val="1A1A1A"/>
                </a:solidFill>
                <a:effectLst/>
                <a:latin typeface="franklingothic"/>
              </a:rPr>
              <a:t>Using our previous example on the GVC and value added in production of a smartphone</a:t>
            </a:r>
            <a:endParaRPr lang="en-SG" dirty="0"/>
          </a:p>
        </p:txBody>
      </p:sp>
      <p:sp>
        <p:nvSpPr>
          <p:cNvPr id="3" name="TextBox 2">
            <a:extLst>
              <a:ext uri="{FF2B5EF4-FFF2-40B4-BE49-F238E27FC236}">
                <a16:creationId xmlns:a16="http://schemas.microsoft.com/office/drawing/2014/main" id="{B30554CC-0F28-CE07-0249-62EEB2B90690}"/>
              </a:ext>
            </a:extLst>
          </p:cNvPr>
          <p:cNvSpPr txBox="1"/>
          <p:nvPr/>
        </p:nvSpPr>
        <p:spPr>
          <a:xfrm>
            <a:off x="9459045" y="6365365"/>
            <a:ext cx="2128478" cy="369332"/>
          </a:xfrm>
          <a:prstGeom prst="rect">
            <a:avLst/>
          </a:prstGeom>
          <a:noFill/>
        </p:spPr>
        <p:txBody>
          <a:bodyPr wrap="square" rtlCol="0">
            <a:spAutoFit/>
          </a:bodyPr>
          <a:lstStyle/>
          <a:p>
            <a:r>
              <a:rPr lang="en-GB" dirty="0"/>
              <a:t>World market </a:t>
            </a:r>
            <a:endParaRPr lang="en-SG" dirty="0"/>
          </a:p>
        </p:txBody>
      </p:sp>
      <p:pic>
        <p:nvPicPr>
          <p:cNvPr id="7" name="Graphic 6" descr="Smart Phone outline">
            <a:extLst>
              <a:ext uri="{FF2B5EF4-FFF2-40B4-BE49-F238E27FC236}">
                <a16:creationId xmlns:a16="http://schemas.microsoft.com/office/drawing/2014/main" id="{139FC431-AE6D-DC76-7DF6-65E6B69AB2C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760348" y="1422924"/>
            <a:ext cx="1545772" cy="1545772"/>
          </a:xfrm>
          <a:prstGeom prst="rect">
            <a:avLst/>
          </a:prstGeom>
        </p:spPr>
      </p:pic>
      <p:sp>
        <p:nvSpPr>
          <p:cNvPr id="9" name="TextBox 8">
            <a:extLst>
              <a:ext uri="{FF2B5EF4-FFF2-40B4-BE49-F238E27FC236}">
                <a16:creationId xmlns:a16="http://schemas.microsoft.com/office/drawing/2014/main" id="{6262F152-A09B-F144-BF30-2EAC84F46614}"/>
              </a:ext>
            </a:extLst>
          </p:cNvPr>
          <p:cNvSpPr txBox="1"/>
          <p:nvPr/>
        </p:nvSpPr>
        <p:spPr>
          <a:xfrm>
            <a:off x="6432240" y="4199718"/>
            <a:ext cx="1983633" cy="369332"/>
          </a:xfrm>
          <a:prstGeom prst="rect">
            <a:avLst/>
          </a:prstGeom>
          <a:noFill/>
        </p:spPr>
        <p:txBody>
          <a:bodyPr wrap="square" rtlCol="0">
            <a:spAutoFit/>
          </a:bodyPr>
          <a:lstStyle/>
          <a:p>
            <a:r>
              <a:rPr lang="en-GB" dirty="0"/>
              <a:t>US $179 </a:t>
            </a:r>
            <a:endParaRPr lang="en-SG" dirty="0"/>
          </a:p>
        </p:txBody>
      </p:sp>
      <p:sp>
        <p:nvSpPr>
          <p:cNvPr id="5" name="Arrow: Left-Right 4">
            <a:extLst>
              <a:ext uri="{FF2B5EF4-FFF2-40B4-BE49-F238E27FC236}">
                <a16:creationId xmlns:a16="http://schemas.microsoft.com/office/drawing/2014/main" id="{B7D171F9-5DA8-1B6E-53E2-4EEE5D4CE704}"/>
              </a:ext>
            </a:extLst>
          </p:cNvPr>
          <p:cNvSpPr/>
          <p:nvPr/>
        </p:nvSpPr>
        <p:spPr>
          <a:xfrm>
            <a:off x="3992878" y="4612059"/>
            <a:ext cx="4737053" cy="202127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Value added = 179 – 172 = 7</a:t>
            </a:r>
          </a:p>
          <a:p>
            <a:pPr algn="ctr"/>
            <a:r>
              <a:rPr lang="en-GB" dirty="0"/>
              <a:t>Backward GVC participation = 96.1%</a:t>
            </a:r>
          </a:p>
        </p:txBody>
      </p:sp>
      <p:sp>
        <p:nvSpPr>
          <p:cNvPr id="10" name="TextBox 9">
            <a:extLst>
              <a:ext uri="{FF2B5EF4-FFF2-40B4-BE49-F238E27FC236}">
                <a16:creationId xmlns:a16="http://schemas.microsoft.com/office/drawing/2014/main" id="{892B59EA-B887-62DB-2885-4FFCD88609EA}"/>
              </a:ext>
            </a:extLst>
          </p:cNvPr>
          <p:cNvSpPr txBox="1"/>
          <p:nvPr/>
        </p:nvSpPr>
        <p:spPr>
          <a:xfrm>
            <a:off x="931653" y="6129234"/>
            <a:ext cx="2886974" cy="369332"/>
          </a:xfrm>
          <a:prstGeom prst="rect">
            <a:avLst/>
          </a:prstGeom>
          <a:noFill/>
        </p:spPr>
        <p:txBody>
          <a:bodyPr wrap="square" rtlCol="0">
            <a:spAutoFit/>
          </a:bodyPr>
          <a:lstStyle/>
          <a:p>
            <a:r>
              <a:rPr lang="en-GB" dirty="0"/>
              <a:t>Import value = 172</a:t>
            </a:r>
            <a:endParaRPr lang="en-SG" dirty="0"/>
          </a:p>
        </p:txBody>
      </p:sp>
    </p:spTree>
    <p:extLst>
      <p:ext uri="{BB962C8B-B14F-4D97-AF65-F5344CB8AC3E}">
        <p14:creationId xmlns:p14="http://schemas.microsoft.com/office/powerpoint/2010/main" val="3108051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10B22-FAB3-954E-98A2-F022EA82B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65529-BDD6-55BE-E05A-DB6C5F81E9D0}"/>
              </a:ext>
            </a:extLst>
          </p:cNvPr>
          <p:cNvSpPr>
            <a:spLocks noGrp="1"/>
          </p:cNvSpPr>
          <p:nvPr>
            <p:ph type="title"/>
          </p:nvPr>
        </p:nvSpPr>
        <p:spPr>
          <a:xfrm>
            <a:off x="420189" y="32022"/>
            <a:ext cx="10515600" cy="1325563"/>
          </a:xfrm>
        </p:spPr>
        <p:txBody>
          <a:bodyPr/>
          <a:lstStyle/>
          <a:p>
            <a:r>
              <a:rPr lang="en-GB" dirty="0"/>
              <a:t>5.2.1 Effects of trade </a:t>
            </a:r>
            <a:r>
              <a:rPr lang="en-GB" sz="3600" dirty="0"/>
              <a:t>disintegration</a:t>
            </a:r>
            <a:r>
              <a:rPr lang="en-GB" dirty="0"/>
              <a:t> </a:t>
            </a:r>
            <a:endParaRPr lang="en-SG" dirty="0"/>
          </a:p>
        </p:txBody>
      </p:sp>
      <p:graphicFrame>
        <p:nvGraphicFramePr>
          <p:cNvPr id="4" name="Diagram 3">
            <a:extLst>
              <a:ext uri="{FF2B5EF4-FFF2-40B4-BE49-F238E27FC236}">
                <a16:creationId xmlns:a16="http://schemas.microsoft.com/office/drawing/2014/main" id="{5DD3B98B-DBD4-79C5-10FD-1FCB1BFDCECC}"/>
              </a:ext>
            </a:extLst>
          </p:cNvPr>
          <p:cNvGraphicFramePr/>
          <p:nvPr>
            <p:extLst>
              <p:ext uri="{D42A27DB-BD31-4B8C-83A1-F6EECF244321}">
                <p14:modId xmlns:p14="http://schemas.microsoft.com/office/powerpoint/2010/main" val="3828953626"/>
              </p:ext>
            </p:extLst>
          </p:nvPr>
        </p:nvGraphicFramePr>
        <p:xfrm>
          <a:off x="0" y="1357585"/>
          <a:ext cx="8913412" cy="46223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03AB4D0-6328-72A0-7C55-C54514D2EEAB}"/>
              </a:ext>
            </a:extLst>
          </p:cNvPr>
          <p:cNvSpPr txBox="1"/>
          <p:nvPr/>
        </p:nvSpPr>
        <p:spPr>
          <a:xfrm>
            <a:off x="7803743" y="63365"/>
            <a:ext cx="4319451" cy="3139321"/>
          </a:xfrm>
          <a:prstGeom prst="rect">
            <a:avLst/>
          </a:prstGeom>
          <a:noFill/>
        </p:spPr>
        <p:txBody>
          <a:bodyPr wrap="square">
            <a:spAutoFit/>
          </a:bodyPr>
          <a:lstStyle/>
          <a:p>
            <a:r>
              <a:rPr lang="en-GB" b="0" i="0" dirty="0">
                <a:solidFill>
                  <a:srgbClr val="1A1A1A"/>
                </a:solidFill>
                <a:effectLst/>
                <a:latin typeface="franklingothic"/>
              </a:rPr>
              <a:t>Assuming the </a:t>
            </a:r>
            <a:r>
              <a:rPr lang="en-GB" b="1" i="0" dirty="0">
                <a:solidFill>
                  <a:srgbClr val="1A1A1A"/>
                </a:solidFill>
                <a:effectLst/>
                <a:latin typeface="franklingothic"/>
              </a:rPr>
              <a:t>following hypothetical case of distortion</a:t>
            </a:r>
          </a:p>
          <a:p>
            <a:pPr marL="342900" indent="-342900">
              <a:buAutoNum type="alphaLcPeriod"/>
            </a:pPr>
            <a:r>
              <a:rPr lang="en-GB" dirty="0">
                <a:solidFill>
                  <a:srgbClr val="1A1A1A"/>
                </a:solidFill>
                <a:latin typeface="franklingothic"/>
              </a:rPr>
              <a:t>China impose 50% tariff on USA</a:t>
            </a:r>
          </a:p>
          <a:p>
            <a:pPr marL="342900" indent="-342900">
              <a:buAutoNum type="alphaLcPeriod"/>
            </a:pPr>
            <a:r>
              <a:rPr lang="en-GB" dirty="0">
                <a:solidFill>
                  <a:srgbClr val="1A1A1A"/>
                </a:solidFill>
                <a:latin typeface="franklingothic"/>
              </a:rPr>
              <a:t>USA set restriction that no major parts of the device can be made in Japan</a:t>
            </a:r>
          </a:p>
          <a:p>
            <a:pPr marL="342900" indent="-342900">
              <a:buAutoNum type="alphaLcPeriod"/>
            </a:pPr>
            <a:r>
              <a:rPr lang="en-GB" dirty="0">
                <a:solidFill>
                  <a:srgbClr val="1A1A1A"/>
                </a:solidFill>
                <a:latin typeface="franklingothic"/>
              </a:rPr>
              <a:t>USA impose a corresponding tariff of 50% on China made goods</a:t>
            </a:r>
          </a:p>
          <a:p>
            <a:pPr marL="342900" indent="-342900">
              <a:buAutoNum type="alphaLcPeriod"/>
            </a:pPr>
            <a:r>
              <a:rPr lang="en-GB" dirty="0">
                <a:solidFill>
                  <a:srgbClr val="1A1A1A"/>
                </a:solidFill>
                <a:latin typeface="franklingothic"/>
              </a:rPr>
              <a:t>Korean govt limit export of LED screen thus increase price of parts by 20% </a:t>
            </a:r>
          </a:p>
          <a:p>
            <a:r>
              <a:rPr lang="en-SG" dirty="0"/>
              <a:t>Assuming The mobile device is still produced in China </a:t>
            </a:r>
          </a:p>
        </p:txBody>
      </p:sp>
      <p:pic>
        <p:nvPicPr>
          <p:cNvPr id="7" name="Graphic 6" descr="Smart Phone outline">
            <a:extLst>
              <a:ext uri="{FF2B5EF4-FFF2-40B4-BE49-F238E27FC236}">
                <a16:creationId xmlns:a16="http://schemas.microsoft.com/office/drawing/2014/main" id="{051198E2-F9B0-6164-2858-D3E0B131597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7790" y="2672551"/>
            <a:ext cx="996217" cy="996217"/>
          </a:xfrm>
          <a:prstGeom prst="rect">
            <a:avLst/>
          </a:prstGeom>
        </p:spPr>
      </p:pic>
      <p:sp>
        <p:nvSpPr>
          <p:cNvPr id="9" name="TextBox 8">
            <a:extLst>
              <a:ext uri="{FF2B5EF4-FFF2-40B4-BE49-F238E27FC236}">
                <a16:creationId xmlns:a16="http://schemas.microsoft.com/office/drawing/2014/main" id="{8A3A8BD5-F51C-E274-A0F5-6B41C9126A65}"/>
              </a:ext>
            </a:extLst>
          </p:cNvPr>
          <p:cNvSpPr txBox="1"/>
          <p:nvPr/>
        </p:nvSpPr>
        <p:spPr>
          <a:xfrm>
            <a:off x="7672383" y="4496907"/>
            <a:ext cx="3346425" cy="2862322"/>
          </a:xfrm>
          <a:prstGeom prst="rect">
            <a:avLst/>
          </a:prstGeom>
          <a:noFill/>
        </p:spPr>
        <p:txBody>
          <a:bodyPr wrap="square" rtlCol="0">
            <a:spAutoFit/>
          </a:bodyPr>
          <a:lstStyle/>
          <a:p>
            <a:r>
              <a:rPr lang="en-GB" dirty="0"/>
              <a:t>New World price</a:t>
            </a:r>
          </a:p>
          <a:p>
            <a:r>
              <a:rPr lang="en-GB" dirty="0"/>
              <a:t>=  234 X 1.05 = 245.7</a:t>
            </a:r>
          </a:p>
          <a:p>
            <a:endParaRPr lang="en-GB" dirty="0"/>
          </a:p>
          <a:p>
            <a:r>
              <a:rPr lang="en-GB" dirty="0"/>
              <a:t>Price in USA (w/ import tariff) </a:t>
            </a:r>
          </a:p>
          <a:p>
            <a:r>
              <a:rPr lang="en-GB" dirty="0"/>
              <a:t>= 1.5 X 234 = $351 </a:t>
            </a:r>
          </a:p>
          <a:p>
            <a:endParaRPr lang="en-GB" dirty="0"/>
          </a:p>
          <a:p>
            <a:r>
              <a:rPr lang="en-GB" dirty="0"/>
              <a:t>Vs 1.5 X 245.7 = 368.55 (USA govt earns = $ 122.85 [ From nothing] </a:t>
            </a:r>
          </a:p>
          <a:p>
            <a:endParaRPr lang="en-GB" dirty="0"/>
          </a:p>
          <a:p>
            <a:endParaRPr lang="en-SG" dirty="0"/>
          </a:p>
        </p:txBody>
      </p:sp>
      <p:pic>
        <p:nvPicPr>
          <p:cNvPr id="10" name="Graphic 9" descr="Globe with solid fill">
            <a:extLst>
              <a:ext uri="{FF2B5EF4-FFF2-40B4-BE49-F238E27FC236}">
                <a16:creationId xmlns:a16="http://schemas.microsoft.com/office/drawing/2014/main" id="{0A74C2DA-16EC-B617-0997-5A072FFAEA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987913" y="3131819"/>
            <a:ext cx="2327787" cy="2327787"/>
          </a:xfrm>
          <a:prstGeom prst="rect">
            <a:avLst/>
          </a:prstGeom>
        </p:spPr>
      </p:pic>
      <p:sp>
        <p:nvSpPr>
          <p:cNvPr id="3" name="Arrow: Right 2">
            <a:extLst>
              <a:ext uri="{FF2B5EF4-FFF2-40B4-BE49-F238E27FC236}">
                <a16:creationId xmlns:a16="http://schemas.microsoft.com/office/drawing/2014/main" id="{03688F35-085D-ECC7-F350-B89C0F2705EE}"/>
              </a:ext>
            </a:extLst>
          </p:cNvPr>
          <p:cNvSpPr/>
          <p:nvPr/>
        </p:nvSpPr>
        <p:spPr>
          <a:xfrm>
            <a:off x="3063524" y="4358187"/>
            <a:ext cx="4798016" cy="284096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China new export price ( a $7 markup) </a:t>
            </a:r>
          </a:p>
          <a:p>
            <a:pPr algn="ctr"/>
            <a:r>
              <a:rPr lang="en-GB" sz="1600" dirty="0"/>
              <a:t>=$  234 ( </a:t>
            </a:r>
            <a:r>
              <a:rPr lang="en-GB" sz="1600" dirty="0">
                <a:solidFill>
                  <a:srgbClr val="FF0000"/>
                </a:solidFill>
              </a:rPr>
              <a:t>now if we mark up another 5 % due to wages ? ?</a:t>
            </a:r>
          </a:p>
          <a:p>
            <a:pPr algn="ctr"/>
            <a:r>
              <a:rPr lang="en-GB" sz="1600" dirty="0"/>
              <a:t>Backward GVC participation = 97% (increase ) </a:t>
            </a:r>
          </a:p>
          <a:p>
            <a:pPr algn="ctr"/>
            <a:endParaRPr lang="en-GB" sz="1600" dirty="0"/>
          </a:p>
        </p:txBody>
      </p:sp>
      <p:sp>
        <p:nvSpPr>
          <p:cNvPr id="5" name="Arrow: Right 4">
            <a:extLst>
              <a:ext uri="{FF2B5EF4-FFF2-40B4-BE49-F238E27FC236}">
                <a16:creationId xmlns:a16="http://schemas.microsoft.com/office/drawing/2014/main" id="{4748E2B2-3A9B-CE5A-C512-9B7CB3AC0C7E}"/>
              </a:ext>
            </a:extLst>
          </p:cNvPr>
          <p:cNvSpPr/>
          <p:nvPr/>
        </p:nvSpPr>
        <p:spPr>
          <a:xfrm>
            <a:off x="420189" y="5919157"/>
            <a:ext cx="2696822" cy="9388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Sum of input value = 227</a:t>
            </a:r>
            <a:endParaRPr lang="en-SG" dirty="0"/>
          </a:p>
        </p:txBody>
      </p:sp>
    </p:spTree>
    <p:extLst>
      <p:ext uri="{BB962C8B-B14F-4D97-AF65-F5344CB8AC3E}">
        <p14:creationId xmlns:p14="http://schemas.microsoft.com/office/powerpoint/2010/main" val="1591714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D73F-03CF-D2D5-3A0D-D1741A10EA70}"/>
              </a:ext>
            </a:extLst>
          </p:cNvPr>
          <p:cNvSpPr>
            <a:spLocks noGrp="1"/>
          </p:cNvSpPr>
          <p:nvPr>
            <p:ph type="title"/>
          </p:nvPr>
        </p:nvSpPr>
        <p:spPr>
          <a:xfrm>
            <a:off x="876694" y="216605"/>
            <a:ext cx="4234393" cy="1616203"/>
          </a:xfrm>
        </p:spPr>
        <p:txBody>
          <a:bodyPr anchor="b">
            <a:normAutofit/>
          </a:bodyPr>
          <a:lstStyle/>
          <a:p>
            <a:r>
              <a:rPr lang="en-GB" b="1" dirty="0"/>
              <a:t>6. Future of Trade and Globalisation </a:t>
            </a:r>
            <a:endParaRPr lang="en-SG" b="1" dirty="0"/>
          </a:p>
        </p:txBody>
      </p:sp>
      <p:sp>
        <p:nvSpPr>
          <p:cNvPr id="3" name="Content Placeholder 2">
            <a:extLst>
              <a:ext uri="{FF2B5EF4-FFF2-40B4-BE49-F238E27FC236}">
                <a16:creationId xmlns:a16="http://schemas.microsoft.com/office/drawing/2014/main" id="{C244E201-BC54-4047-A7EB-B6DF79F749A3}"/>
              </a:ext>
            </a:extLst>
          </p:cNvPr>
          <p:cNvSpPr>
            <a:spLocks noGrp="1"/>
          </p:cNvSpPr>
          <p:nvPr>
            <p:ph idx="1"/>
          </p:nvPr>
        </p:nvSpPr>
        <p:spPr>
          <a:xfrm>
            <a:off x="876694" y="2104104"/>
            <a:ext cx="4561998" cy="4344403"/>
          </a:xfrm>
        </p:spPr>
        <p:txBody>
          <a:bodyPr anchor="t">
            <a:normAutofit/>
          </a:bodyPr>
          <a:lstStyle/>
          <a:p>
            <a:r>
              <a:rPr lang="en-GB" dirty="0"/>
              <a:t>Multipolar world </a:t>
            </a:r>
          </a:p>
          <a:p>
            <a:r>
              <a:rPr lang="en-GB" dirty="0" err="1"/>
              <a:t>Slowbalistion</a:t>
            </a:r>
            <a:r>
              <a:rPr lang="en-GB" dirty="0"/>
              <a:t> ?  Perhaps not </a:t>
            </a:r>
            <a:r>
              <a:rPr lang="en-GB" dirty="0" err="1"/>
              <a:t>esp</a:t>
            </a:r>
            <a:r>
              <a:rPr lang="en-GB" dirty="0"/>
              <a:t> for service sector </a:t>
            </a:r>
            <a:r>
              <a:rPr lang="en-GB" dirty="0" err="1">
                <a:highlight>
                  <a:srgbClr val="FFFF00"/>
                </a:highlight>
              </a:rPr>
              <a:t>esp</a:t>
            </a:r>
            <a:r>
              <a:rPr lang="en-GB" dirty="0">
                <a:highlight>
                  <a:srgbClr val="FFFF00"/>
                </a:highlight>
              </a:rPr>
              <a:t> in digital trade </a:t>
            </a:r>
          </a:p>
          <a:p>
            <a:pPr lvl="1"/>
            <a:r>
              <a:rPr lang="en-GB" dirty="0"/>
              <a:t>Intermediate service trade </a:t>
            </a:r>
          </a:p>
          <a:p>
            <a:pPr lvl="2"/>
            <a:r>
              <a:rPr lang="en-GB" dirty="0"/>
              <a:t>Data processing and analysis</a:t>
            </a:r>
          </a:p>
          <a:p>
            <a:r>
              <a:rPr lang="en-GB" dirty="0"/>
              <a:t>New rule and order ?</a:t>
            </a:r>
          </a:p>
          <a:p>
            <a:r>
              <a:rPr lang="en-GB" sz="1800" dirty="0"/>
              <a:t>Video Link : https://youtu.be/EOtBf5U-3d8?feature=shared</a:t>
            </a:r>
            <a:endParaRPr lang="en-SG" sz="1800" dirty="0"/>
          </a:p>
        </p:txBody>
      </p:sp>
      <p:grpSp>
        <p:nvGrpSpPr>
          <p:cNvPr id="13" name="Group 12">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AutoShape 2" descr="Trade barriers cannot stop economic globalization: Global Times editorial -  Global Times">
            <a:extLst>
              <a:ext uri="{FF2B5EF4-FFF2-40B4-BE49-F238E27FC236}">
                <a16:creationId xmlns:a16="http://schemas.microsoft.com/office/drawing/2014/main" id="{3E294D92-53B5-AEC4-B16A-5222A09CCBD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1028" name="Picture 4" descr="Globalization's last gasp - The Japan Times">
            <a:extLst>
              <a:ext uri="{FF2B5EF4-FFF2-40B4-BE49-F238E27FC236}">
                <a16:creationId xmlns:a16="http://schemas.microsoft.com/office/drawing/2014/main" id="{516B0247-0387-42EB-A56E-DF9D42CA0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584598"/>
            <a:ext cx="5987631" cy="3993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547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3B591-634C-F310-5792-2FEB72908355}"/>
              </a:ext>
            </a:extLst>
          </p:cNvPr>
          <p:cNvSpPr>
            <a:spLocks noGrp="1"/>
          </p:cNvSpPr>
          <p:nvPr>
            <p:ph type="title"/>
          </p:nvPr>
        </p:nvSpPr>
        <p:spPr/>
        <p:txBody>
          <a:bodyPr/>
          <a:lstStyle/>
          <a:p>
            <a:r>
              <a:rPr lang="en-GB" dirty="0"/>
              <a:t>Key References </a:t>
            </a:r>
            <a:endParaRPr lang="en-SG" dirty="0"/>
          </a:p>
        </p:txBody>
      </p:sp>
      <p:sp>
        <p:nvSpPr>
          <p:cNvPr id="4" name="TextBox 3">
            <a:extLst>
              <a:ext uri="{FF2B5EF4-FFF2-40B4-BE49-F238E27FC236}">
                <a16:creationId xmlns:a16="http://schemas.microsoft.com/office/drawing/2014/main" id="{E38B6F74-2901-BD74-E928-6E370F5E7137}"/>
              </a:ext>
            </a:extLst>
          </p:cNvPr>
          <p:cNvSpPr txBox="1"/>
          <p:nvPr/>
        </p:nvSpPr>
        <p:spPr>
          <a:xfrm>
            <a:off x="739471" y="1796996"/>
            <a:ext cx="11004606" cy="2677656"/>
          </a:xfrm>
          <a:prstGeom prst="rect">
            <a:avLst/>
          </a:prstGeom>
          <a:noFill/>
        </p:spPr>
        <p:txBody>
          <a:bodyPr wrap="square">
            <a:spAutoFit/>
          </a:bodyPr>
          <a:lstStyle/>
          <a:p>
            <a:r>
              <a:rPr lang="en-GB" sz="2400" b="1" i="1" dirty="0">
                <a:solidFill>
                  <a:srgbClr val="181F25"/>
                </a:solidFill>
                <a:effectLst/>
                <a:latin typeface="Open Sans" panose="020B0606030504020204" pitchFamily="34" charset="0"/>
              </a:rPr>
              <a:t>World Development Report 2020 </a:t>
            </a:r>
            <a:r>
              <a:rPr lang="en-GB" sz="2400" b="0" i="1" dirty="0">
                <a:solidFill>
                  <a:srgbClr val="181F25"/>
                </a:solidFill>
                <a:effectLst/>
                <a:latin typeface="Open Sans" panose="020B0606030504020204" pitchFamily="34" charset="0"/>
              </a:rPr>
              <a:t>: Trading for Development in the Age of Global Value Chains (Vol. 2 of 2) : Overview (English). </a:t>
            </a:r>
            <a:r>
              <a:rPr lang="en-GB" sz="2400" b="0" i="0" dirty="0">
                <a:solidFill>
                  <a:srgbClr val="181F25"/>
                </a:solidFill>
                <a:effectLst/>
                <a:latin typeface="Open Sans" panose="020B0606030504020204" pitchFamily="34" charset="0"/>
              </a:rPr>
              <a:t>World development indicators|World development report Washington, D.C. : World Bank Group. </a:t>
            </a:r>
          </a:p>
          <a:p>
            <a:endParaRPr lang="en-GB" sz="2400" dirty="0">
              <a:solidFill>
                <a:srgbClr val="181F25"/>
              </a:solidFill>
              <a:latin typeface="Open Sans" panose="020B0606030504020204" pitchFamily="34" charset="0"/>
            </a:endParaRPr>
          </a:p>
          <a:p>
            <a:endParaRPr lang="en-GB" sz="2400" b="0" i="0" dirty="0">
              <a:solidFill>
                <a:srgbClr val="181F25"/>
              </a:solidFill>
              <a:effectLst/>
              <a:latin typeface="Open Sans" panose="020B0606030504020204" pitchFamily="34" charset="0"/>
            </a:endParaRPr>
          </a:p>
          <a:p>
            <a:r>
              <a:rPr lang="en-GB" sz="2400" b="0" i="0" dirty="0">
                <a:solidFill>
                  <a:srgbClr val="181F25"/>
                </a:solidFill>
                <a:effectLst/>
                <a:latin typeface="Open Sans" panose="020B0606030504020204" pitchFamily="34" charset="0"/>
              </a:rPr>
              <a:t>http://documents.worldbank.org/curated/en/537371570778931095</a:t>
            </a:r>
            <a:endParaRPr lang="en-SG" sz="2400" dirty="0"/>
          </a:p>
        </p:txBody>
      </p:sp>
    </p:spTree>
    <p:extLst>
      <p:ext uri="{BB962C8B-B14F-4D97-AF65-F5344CB8AC3E}">
        <p14:creationId xmlns:p14="http://schemas.microsoft.com/office/powerpoint/2010/main" val="160670375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4029</TotalTime>
  <Words>1994</Words>
  <Application>Microsoft Office PowerPoint</Application>
  <PresentationFormat>Widescreen</PresentationFormat>
  <Paragraphs>241</Paragraphs>
  <Slides>38</Slides>
  <Notes>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franklingothic</vt:lpstr>
      <vt:lpstr>Noto Sans Display</vt:lpstr>
      <vt:lpstr>YouTube Noto</vt:lpstr>
      <vt:lpstr>Aptos</vt:lpstr>
      <vt:lpstr>Arial</vt:lpstr>
      <vt:lpstr>Calibri</vt:lpstr>
      <vt:lpstr>Calibri Light</vt:lpstr>
      <vt:lpstr>Open Sans</vt:lpstr>
      <vt:lpstr>Office 2013 - 2022 Theme</vt:lpstr>
      <vt:lpstr>ECON251 Trade and industry </vt:lpstr>
      <vt:lpstr>The various outward oriented growth approach discussed in lecture 5 and 6  cannot sufficiently explain why Asia is in the global limelight of growth and development  New trade theories and phenomenon emerged .  International production, trade and investments are increasingly organised within so-called global value chains (GVCs) where the different stages of the production process are located across different countries.   Key diagrams and charts are extracted from The World Bank report : Trading for Development in the Age of Global Value Chains (Vol. 2 of 2) </vt:lpstr>
      <vt:lpstr>Review of Asia’s Outward Growth Strategies </vt:lpstr>
      <vt:lpstr>PowerPoint Presentation</vt:lpstr>
      <vt:lpstr>2. Global value chain (GVC) Basics </vt:lpstr>
      <vt:lpstr>2. Global value chain (GVC) Basics </vt:lpstr>
      <vt:lpstr>2.1 Global value chain (GVC) Basics </vt:lpstr>
      <vt:lpstr>2.2 Fragmentation of process</vt:lpstr>
      <vt:lpstr>PowerPoint Presentation</vt:lpstr>
      <vt:lpstr>2.4 Global value chain (GVC) Basics </vt:lpstr>
      <vt:lpstr>2.5 Global value chain (GVC) Basics </vt:lpstr>
      <vt:lpstr>2.6 Global value chain (GVC) Basics </vt:lpstr>
      <vt:lpstr>2.6.1 Basics of GVC : Value added </vt:lpstr>
      <vt:lpstr>2.6. 3 GVC Basics :  An Example  </vt:lpstr>
      <vt:lpstr>3. GVC Participation Index  </vt:lpstr>
      <vt:lpstr>3.1 GVC Basics :  An Example  </vt:lpstr>
      <vt:lpstr>3.2  GVC Basics :  Revised Example </vt:lpstr>
      <vt:lpstr>3.3 Implication of the GVC participation rate </vt:lpstr>
      <vt:lpstr>3.4 Key data site </vt:lpstr>
      <vt:lpstr>PowerPoint Presentation</vt:lpstr>
      <vt:lpstr>PowerPoint Presentation</vt:lpstr>
      <vt:lpstr>PowerPoint Presentation</vt:lpstr>
      <vt:lpstr>PowerPoint Presentation</vt:lpstr>
      <vt:lpstr>PowerPoint Presentation</vt:lpstr>
      <vt:lpstr>4. GVC in Asia </vt:lpstr>
      <vt:lpstr>Key Observations? </vt:lpstr>
      <vt:lpstr>PowerPoint Presentation</vt:lpstr>
      <vt:lpstr>PowerPoint Presentation</vt:lpstr>
      <vt:lpstr>PowerPoint Presentation</vt:lpstr>
      <vt:lpstr>5.1 Key challenges of GVC participation </vt:lpstr>
      <vt:lpstr>5.1 Key challenges of GVC participation </vt:lpstr>
      <vt:lpstr>5.1. 1 Background info on supply chain of semi conductors (optional reading)</vt:lpstr>
      <vt:lpstr>PowerPoint Presentation</vt:lpstr>
      <vt:lpstr>5.1 Key challenges of GVC participation </vt:lpstr>
      <vt:lpstr>Topic 07: Review : GVC participation Rate  5.2 Trade distortion and GVC</vt:lpstr>
      <vt:lpstr>5.2.1 Effects of trade disintegration </vt:lpstr>
      <vt:lpstr>6. Future of Trade and Globalisation </vt:lpstr>
      <vt:lpstr>Key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ECON251 Trade and industry</dc:title>
  <dc:creator>Clare Kon</dc:creator>
  <cp:lastModifiedBy>Clare Kon</cp:lastModifiedBy>
  <cp:revision>7</cp:revision>
  <dcterms:created xsi:type="dcterms:W3CDTF">2023-07-30T14:44:06Z</dcterms:created>
  <dcterms:modified xsi:type="dcterms:W3CDTF">2026-07-30T06:49:15Z</dcterms:modified>
</cp:coreProperties>
</file>