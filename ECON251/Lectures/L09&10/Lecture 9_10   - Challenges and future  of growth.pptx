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6"/>
  </p:notesMasterIdLst>
  <p:handoutMasterIdLst>
    <p:handoutMasterId r:id="rId47"/>
  </p:handoutMasterIdLst>
  <p:sldIdLst>
    <p:sldId id="256" r:id="rId2"/>
    <p:sldId id="795" r:id="rId3"/>
    <p:sldId id="352" r:id="rId4"/>
    <p:sldId id="304" r:id="rId5"/>
    <p:sldId id="340" r:id="rId6"/>
    <p:sldId id="342" r:id="rId7"/>
    <p:sldId id="313" r:id="rId8"/>
    <p:sldId id="800" r:id="rId9"/>
    <p:sldId id="343" r:id="rId10"/>
    <p:sldId id="316" r:id="rId11"/>
    <p:sldId id="315" r:id="rId12"/>
    <p:sldId id="803" r:id="rId13"/>
    <p:sldId id="802" r:id="rId14"/>
    <p:sldId id="280" r:id="rId15"/>
    <p:sldId id="338" r:id="rId16"/>
    <p:sldId id="804" r:id="rId17"/>
    <p:sldId id="345" r:id="rId18"/>
    <p:sldId id="347" r:id="rId19"/>
    <p:sldId id="348" r:id="rId20"/>
    <p:sldId id="353" r:id="rId21"/>
    <p:sldId id="807" r:id="rId22"/>
    <p:sldId id="299" r:id="rId23"/>
    <p:sldId id="300" r:id="rId24"/>
    <p:sldId id="319" r:id="rId25"/>
    <p:sldId id="320" r:id="rId26"/>
    <p:sldId id="285" r:id="rId27"/>
    <p:sldId id="321" r:id="rId28"/>
    <p:sldId id="357" r:id="rId29"/>
    <p:sldId id="364" r:id="rId30"/>
    <p:sldId id="286" r:id="rId31"/>
    <p:sldId id="356" r:id="rId32"/>
    <p:sldId id="358" r:id="rId33"/>
    <p:sldId id="360" r:id="rId34"/>
    <p:sldId id="363" r:id="rId35"/>
    <p:sldId id="810" r:id="rId36"/>
    <p:sldId id="808" r:id="rId37"/>
    <p:sldId id="809" r:id="rId38"/>
    <p:sldId id="811" r:id="rId39"/>
    <p:sldId id="257" r:id="rId40"/>
    <p:sldId id="812" r:id="rId41"/>
    <p:sldId id="260" r:id="rId42"/>
    <p:sldId id="798" r:id="rId43"/>
    <p:sldId id="799" r:id="rId44"/>
    <p:sldId id="813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532EC1-E449-4A8F-970F-FDF54CD72814}" v="85" dt="2026-08-18T03:15:18.9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0075" autoAdjust="0"/>
  </p:normalViewPr>
  <p:slideViewPr>
    <p:cSldViewPr>
      <p:cViewPr>
        <p:scale>
          <a:sx n="86" d="100"/>
          <a:sy n="86" d="100"/>
        </p:scale>
        <p:origin x="309" y="-23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e Kon" userId="8ec0a7e0-97f1-4a41-9e10-98845775cba8" providerId="ADAL" clId="{19B4FEDA-15B1-4B31-A1A0-A589522E24D5}"/>
    <pc:docChg chg="undo custSel addSld delSld modSld sldOrd">
      <pc:chgData name="Clare Kon" userId="8ec0a7e0-97f1-4a41-9e10-98845775cba8" providerId="ADAL" clId="{19B4FEDA-15B1-4B31-A1A0-A589522E24D5}" dt="2026-08-18T03:15:04.946" v="2368" actId="20577"/>
      <pc:docMkLst>
        <pc:docMk/>
      </pc:docMkLst>
      <pc:sldChg chg="modSp mod">
        <pc:chgData name="Clare Kon" userId="8ec0a7e0-97f1-4a41-9e10-98845775cba8" providerId="ADAL" clId="{19B4FEDA-15B1-4B31-A1A0-A589522E24D5}" dt="2026-08-18T02:56:12.222" v="2005" actId="20577"/>
        <pc:sldMkLst>
          <pc:docMk/>
          <pc:sldMk cId="2348475822" sldId="256"/>
        </pc:sldMkLst>
        <pc:spChg chg="mod">
          <ac:chgData name="Clare Kon" userId="8ec0a7e0-97f1-4a41-9e10-98845775cba8" providerId="ADAL" clId="{19B4FEDA-15B1-4B31-A1A0-A589522E24D5}" dt="2026-08-18T02:56:12.222" v="2005" actId="20577"/>
          <ac:spMkLst>
            <pc:docMk/>
            <pc:sldMk cId="2348475822" sldId="256"/>
            <ac:spMk id="3" creationId="{00000000-0000-0000-0000-000000000000}"/>
          </ac:spMkLst>
        </pc:spChg>
      </pc:sldChg>
      <pc:sldChg chg="addSp delSp modSp mod setBg modClrScheme addAnim delAnim chgLayout">
        <pc:chgData name="Clare Kon" userId="8ec0a7e0-97f1-4a41-9e10-98845775cba8" providerId="ADAL" clId="{19B4FEDA-15B1-4B31-A1A0-A589522E24D5}" dt="2026-08-18T03:06:09.380" v="2178" actId="26606"/>
        <pc:sldMkLst>
          <pc:docMk/>
          <pc:sldMk cId="0" sldId="257"/>
        </pc:sldMkLst>
        <pc:spChg chg="add mod ord">
          <ac:chgData name="Clare Kon" userId="8ec0a7e0-97f1-4a41-9e10-98845775cba8" providerId="ADAL" clId="{19B4FEDA-15B1-4B31-A1A0-A589522E24D5}" dt="2026-08-18T03:06:09.380" v="2178" actId="26606"/>
          <ac:spMkLst>
            <pc:docMk/>
            <pc:sldMk cId="0" sldId="257"/>
            <ac:spMk id="2" creationId="{7A6D5644-DBC8-F38B-9244-5DA07B5A6D38}"/>
          </ac:spMkLst>
        </pc:spChg>
        <pc:spChg chg="add del mod ord">
          <ac:chgData name="Clare Kon" userId="8ec0a7e0-97f1-4a41-9e10-98845775cba8" providerId="ADAL" clId="{19B4FEDA-15B1-4B31-A1A0-A589522E24D5}" dt="2026-08-18T03:00:22.427" v="2133" actId="478"/>
          <ac:spMkLst>
            <pc:docMk/>
            <pc:sldMk cId="0" sldId="257"/>
            <ac:spMk id="3" creationId="{F91C82C1-C942-20B7-569C-7C1D3C302F7E}"/>
          </ac:spMkLst>
        </pc:spChg>
        <pc:spChg chg="add del">
          <ac:chgData name="Clare Kon" userId="8ec0a7e0-97f1-4a41-9e10-98845775cba8" providerId="ADAL" clId="{19B4FEDA-15B1-4B31-A1A0-A589522E24D5}" dt="2026-08-18T03:06:09.366" v="2177" actId="26606"/>
          <ac:spMkLst>
            <pc:docMk/>
            <pc:sldMk cId="0" sldId="257"/>
            <ac:spMk id="9" creationId="{17115F77-2FAE-4CA7-9A7F-10D5F2C8F831}"/>
          </ac:spMkLst>
        </pc:spChg>
        <pc:spChg chg="add del">
          <ac:chgData name="Clare Kon" userId="8ec0a7e0-97f1-4a41-9e10-98845775cba8" providerId="ADAL" clId="{19B4FEDA-15B1-4B31-A1A0-A589522E24D5}" dt="2026-08-18T03:06:09.366" v="2177" actId="26606"/>
          <ac:spMkLst>
            <pc:docMk/>
            <pc:sldMk cId="0" sldId="257"/>
            <ac:spMk id="11" creationId="{5CD4C046-A04C-46CC-AFA3-6B0621F628C8}"/>
          </ac:spMkLst>
        </pc:spChg>
        <pc:spChg chg="add del">
          <ac:chgData name="Clare Kon" userId="8ec0a7e0-97f1-4a41-9e10-98845775cba8" providerId="ADAL" clId="{19B4FEDA-15B1-4B31-A1A0-A589522E24D5}" dt="2026-08-18T03:06:09.366" v="2177" actId="26606"/>
          <ac:spMkLst>
            <pc:docMk/>
            <pc:sldMk cId="0" sldId="257"/>
            <ac:spMk id="13" creationId="{EB8AA617-0537-4ED7-91B6-66511A647507}"/>
          </ac:spMkLst>
        </pc:spChg>
        <pc:spChg chg="add del">
          <ac:chgData name="Clare Kon" userId="8ec0a7e0-97f1-4a41-9e10-98845775cba8" providerId="ADAL" clId="{19B4FEDA-15B1-4B31-A1A0-A589522E24D5}" dt="2026-08-18T03:06:09.366" v="2177" actId="26606"/>
          <ac:spMkLst>
            <pc:docMk/>
            <pc:sldMk cId="0" sldId="257"/>
            <ac:spMk id="15" creationId="{C2E8BF1F-CE61-45C5-92AC-552D23176C03}"/>
          </ac:spMkLst>
        </pc:spChg>
        <pc:spChg chg="add">
          <ac:chgData name="Clare Kon" userId="8ec0a7e0-97f1-4a41-9e10-98845775cba8" providerId="ADAL" clId="{19B4FEDA-15B1-4B31-A1A0-A589522E24D5}" dt="2026-08-18T03:06:09.380" v="2178" actId="26606"/>
          <ac:spMkLst>
            <pc:docMk/>
            <pc:sldMk cId="0" sldId="257"/>
            <ac:spMk id="17" creationId="{DB8424AB-D56B-4256-866A-5B54DE93C20F}"/>
          </ac:spMkLst>
        </pc:spChg>
        <pc:spChg chg="add">
          <ac:chgData name="Clare Kon" userId="8ec0a7e0-97f1-4a41-9e10-98845775cba8" providerId="ADAL" clId="{19B4FEDA-15B1-4B31-A1A0-A589522E24D5}" dt="2026-08-18T03:06:09.380" v="2178" actId="26606"/>
          <ac:spMkLst>
            <pc:docMk/>
            <pc:sldMk cId="0" sldId="257"/>
            <ac:spMk id="18" creationId="{FC999C28-AD33-4EB7-A5F1-C06D10A5FDF7}"/>
          </ac:spMkLst>
        </pc:spChg>
        <pc:spChg chg="add">
          <ac:chgData name="Clare Kon" userId="8ec0a7e0-97f1-4a41-9e10-98845775cba8" providerId="ADAL" clId="{19B4FEDA-15B1-4B31-A1A0-A589522E24D5}" dt="2026-08-18T03:06:09.380" v="2178" actId="26606"/>
          <ac:spMkLst>
            <pc:docMk/>
            <pc:sldMk cId="0" sldId="257"/>
            <ac:spMk id="19" creationId="{9203ABB4-7E2A-4248-9FE7-4A419AFF2F17}"/>
          </ac:spMkLst>
        </pc:spChg>
        <pc:spChg chg="add">
          <ac:chgData name="Clare Kon" userId="8ec0a7e0-97f1-4a41-9e10-98845775cba8" providerId="ADAL" clId="{19B4FEDA-15B1-4B31-A1A0-A589522E24D5}" dt="2026-08-18T03:06:09.380" v="2178" actId="26606"/>
          <ac:spMkLst>
            <pc:docMk/>
            <pc:sldMk cId="0" sldId="257"/>
            <ac:spMk id="20" creationId="{3126970D-C1E5-4FB1-84E8-86CB9CED1C80}"/>
          </ac:spMkLst>
        </pc:spChg>
        <pc:spChg chg="del">
          <ac:chgData name="Clare Kon" userId="8ec0a7e0-97f1-4a41-9e10-98845775cba8" providerId="ADAL" clId="{19B4FEDA-15B1-4B31-A1A0-A589522E24D5}" dt="2026-08-18T03:01:09.258" v="2141" actId="478"/>
          <ac:spMkLst>
            <pc:docMk/>
            <pc:sldMk cId="0" sldId="257"/>
            <ac:spMk id="95" creationId="{00000000-0000-0000-0000-000000000000}"/>
          </ac:spMkLst>
        </pc:spChg>
        <pc:spChg chg="del">
          <ac:chgData name="Clare Kon" userId="8ec0a7e0-97f1-4a41-9e10-98845775cba8" providerId="ADAL" clId="{19B4FEDA-15B1-4B31-A1A0-A589522E24D5}" dt="2026-08-18T03:01:09.258" v="2141" actId="478"/>
          <ac:spMkLst>
            <pc:docMk/>
            <pc:sldMk cId="0" sldId="257"/>
            <ac:spMk id="96" creationId="{00000000-0000-0000-0000-000000000000}"/>
          </ac:spMkLst>
        </pc:spChg>
        <pc:spChg chg="del">
          <ac:chgData name="Clare Kon" userId="8ec0a7e0-97f1-4a41-9e10-98845775cba8" providerId="ADAL" clId="{19B4FEDA-15B1-4B31-A1A0-A589522E24D5}" dt="2026-08-18T03:01:09.258" v="2141" actId="478"/>
          <ac:spMkLst>
            <pc:docMk/>
            <pc:sldMk cId="0" sldId="257"/>
            <ac:spMk id="97" creationId="{00000000-0000-0000-0000-000000000000}"/>
          </ac:spMkLst>
        </pc:spChg>
        <pc:spChg chg="del">
          <ac:chgData name="Clare Kon" userId="8ec0a7e0-97f1-4a41-9e10-98845775cba8" providerId="ADAL" clId="{19B4FEDA-15B1-4B31-A1A0-A589522E24D5}" dt="2026-08-18T03:01:09.258" v="2141" actId="478"/>
          <ac:spMkLst>
            <pc:docMk/>
            <pc:sldMk cId="0" sldId="257"/>
            <ac:spMk id="98" creationId="{00000000-0000-0000-0000-000000000000}"/>
          </ac:spMkLst>
        </pc:spChg>
        <pc:spChg chg="del">
          <ac:chgData name="Clare Kon" userId="8ec0a7e0-97f1-4a41-9e10-98845775cba8" providerId="ADAL" clId="{19B4FEDA-15B1-4B31-A1A0-A589522E24D5}" dt="2026-08-18T03:01:09.258" v="2141" actId="478"/>
          <ac:spMkLst>
            <pc:docMk/>
            <pc:sldMk cId="0" sldId="257"/>
            <ac:spMk id="99" creationId="{00000000-0000-0000-0000-000000000000}"/>
          </ac:spMkLst>
        </pc:spChg>
        <pc:spChg chg="del">
          <ac:chgData name="Clare Kon" userId="8ec0a7e0-97f1-4a41-9e10-98845775cba8" providerId="ADAL" clId="{19B4FEDA-15B1-4B31-A1A0-A589522E24D5}" dt="2026-08-18T03:01:09.258" v="2141" actId="478"/>
          <ac:spMkLst>
            <pc:docMk/>
            <pc:sldMk cId="0" sldId="257"/>
            <ac:spMk id="100" creationId="{00000000-0000-0000-0000-000000000000}"/>
          </ac:spMkLst>
        </pc:spChg>
        <pc:spChg chg="del mod">
          <ac:chgData name="Clare Kon" userId="8ec0a7e0-97f1-4a41-9e10-98845775cba8" providerId="ADAL" clId="{19B4FEDA-15B1-4B31-A1A0-A589522E24D5}" dt="2026-08-18T03:01:01.270" v="2140" actId="478"/>
          <ac:spMkLst>
            <pc:docMk/>
            <pc:sldMk cId="0" sldId="257"/>
            <ac:spMk id="104" creationId="{00000000-0000-0000-0000-000000000000}"/>
          </ac:spMkLst>
        </pc:spChg>
        <pc:picChg chg="add mod">
          <ac:chgData name="Clare Kon" userId="8ec0a7e0-97f1-4a41-9e10-98845775cba8" providerId="ADAL" clId="{19B4FEDA-15B1-4B31-A1A0-A589522E24D5}" dt="2026-08-18T03:06:09.380" v="2178" actId="26606"/>
          <ac:picMkLst>
            <pc:docMk/>
            <pc:sldMk cId="0" sldId="257"/>
            <ac:picMk id="4" creationId="{2D47DDA2-7555-5046-2BFF-8D145E49B83B}"/>
          </ac:picMkLst>
        </pc:picChg>
        <pc:picChg chg="del mod">
          <ac:chgData name="Clare Kon" userId="8ec0a7e0-97f1-4a41-9e10-98845775cba8" providerId="ADAL" clId="{19B4FEDA-15B1-4B31-A1A0-A589522E24D5}" dt="2026-08-18T03:00:16.656" v="2131" actId="478"/>
          <ac:picMkLst>
            <pc:docMk/>
            <pc:sldMk cId="0" sldId="257"/>
            <ac:picMk id="91" creationId="{00000000-0000-0000-0000-000000000000}"/>
          </ac:picMkLst>
        </pc:picChg>
        <pc:picChg chg="del mod">
          <ac:chgData name="Clare Kon" userId="8ec0a7e0-97f1-4a41-9e10-98845775cba8" providerId="ADAL" clId="{19B4FEDA-15B1-4B31-A1A0-A589522E24D5}" dt="2026-08-18T03:01:09.258" v="2141" actId="478"/>
          <ac:picMkLst>
            <pc:docMk/>
            <pc:sldMk cId="0" sldId="257"/>
            <ac:picMk id="92" creationId="{00000000-0000-0000-0000-000000000000}"/>
          </ac:picMkLst>
        </pc:picChg>
        <pc:picChg chg="del mod">
          <ac:chgData name="Clare Kon" userId="8ec0a7e0-97f1-4a41-9e10-98845775cba8" providerId="ADAL" clId="{19B4FEDA-15B1-4B31-A1A0-A589522E24D5}" dt="2026-08-18T03:01:09.258" v="2141" actId="478"/>
          <ac:picMkLst>
            <pc:docMk/>
            <pc:sldMk cId="0" sldId="257"/>
            <ac:picMk id="93" creationId="{00000000-0000-0000-0000-000000000000}"/>
          </ac:picMkLst>
        </pc:picChg>
        <pc:picChg chg="del">
          <ac:chgData name="Clare Kon" userId="8ec0a7e0-97f1-4a41-9e10-98845775cba8" providerId="ADAL" clId="{19B4FEDA-15B1-4B31-A1A0-A589522E24D5}" dt="2026-08-18T03:01:09.258" v="2141" actId="478"/>
          <ac:picMkLst>
            <pc:docMk/>
            <pc:sldMk cId="0" sldId="257"/>
            <ac:picMk id="94" creationId="{00000000-0000-0000-0000-000000000000}"/>
          </ac:picMkLst>
        </pc:picChg>
        <pc:picChg chg="del">
          <ac:chgData name="Clare Kon" userId="8ec0a7e0-97f1-4a41-9e10-98845775cba8" providerId="ADAL" clId="{19B4FEDA-15B1-4B31-A1A0-A589522E24D5}" dt="2026-08-18T03:01:09.258" v="2141" actId="478"/>
          <ac:picMkLst>
            <pc:docMk/>
            <pc:sldMk cId="0" sldId="257"/>
            <ac:picMk id="102" creationId="{00000000-0000-0000-0000-000000000000}"/>
          </ac:picMkLst>
        </pc:picChg>
      </pc:sldChg>
      <pc:sldChg chg="modSp del mod">
        <pc:chgData name="Clare Kon" userId="8ec0a7e0-97f1-4a41-9e10-98845775cba8" providerId="ADAL" clId="{19B4FEDA-15B1-4B31-A1A0-A589522E24D5}" dt="2026-08-18T03:09:56.528" v="2256" actId="47"/>
        <pc:sldMkLst>
          <pc:docMk/>
          <pc:sldMk cId="0" sldId="259"/>
        </pc:sldMkLst>
        <pc:spChg chg="mod">
          <ac:chgData name="Clare Kon" userId="8ec0a7e0-97f1-4a41-9e10-98845775cba8" providerId="ADAL" clId="{19B4FEDA-15B1-4B31-A1A0-A589522E24D5}" dt="2026-08-18T02:59:25.153" v="2124" actId="403"/>
          <ac:spMkLst>
            <pc:docMk/>
            <pc:sldMk cId="0" sldId="259"/>
            <ac:spMk id="128" creationId="{00000000-0000-0000-0000-000000000000}"/>
          </ac:spMkLst>
        </pc:spChg>
        <pc:spChg chg="mod">
          <ac:chgData name="Clare Kon" userId="8ec0a7e0-97f1-4a41-9e10-98845775cba8" providerId="ADAL" clId="{19B4FEDA-15B1-4B31-A1A0-A589522E24D5}" dt="2026-08-18T02:59:25.153" v="2124" actId="403"/>
          <ac:spMkLst>
            <pc:docMk/>
            <pc:sldMk cId="0" sldId="259"/>
            <ac:spMk id="129" creationId="{00000000-0000-0000-0000-000000000000}"/>
          </ac:spMkLst>
        </pc:spChg>
        <pc:spChg chg="mod">
          <ac:chgData name="Clare Kon" userId="8ec0a7e0-97f1-4a41-9e10-98845775cba8" providerId="ADAL" clId="{19B4FEDA-15B1-4B31-A1A0-A589522E24D5}" dt="2026-08-18T02:59:25.153" v="2124" actId="403"/>
          <ac:spMkLst>
            <pc:docMk/>
            <pc:sldMk cId="0" sldId="259"/>
            <ac:spMk id="130" creationId="{00000000-0000-0000-0000-000000000000}"/>
          </ac:spMkLst>
        </pc:spChg>
        <pc:picChg chg="mod">
          <ac:chgData name="Clare Kon" userId="8ec0a7e0-97f1-4a41-9e10-98845775cba8" providerId="ADAL" clId="{19B4FEDA-15B1-4B31-A1A0-A589522E24D5}" dt="2026-08-18T02:59:20.518" v="2117" actId="1076"/>
          <ac:picMkLst>
            <pc:docMk/>
            <pc:sldMk cId="0" sldId="259"/>
            <ac:picMk id="125" creationId="{00000000-0000-0000-0000-000000000000}"/>
          </ac:picMkLst>
        </pc:picChg>
      </pc:sldChg>
      <pc:sldChg chg="modSp mod">
        <pc:chgData name="Clare Kon" userId="8ec0a7e0-97f1-4a41-9e10-98845775cba8" providerId="ADAL" clId="{19B4FEDA-15B1-4B31-A1A0-A589522E24D5}" dt="2026-08-18T03:11:35.272" v="2294" actId="404"/>
        <pc:sldMkLst>
          <pc:docMk/>
          <pc:sldMk cId="0" sldId="260"/>
        </pc:sldMkLst>
        <pc:spChg chg="mod">
          <ac:chgData name="Clare Kon" userId="8ec0a7e0-97f1-4a41-9e10-98845775cba8" providerId="ADAL" clId="{19B4FEDA-15B1-4B31-A1A0-A589522E24D5}" dt="2026-08-18T03:10:41.293" v="2271" actId="403"/>
          <ac:spMkLst>
            <pc:docMk/>
            <pc:sldMk cId="0" sldId="260"/>
            <ac:spMk id="143" creationId="{00000000-0000-0000-0000-000000000000}"/>
          </ac:spMkLst>
        </pc:spChg>
        <pc:spChg chg="mod">
          <ac:chgData name="Clare Kon" userId="8ec0a7e0-97f1-4a41-9e10-98845775cba8" providerId="ADAL" clId="{19B4FEDA-15B1-4B31-A1A0-A589522E24D5}" dt="2026-08-18T03:10:33.244" v="2265" actId="404"/>
          <ac:spMkLst>
            <pc:docMk/>
            <pc:sldMk cId="0" sldId="260"/>
            <ac:spMk id="144" creationId="{00000000-0000-0000-0000-000000000000}"/>
          </ac:spMkLst>
        </pc:spChg>
        <pc:spChg chg="mod">
          <ac:chgData name="Clare Kon" userId="8ec0a7e0-97f1-4a41-9e10-98845775cba8" providerId="ADAL" clId="{19B4FEDA-15B1-4B31-A1A0-A589522E24D5}" dt="2026-08-18T03:11:07.318" v="2282" actId="403"/>
          <ac:spMkLst>
            <pc:docMk/>
            <pc:sldMk cId="0" sldId="260"/>
            <ac:spMk id="145" creationId="{00000000-0000-0000-0000-000000000000}"/>
          </ac:spMkLst>
        </pc:spChg>
        <pc:spChg chg="mod">
          <ac:chgData name="Clare Kon" userId="8ec0a7e0-97f1-4a41-9e10-98845775cba8" providerId="ADAL" clId="{19B4FEDA-15B1-4B31-A1A0-A589522E24D5}" dt="2026-08-18T03:10:59.313" v="2279" actId="404"/>
          <ac:spMkLst>
            <pc:docMk/>
            <pc:sldMk cId="0" sldId="260"/>
            <ac:spMk id="146" creationId="{00000000-0000-0000-0000-000000000000}"/>
          </ac:spMkLst>
        </pc:spChg>
        <pc:spChg chg="mod">
          <ac:chgData name="Clare Kon" userId="8ec0a7e0-97f1-4a41-9e10-98845775cba8" providerId="ADAL" clId="{19B4FEDA-15B1-4B31-A1A0-A589522E24D5}" dt="2026-08-18T03:11:35.272" v="2294" actId="404"/>
          <ac:spMkLst>
            <pc:docMk/>
            <pc:sldMk cId="0" sldId="260"/>
            <ac:spMk id="147" creationId="{00000000-0000-0000-0000-000000000000}"/>
          </ac:spMkLst>
        </pc:spChg>
        <pc:spChg chg="mod">
          <ac:chgData name="Clare Kon" userId="8ec0a7e0-97f1-4a41-9e10-98845775cba8" providerId="ADAL" clId="{19B4FEDA-15B1-4B31-A1A0-A589522E24D5}" dt="2026-08-18T03:11:16.710" v="2288" actId="403"/>
          <ac:spMkLst>
            <pc:docMk/>
            <pc:sldMk cId="0" sldId="260"/>
            <ac:spMk id="148" creationId="{00000000-0000-0000-0000-000000000000}"/>
          </ac:spMkLst>
        </pc:spChg>
        <pc:spChg chg="mod">
          <ac:chgData name="Clare Kon" userId="8ec0a7e0-97f1-4a41-9e10-98845775cba8" providerId="ADAL" clId="{19B4FEDA-15B1-4B31-A1A0-A589522E24D5}" dt="2026-08-18T03:10:12.682" v="2258"/>
          <ac:spMkLst>
            <pc:docMk/>
            <pc:sldMk cId="0" sldId="260"/>
            <ac:spMk id="152" creationId="{00000000-0000-0000-0000-000000000000}"/>
          </ac:spMkLst>
        </pc:spChg>
        <pc:picChg chg="mod">
          <ac:chgData name="Clare Kon" userId="8ec0a7e0-97f1-4a41-9e10-98845775cba8" providerId="ADAL" clId="{19B4FEDA-15B1-4B31-A1A0-A589522E24D5}" dt="2026-08-18T03:10:45.670" v="2272" actId="14100"/>
          <ac:picMkLst>
            <pc:docMk/>
            <pc:sldMk cId="0" sldId="260"/>
            <ac:picMk id="140" creationId="{00000000-0000-0000-0000-000000000000}"/>
          </ac:picMkLst>
        </pc:picChg>
        <pc:picChg chg="mod">
          <ac:chgData name="Clare Kon" userId="8ec0a7e0-97f1-4a41-9e10-98845775cba8" providerId="ADAL" clId="{19B4FEDA-15B1-4B31-A1A0-A589522E24D5}" dt="2026-08-18T03:11:23.695" v="2289" actId="14100"/>
          <ac:picMkLst>
            <pc:docMk/>
            <pc:sldMk cId="0" sldId="260"/>
            <ac:picMk id="142" creationId="{00000000-0000-0000-0000-000000000000}"/>
          </ac:picMkLst>
        </pc:picChg>
      </pc:sldChg>
      <pc:sldChg chg="addSp delSp modSp mod modAnim">
        <pc:chgData name="Clare Kon" userId="8ec0a7e0-97f1-4a41-9e10-98845775cba8" providerId="ADAL" clId="{19B4FEDA-15B1-4B31-A1A0-A589522E24D5}" dt="2026-08-18T02:20:06.238" v="1401" actId="1076"/>
        <pc:sldMkLst>
          <pc:docMk/>
          <pc:sldMk cId="3481185714" sldId="280"/>
        </pc:sldMkLst>
        <pc:spChg chg="del mod">
          <ac:chgData name="Clare Kon" userId="8ec0a7e0-97f1-4a41-9e10-98845775cba8" providerId="ADAL" clId="{19B4FEDA-15B1-4B31-A1A0-A589522E24D5}" dt="2026-08-18T02:19:53.863" v="1399" actId="478"/>
          <ac:spMkLst>
            <pc:docMk/>
            <pc:sldMk cId="3481185714" sldId="280"/>
            <ac:spMk id="2" creationId="{00000000-0000-0000-0000-000000000000}"/>
          </ac:spMkLst>
        </pc:spChg>
        <pc:spChg chg="mod">
          <ac:chgData name="Clare Kon" userId="8ec0a7e0-97f1-4a41-9e10-98845775cba8" providerId="ADAL" clId="{19B4FEDA-15B1-4B31-A1A0-A589522E24D5}" dt="2026-08-18T02:12:13.598" v="1341" actId="313"/>
          <ac:spMkLst>
            <pc:docMk/>
            <pc:sldMk cId="3481185714" sldId="280"/>
            <ac:spMk id="3" creationId="{00000000-0000-0000-0000-000000000000}"/>
          </ac:spMkLst>
        </pc:spChg>
        <pc:spChg chg="mod">
          <ac:chgData name="Clare Kon" userId="8ec0a7e0-97f1-4a41-9e10-98845775cba8" providerId="ADAL" clId="{19B4FEDA-15B1-4B31-A1A0-A589522E24D5}" dt="2026-08-18T02:20:06.238" v="1401" actId="1076"/>
          <ac:spMkLst>
            <pc:docMk/>
            <pc:sldMk cId="3481185714" sldId="280"/>
            <ac:spMk id="7" creationId="{08B72E4B-E09F-45C9-A135-28AD8103B59F}"/>
          </ac:spMkLst>
        </pc:spChg>
        <pc:spChg chg="add mod">
          <ac:chgData name="Clare Kon" userId="8ec0a7e0-97f1-4a41-9e10-98845775cba8" providerId="ADAL" clId="{19B4FEDA-15B1-4B31-A1A0-A589522E24D5}" dt="2026-08-18T02:19:12.717" v="1394" actId="14100"/>
          <ac:spMkLst>
            <pc:docMk/>
            <pc:sldMk cId="3481185714" sldId="280"/>
            <ac:spMk id="10" creationId="{BE68845C-FCD5-94CD-2CE9-9C836C1BA9D7}"/>
          </ac:spMkLst>
        </pc:spChg>
        <pc:spChg chg="add mod">
          <ac:chgData name="Clare Kon" userId="8ec0a7e0-97f1-4a41-9e10-98845775cba8" providerId="ADAL" clId="{19B4FEDA-15B1-4B31-A1A0-A589522E24D5}" dt="2026-08-18T02:19:33.566" v="1397" actId="1076"/>
          <ac:spMkLst>
            <pc:docMk/>
            <pc:sldMk cId="3481185714" sldId="280"/>
            <ac:spMk id="11" creationId="{F40BD6C1-E9B0-90EB-2174-73C2C774E0E7}"/>
          </ac:spMkLst>
        </pc:spChg>
        <pc:spChg chg="add mod">
          <ac:chgData name="Clare Kon" userId="8ec0a7e0-97f1-4a41-9e10-98845775cba8" providerId="ADAL" clId="{19B4FEDA-15B1-4B31-A1A0-A589522E24D5}" dt="2026-08-18T02:19:53.863" v="1399" actId="478"/>
          <ac:spMkLst>
            <pc:docMk/>
            <pc:sldMk cId="3481185714" sldId="280"/>
            <ac:spMk id="13" creationId="{B3F16E5C-AEBA-F114-3D9F-046F2DC4E16C}"/>
          </ac:spMkLst>
        </pc:spChg>
        <pc:picChg chg="mod">
          <ac:chgData name="Clare Kon" userId="8ec0a7e0-97f1-4a41-9e10-98845775cba8" providerId="ADAL" clId="{19B4FEDA-15B1-4B31-A1A0-A589522E24D5}" dt="2026-08-18T02:20:00.716" v="1400" actId="1076"/>
          <ac:picMkLst>
            <pc:docMk/>
            <pc:sldMk cId="3481185714" sldId="280"/>
            <ac:picMk id="6" creationId="{D69D55C8-EFBF-8C65-578C-8470E11F65C5}"/>
          </ac:picMkLst>
        </pc:picChg>
        <pc:picChg chg="add del mod">
          <ac:chgData name="Clare Kon" userId="8ec0a7e0-97f1-4a41-9e10-98845775cba8" providerId="ADAL" clId="{19B4FEDA-15B1-4B31-A1A0-A589522E24D5}" dt="2026-08-18T02:18:18.898" v="1342" actId="478"/>
          <ac:picMkLst>
            <pc:docMk/>
            <pc:sldMk cId="3481185714" sldId="280"/>
            <ac:picMk id="8" creationId="{9FAFC1C4-8304-0904-77DC-9000A875F565}"/>
          </ac:picMkLst>
        </pc:picChg>
        <pc:picChg chg="add mod">
          <ac:chgData name="Clare Kon" userId="8ec0a7e0-97f1-4a41-9e10-98845775cba8" providerId="ADAL" clId="{19B4FEDA-15B1-4B31-A1A0-A589522E24D5}" dt="2026-08-18T02:18:32.140" v="1348" actId="1076"/>
          <ac:picMkLst>
            <pc:docMk/>
            <pc:sldMk cId="3481185714" sldId="280"/>
            <ac:picMk id="9" creationId="{1621C889-9523-66A3-43F5-3C57AFC7B59B}"/>
          </ac:picMkLst>
        </pc:picChg>
      </pc:sldChg>
      <pc:sldChg chg="modSp mod ord">
        <pc:chgData name="Clare Kon" userId="8ec0a7e0-97f1-4a41-9e10-98845775cba8" providerId="ADAL" clId="{19B4FEDA-15B1-4B31-A1A0-A589522E24D5}" dt="2026-08-18T02:38:14.765" v="1833" actId="20578"/>
        <pc:sldMkLst>
          <pc:docMk/>
          <pc:sldMk cId="3396344286" sldId="285"/>
        </pc:sldMkLst>
        <pc:spChg chg="mod">
          <ac:chgData name="Clare Kon" userId="8ec0a7e0-97f1-4a41-9e10-98845775cba8" providerId="ADAL" clId="{19B4FEDA-15B1-4B31-A1A0-A589522E24D5}" dt="2026-08-18T02:36:34.649" v="1830" actId="13926"/>
          <ac:spMkLst>
            <pc:docMk/>
            <pc:sldMk cId="3396344286" sldId="285"/>
            <ac:spMk id="3" creationId="{00000000-0000-0000-0000-000000000000}"/>
          </ac:spMkLst>
        </pc:spChg>
      </pc:sldChg>
      <pc:sldChg chg="modSp mod modAnim">
        <pc:chgData name="Clare Kon" userId="8ec0a7e0-97f1-4a41-9e10-98845775cba8" providerId="ADAL" clId="{19B4FEDA-15B1-4B31-A1A0-A589522E24D5}" dt="2026-08-18T02:39:26.523" v="1838" actId="6549"/>
        <pc:sldMkLst>
          <pc:docMk/>
          <pc:sldMk cId="351719902" sldId="286"/>
        </pc:sldMkLst>
        <pc:spChg chg="mod">
          <ac:chgData name="Clare Kon" userId="8ec0a7e0-97f1-4a41-9e10-98845775cba8" providerId="ADAL" clId="{19B4FEDA-15B1-4B31-A1A0-A589522E24D5}" dt="2026-08-18T02:39:26.523" v="1838" actId="6549"/>
          <ac:spMkLst>
            <pc:docMk/>
            <pc:sldMk cId="351719902" sldId="286"/>
            <ac:spMk id="3" creationId="{00000000-0000-0000-0000-000000000000}"/>
          </ac:spMkLst>
        </pc:spChg>
      </pc:sldChg>
      <pc:sldChg chg="addSp modSp mod">
        <pc:chgData name="Clare Kon" userId="8ec0a7e0-97f1-4a41-9e10-98845775cba8" providerId="ADAL" clId="{19B4FEDA-15B1-4B31-A1A0-A589522E24D5}" dt="2026-08-18T02:38:25.623" v="1835" actId="1076"/>
        <pc:sldMkLst>
          <pc:docMk/>
          <pc:sldMk cId="662239776" sldId="299"/>
        </pc:sldMkLst>
        <pc:spChg chg="add mod">
          <ac:chgData name="Clare Kon" userId="8ec0a7e0-97f1-4a41-9e10-98845775cba8" providerId="ADAL" clId="{19B4FEDA-15B1-4B31-A1A0-A589522E24D5}" dt="2026-08-18T02:38:25.623" v="1835" actId="1076"/>
          <ac:spMkLst>
            <pc:docMk/>
            <pc:sldMk cId="662239776" sldId="299"/>
            <ac:spMk id="6" creationId="{6F5E8568-4B72-A36A-59A6-12F56F3C9D61}"/>
          </ac:spMkLst>
        </pc:spChg>
      </pc:sldChg>
      <pc:sldChg chg="addSp delSp modSp mod">
        <pc:chgData name="Clare Kon" userId="8ec0a7e0-97f1-4a41-9e10-98845775cba8" providerId="ADAL" clId="{19B4FEDA-15B1-4B31-A1A0-A589522E24D5}" dt="2026-08-18T02:35:57.473" v="1829" actId="1076"/>
        <pc:sldMkLst>
          <pc:docMk/>
          <pc:sldMk cId="3017527051" sldId="300"/>
        </pc:sldMkLst>
        <pc:spChg chg="mod">
          <ac:chgData name="Clare Kon" userId="8ec0a7e0-97f1-4a41-9e10-98845775cba8" providerId="ADAL" clId="{19B4FEDA-15B1-4B31-A1A0-A589522E24D5}" dt="2026-08-18T02:34:59.099" v="1798" actId="1076"/>
          <ac:spMkLst>
            <pc:docMk/>
            <pc:sldMk cId="3017527051" sldId="300"/>
            <ac:spMk id="61444" creationId="{00000000-0000-0000-0000-000000000000}"/>
          </ac:spMkLst>
        </pc:spChg>
        <pc:graphicFrameChg chg="add del mod modGraphic">
          <ac:chgData name="Clare Kon" userId="8ec0a7e0-97f1-4a41-9e10-98845775cba8" providerId="ADAL" clId="{19B4FEDA-15B1-4B31-A1A0-A589522E24D5}" dt="2026-08-18T02:33:49.001" v="1746" actId="478"/>
          <ac:graphicFrameMkLst>
            <pc:docMk/>
            <pc:sldMk cId="3017527051" sldId="300"/>
            <ac:graphicFrameMk id="3" creationId="{2B046CE3-B2B1-91FE-355A-CDB33EABA069}"/>
          </ac:graphicFrameMkLst>
        </pc:graphicFrameChg>
        <pc:graphicFrameChg chg="add mod modGraphic">
          <ac:chgData name="Clare Kon" userId="8ec0a7e0-97f1-4a41-9e10-98845775cba8" providerId="ADAL" clId="{19B4FEDA-15B1-4B31-A1A0-A589522E24D5}" dt="2026-08-18T02:35:44.864" v="1828" actId="403"/>
          <ac:graphicFrameMkLst>
            <pc:docMk/>
            <pc:sldMk cId="3017527051" sldId="300"/>
            <ac:graphicFrameMk id="4" creationId="{033EF376-24C7-E653-AECD-8D4659C77174}"/>
          </ac:graphicFrameMkLst>
        </pc:graphicFrameChg>
        <pc:picChg chg="mod">
          <ac:chgData name="Clare Kon" userId="8ec0a7e0-97f1-4a41-9e10-98845775cba8" providerId="ADAL" clId="{19B4FEDA-15B1-4B31-A1A0-A589522E24D5}" dt="2026-08-18T02:35:57.473" v="1829" actId="1076"/>
          <ac:picMkLst>
            <pc:docMk/>
            <pc:sldMk cId="3017527051" sldId="300"/>
            <ac:picMk id="1092" creationId="{B182308B-6ABD-4A4B-8676-E4698EF3860E}"/>
          </ac:picMkLst>
        </pc:picChg>
      </pc:sldChg>
      <pc:sldChg chg="modSp mod">
        <pc:chgData name="Clare Kon" userId="8ec0a7e0-97f1-4a41-9e10-98845775cba8" providerId="ADAL" clId="{19B4FEDA-15B1-4B31-A1A0-A589522E24D5}" dt="2026-08-18T03:15:04.946" v="2368" actId="20577"/>
        <pc:sldMkLst>
          <pc:docMk/>
          <pc:sldMk cId="4226483548" sldId="304"/>
        </pc:sldMkLst>
        <pc:graphicFrameChg chg="mod modGraphic">
          <ac:chgData name="Clare Kon" userId="8ec0a7e0-97f1-4a41-9e10-98845775cba8" providerId="ADAL" clId="{19B4FEDA-15B1-4B31-A1A0-A589522E24D5}" dt="2026-08-18T03:15:04.946" v="2368" actId="20577"/>
          <ac:graphicFrameMkLst>
            <pc:docMk/>
            <pc:sldMk cId="4226483548" sldId="304"/>
            <ac:graphicFrameMk id="6" creationId="{A71539A7-51A4-4813-8C78-FAF4E708C552}"/>
          </ac:graphicFrameMkLst>
        </pc:graphicFrameChg>
      </pc:sldChg>
      <pc:sldChg chg="del">
        <pc:chgData name="Clare Kon" userId="8ec0a7e0-97f1-4a41-9e10-98845775cba8" providerId="ADAL" clId="{19B4FEDA-15B1-4B31-A1A0-A589522E24D5}" dt="2026-08-18T02:29:30.174" v="1624" actId="47"/>
        <pc:sldMkLst>
          <pc:docMk/>
          <pc:sldMk cId="3461168722" sldId="305"/>
        </pc:sldMkLst>
      </pc:sldChg>
      <pc:sldChg chg="addSp delSp modSp mod">
        <pc:chgData name="Clare Kon" userId="8ec0a7e0-97f1-4a41-9e10-98845775cba8" providerId="ADAL" clId="{19B4FEDA-15B1-4B31-A1A0-A589522E24D5}" dt="2026-08-18T01:38:01.576" v="842" actId="1076"/>
        <pc:sldMkLst>
          <pc:docMk/>
          <pc:sldMk cId="342329075" sldId="313"/>
        </pc:sldMkLst>
        <pc:spChg chg="mod">
          <ac:chgData name="Clare Kon" userId="8ec0a7e0-97f1-4a41-9e10-98845775cba8" providerId="ADAL" clId="{19B4FEDA-15B1-4B31-A1A0-A589522E24D5}" dt="2026-08-18T01:12:39.599" v="18" actId="6549"/>
          <ac:spMkLst>
            <pc:docMk/>
            <pc:sldMk cId="342329075" sldId="313"/>
            <ac:spMk id="2" creationId="{CA1402BE-39BC-4076-98D0-9DA00019433A}"/>
          </ac:spMkLst>
        </pc:spChg>
        <pc:spChg chg="mod">
          <ac:chgData name="Clare Kon" userId="8ec0a7e0-97f1-4a41-9e10-98845775cba8" providerId="ADAL" clId="{19B4FEDA-15B1-4B31-A1A0-A589522E24D5}" dt="2026-08-18T01:37:53.253" v="839" actId="1076"/>
          <ac:spMkLst>
            <pc:docMk/>
            <pc:sldMk cId="342329075" sldId="313"/>
            <ac:spMk id="3" creationId="{FF51574C-1A41-4FC9-AD64-3FA10B6889E4}"/>
          </ac:spMkLst>
        </pc:spChg>
        <pc:spChg chg="mod">
          <ac:chgData name="Clare Kon" userId="8ec0a7e0-97f1-4a41-9e10-98845775cba8" providerId="ADAL" clId="{19B4FEDA-15B1-4B31-A1A0-A589522E24D5}" dt="2026-08-18T01:36:24.760" v="701" actId="20577"/>
          <ac:spMkLst>
            <pc:docMk/>
            <pc:sldMk cId="342329075" sldId="313"/>
            <ac:spMk id="5" creationId="{8D30B7B6-35B8-41C4-A08A-E6C99E0AB044}"/>
          </ac:spMkLst>
        </pc:spChg>
        <pc:spChg chg="del">
          <ac:chgData name="Clare Kon" userId="8ec0a7e0-97f1-4a41-9e10-98845775cba8" providerId="ADAL" clId="{19B4FEDA-15B1-4B31-A1A0-A589522E24D5}" dt="2026-08-18T01:09:29.736" v="1" actId="478"/>
          <ac:spMkLst>
            <pc:docMk/>
            <pc:sldMk cId="342329075" sldId="313"/>
            <ac:spMk id="6" creationId="{C9B6005B-8886-4EE5-8829-9E5120164E46}"/>
          </ac:spMkLst>
        </pc:spChg>
        <pc:picChg chg="add del mod">
          <ac:chgData name="Clare Kon" userId="8ec0a7e0-97f1-4a41-9e10-98845775cba8" providerId="ADAL" clId="{19B4FEDA-15B1-4B31-A1A0-A589522E24D5}" dt="2026-08-18T01:36:27.361" v="702" actId="478"/>
          <ac:picMkLst>
            <pc:docMk/>
            <pc:sldMk cId="342329075" sldId="313"/>
            <ac:picMk id="8" creationId="{1B9E7362-5FD2-0820-CAA6-C5F7B9FE5D9F}"/>
          </ac:picMkLst>
        </pc:picChg>
        <pc:picChg chg="add mod">
          <ac:chgData name="Clare Kon" userId="8ec0a7e0-97f1-4a41-9e10-98845775cba8" providerId="ADAL" clId="{19B4FEDA-15B1-4B31-A1A0-A589522E24D5}" dt="2026-08-18T01:38:01.576" v="842" actId="1076"/>
          <ac:picMkLst>
            <pc:docMk/>
            <pc:sldMk cId="342329075" sldId="313"/>
            <ac:picMk id="10" creationId="{7E7456D8-65A2-1979-FDB6-A14A059D0D58}"/>
          </ac:picMkLst>
        </pc:picChg>
      </pc:sldChg>
      <pc:sldChg chg="addSp delSp modSp mod">
        <pc:chgData name="Clare Kon" userId="8ec0a7e0-97f1-4a41-9e10-98845775cba8" providerId="ADAL" clId="{19B4FEDA-15B1-4B31-A1A0-A589522E24D5}" dt="2026-08-18T02:02:45.375" v="1026" actId="14100"/>
        <pc:sldMkLst>
          <pc:docMk/>
          <pc:sldMk cId="515411988" sldId="315"/>
        </pc:sldMkLst>
        <pc:spChg chg="del">
          <ac:chgData name="Clare Kon" userId="8ec0a7e0-97f1-4a41-9e10-98845775cba8" providerId="ADAL" clId="{19B4FEDA-15B1-4B31-A1A0-A589522E24D5}" dt="2026-08-18T01:18:02.543" v="145" actId="478"/>
          <ac:spMkLst>
            <pc:docMk/>
            <pc:sldMk cId="515411988" sldId="315"/>
            <ac:spMk id="5" creationId="{6FEDF7E9-6AAA-4CAB-B319-205BF3FA157D}"/>
          </ac:spMkLst>
        </pc:spChg>
        <pc:spChg chg="del">
          <ac:chgData name="Clare Kon" userId="8ec0a7e0-97f1-4a41-9e10-98845775cba8" providerId="ADAL" clId="{19B4FEDA-15B1-4B31-A1A0-A589522E24D5}" dt="2026-08-18T01:17:59.820" v="144" actId="478"/>
          <ac:spMkLst>
            <pc:docMk/>
            <pc:sldMk cId="515411988" sldId="315"/>
            <ac:spMk id="6" creationId="{D7480218-2B38-4B39-854A-3BD53187DD2A}"/>
          </ac:spMkLst>
        </pc:spChg>
        <pc:spChg chg="del">
          <ac:chgData name="Clare Kon" userId="8ec0a7e0-97f1-4a41-9e10-98845775cba8" providerId="ADAL" clId="{19B4FEDA-15B1-4B31-A1A0-A589522E24D5}" dt="2026-08-18T01:17:58.285" v="143" actId="478"/>
          <ac:spMkLst>
            <pc:docMk/>
            <pc:sldMk cId="515411988" sldId="315"/>
            <ac:spMk id="7" creationId="{9FB20FBE-D751-45FE-BA19-0E010BE345A3}"/>
          </ac:spMkLst>
        </pc:spChg>
        <pc:spChg chg="del">
          <ac:chgData name="Clare Kon" userId="8ec0a7e0-97f1-4a41-9e10-98845775cba8" providerId="ADAL" clId="{19B4FEDA-15B1-4B31-A1A0-A589522E24D5}" dt="2026-08-18T01:17:56.100" v="142" actId="478"/>
          <ac:spMkLst>
            <pc:docMk/>
            <pc:sldMk cId="515411988" sldId="315"/>
            <ac:spMk id="9" creationId="{F774FE48-3235-4306-87E0-183295D0C3CF}"/>
          </ac:spMkLst>
        </pc:spChg>
        <pc:picChg chg="del">
          <ac:chgData name="Clare Kon" userId="8ec0a7e0-97f1-4a41-9e10-98845775cba8" providerId="ADAL" clId="{19B4FEDA-15B1-4B31-A1A0-A589522E24D5}" dt="2026-08-18T01:17:53.815" v="141" actId="478"/>
          <ac:picMkLst>
            <pc:docMk/>
            <pc:sldMk cId="515411988" sldId="315"/>
            <ac:picMk id="3" creationId="{888150DC-D4E0-41E0-ADC8-BD4A0CF3F992}"/>
          </ac:picMkLst>
        </pc:picChg>
        <pc:picChg chg="add mod">
          <ac:chgData name="Clare Kon" userId="8ec0a7e0-97f1-4a41-9e10-98845775cba8" providerId="ADAL" clId="{19B4FEDA-15B1-4B31-A1A0-A589522E24D5}" dt="2026-08-18T01:18:11.709" v="149" actId="14100"/>
          <ac:picMkLst>
            <pc:docMk/>
            <pc:sldMk cId="515411988" sldId="315"/>
            <ac:picMk id="11" creationId="{0BEB6A36-383E-E15A-879D-B25553E55CC0}"/>
          </ac:picMkLst>
        </pc:picChg>
        <pc:cxnChg chg="add mod">
          <ac:chgData name="Clare Kon" userId="8ec0a7e0-97f1-4a41-9e10-98845775cba8" providerId="ADAL" clId="{19B4FEDA-15B1-4B31-A1A0-A589522E24D5}" dt="2026-08-18T02:02:45.375" v="1026" actId="14100"/>
          <ac:cxnSpMkLst>
            <pc:docMk/>
            <pc:sldMk cId="515411988" sldId="315"/>
            <ac:cxnSpMk id="12" creationId="{60271110-9E57-F6BF-7B5F-F5D4A89DE580}"/>
          </ac:cxnSpMkLst>
        </pc:cxnChg>
      </pc:sldChg>
      <pc:sldChg chg="addSp modSp mod">
        <pc:chgData name="Clare Kon" userId="8ec0a7e0-97f1-4a41-9e10-98845775cba8" providerId="ADAL" clId="{19B4FEDA-15B1-4B31-A1A0-A589522E24D5}" dt="2026-08-18T02:02:30.714" v="1024" actId="17032"/>
        <pc:sldMkLst>
          <pc:docMk/>
          <pc:sldMk cId="4163681090" sldId="316"/>
        </pc:sldMkLst>
        <pc:spChg chg="add mod">
          <ac:chgData name="Clare Kon" userId="8ec0a7e0-97f1-4a41-9e10-98845775cba8" providerId="ADAL" clId="{19B4FEDA-15B1-4B31-A1A0-A589522E24D5}" dt="2026-08-18T02:02:14.838" v="1022" actId="20577"/>
          <ac:spMkLst>
            <pc:docMk/>
            <pc:sldMk cId="4163681090" sldId="316"/>
            <ac:spMk id="5" creationId="{B430A236-E20D-D02D-3616-B80599F49688}"/>
          </ac:spMkLst>
        </pc:spChg>
        <pc:cxnChg chg="add mod">
          <ac:chgData name="Clare Kon" userId="8ec0a7e0-97f1-4a41-9e10-98845775cba8" providerId="ADAL" clId="{19B4FEDA-15B1-4B31-A1A0-A589522E24D5}" dt="2026-08-18T02:02:30.714" v="1024" actId="17032"/>
          <ac:cxnSpMkLst>
            <pc:docMk/>
            <pc:sldMk cId="4163681090" sldId="316"/>
            <ac:cxnSpMk id="7" creationId="{B0688F3B-20AD-2CF6-358D-BD38EC039879}"/>
          </ac:cxnSpMkLst>
        </pc:cxnChg>
      </pc:sldChg>
      <pc:sldChg chg="del">
        <pc:chgData name="Clare Kon" userId="8ec0a7e0-97f1-4a41-9e10-98845775cba8" providerId="ADAL" clId="{19B4FEDA-15B1-4B31-A1A0-A589522E24D5}" dt="2026-08-18T02:59:46.030" v="2127" actId="47"/>
        <pc:sldMkLst>
          <pc:docMk/>
          <pc:sldMk cId="2898959334" sldId="326"/>
        </pc:sldMkLst>
      </pc:sldChg>
      <pc:sldChg chg="addSp delSp modSp mod modAnim">
        <pc:chgData name="Clare Kon" userId="8ec0a7e0-97f1-4a41-9e10-98845775cba8" providerId="ADAL" clId="{19B4FEDA-15B1-4B31-A1A0-A589522E24D5}" dt="2026-08-18T02:22:38.492" v="1432" actId="1076"/>
        <pc:sldMkLst>
          <pc:docMk/>
          <pc:sldMk cId="3607591198" sldId="338"/>
        </pc:sldMkLst>
        <pc:spChg chg="mod">
          <ac:chgData name="Clare Kon" userId="8ec0a7e0-97f1-4a41-9e10-98845775cba8" providerId="ADAL" clId="{19B4FEDA-15B1-4B31-A1A0-A589522E24D5}" dt="2026-08-18T02:22:28.418" v="1429" actId="404"/>
          <ac:spMkLst>
            <pc:docMk/>
            <pc:sldMk cId="3607591198" sldId="338"/>
            <ac:spMk id="3" creationId="{00000000-0000-0000-0000-000000000000}"/>
          </ac:spMkLst>
        </pc:spChg>
        <pc:spChg chg="mod">
          <ac:chgData name="Clare Kon" userId="8ec0a7e0-97f1-4a41-9e10-98845775cba8" providerId="ADAL" clId="{19B4FEDA-15B1-4B31-A1A0-A589522E24D5}" dt="2026-08-18T02:22:16.710" v="1424" actId="14100"/>
          <ac:spMkLst>
            <pc:docMk/>
            <pc:sldMk cId="3607591198" sldId="338"/>
            <ac:spMk id="4" creationId="{406286DC-BA47-4947-9575-B0730505E573}"/>
          </ac:spMkLst>
        </pc:spChg>
        <pc:spChg chg="del">
          <ac:chgData name="Clare Kon" userId="8ec0a7e0-97f1-4a41-9e10-98845775cba8" providerId="ADAL" clId="{19B4FEDA-15B1-4B31-A1A0-A589522E24D5}" dt="2026-08-18T02:12:01.340" v="1339" actId="478"/>
          <ac:spMkLst>
            <pc:docMk/>
            <pc:sldMk cId="3607591198" sldId="338"/>
            <ac:spMk id="6" creationId="{97D8ED45-27BF-487A-81C7-AA8ADEAC0082}"/>
          </ac:spMkLst>
        </pc:spChg>
        <pc:picChg chg="add mod">
          <ac:chgData name="Clare Kon" userId="8ec0a7e0-97f1-4a41-9e10-98845775cba8" providerId="ADAL" clId="{19B4FEDA-15B1-4B31-A1A0-A589522E24D5}" dt="2026-08-18T02:22:38.492" v="1432" actId="1076"/>
          <ac:picMkLst>
            <pc:docMk/>
            <pc:sldMk cId="3607591198" sldId="338"/>
            <ac:picMk id="9" creationId="{F9E878CE-0BC7-C566-B1F2-949F639590ED}"/>
          </ac:picMkLst>
        </pc:picChg>
      </pc:sldChg>
      <pc:sldChg chg="delSp modSp mod ord">
        <pc:chgData name="Clare Kon" userId="8ec0a7e0-97f1-4a41-9e10-98845775cba8" providerId="ADAL" clId="{19B4FEDA-15B1-4B31-A1A0-A589522E24D5}" dt="2026-08-18T02:01:16.405" v="995"/>
        <pc:sldMkLst>
          <pc:docMk/>
          <pc:sldMk cId="1549299362" sldId="343"/>
        </pc:sldMkLst>
        <pc:spChg chg="del mod">
          <ac:chgData name="Clare Kon" userId="8ec0a7e0-97f1-4a41-9e10-98845775cba8" providerId="ADAL" clId="{19B4FEDA-15B1-4B31-A1A0-A589522E24D5}" dt="2026-08-18T02:01:16.405" v="995"/>
          <ac:spMkLst>
            <pc:docMk/>
            <pc:sldMk cId="1549299362" sldId="343"/>
            <ac:spMk id="5" creationId="{8D30B7B6-35B8-41C4-A08A-E6C99E0AB044}"/>
          </ac:spMkLst>
        </pc:spChg>
      </pc:sldChg>
      <pc:sldChg chg="addSp delSp modSp mod">
        <pc:chgData name="Clare Kon" userId="8ec0a7e0-97f1-4a41-9e10-98845775cba8" providerId="ADAL" clId="{19B4FEDA-15B1-4B31-A1A0-A589522E24D5}" dt="2026-08-18T02:27:59.162" v="1608" actId="207"/>
        <pc:sldMkLst>
          <pc:docMk/>
          <pc:sldMk cId="3875047414" sldId="345"/>
        </pc:sldMkLst>
        <pc:spChg chg="mod">
          <ac:chgData name="Clare Kon" userId="8ec0a7e0-97f1-4a41-9e10-98845775cba8" providerId="ADAL" clId="{19B4FEDA-15B1-4B31-A1A0-A589522E24D5}" dt="2026-08-18T02:25:38.833" v="1500"/>
          <ac:spMkLst>
            <pc:docMk/>
            <pc:sldMk cId="3875047414" sldId="345"/>
            <ac:spMk id="2" creationId="{FA1E0CC4-F277-4AF1-AD19-E6DF90F268E2}"/>
          </ac:spMkLst>
        </pc:spChg>
        <pc:spChg chg="mod">
          <ac:chgData name="Clare Kon" userId="8ec0a7e0-97f1-4a41-9e10-98845775cba8" providerId="ADAL" clId="{19B4FEDA-15B1-4B31-A1A0-A589522E24D5}" dt="2026-08-18T02:27:59.162" v="1608" actId="207"/>
          <ac:spMkLst>
            <pc:docMk/>
            <pc:sldMk cId="3875047414" sldId="345"/>
            <ac:spMk id="3" creationId="{AAF465D4-851B-464F-89B2-43C415AC6DF1}"/>
          </ac:spMkLst>
        </pc:spChg>
        <pc:spChg chg="del">
          <ac:chgData name="Clare Kon" userId="8ec0a7e0-97f1-4a41-9e10-98845775cba8" providerId="ADAL" clId="{19B4FEDA-15B1-4B31-A1A0-A589522E24D5}" dt="2026-08-18T02:26:10.037" v="1504" actId="478"/>
          <ac:spMkLst>
            <pc:docMk/>
            <pc:sldMk cId="3875047414" sldId="345"/>
            <ac:spMk id="5" creationId="{8BCC9550-1C67-4B3E-9D93-38C6761E7658}"/>
          </ac:spMkLst>
        </pc:spChg>
        <pc:spChg chg="add mod">
          <ac:chgData name="Clare Kon" userId="8ec0a7e0-97f1-4a41-9e10-98845775cba8" providerId="ADAL" clId="{19B4FEDA-15B1-4B31-A1A0-A589522E24D5}" dt="2026-08-18T02:23:38.134" v="1484" actId="20577"/>
          <ac:spMkLst>
            <pc:docMk/>
            <pc:sldMk cId="3875047414" sldId="345"/>
            <ac:spMk id="6" creationId="{45F1D373-2E42-40DD-E17E-19787BF511C4}"/>
          </ac:spMkLst>
        </pc:spChg>
        <pc:spChg chg="add mod">
          <ac:chgData name="Clare Kon" userId="8ec0a7e0-97f1-4a41-9e10-98845775cba8" providerId="ADAL" clId="{19B4FEDA-15B1-4B31-A1A0-A589522E24D5}" dt="2026-08-18T02:27:15.809" v="1573" actId="13822"/>
          <ac:spMkLst>
            <pc:docMk/>
            <pc:sldMk cId="3875047414" sldId="345"/>
            <ac:spMk id="7" creationId="{9C54F643-A617-D2B2-8F89-1C4237729176}"/>
          </ac:spMkLst>
        </pc:spChg>
        <pc:spChg chg="add mod">
          <ac:chgData name="Clare Kon" userId="8ec0a7e0-97f1-4a41-9e10-98845775cba8" providerId="ADAL" clId="{19B4FEDA-15B1-4B31-A1A0-A589522E24D5}" dt="2026-08-18T02:27:11.311" v="1572" actId="13822"/>
          <ac:spMkLst>
            <pc:docMk/>
            <pc:sldMk cId="3875047414" sldId="345"/>
            <ac:spMk id="8" creationId="{B3C69728-24DB-6A83-EB77-D4CED15CFBDF}"/>
          </ac:spMkLst>
        </pc:spChg>
      </pc:sldChg>
      <pc:sldChg chg="addSp modSp mod ord setBg">
        <pc:chgData name="Clare Kon" userId="8ec0a7e0-97f1-4a41-9e10-98845775cba8" providerId="ADAL" clId="{19B4FEDA-15B1-4B31-A1A0-A589522E24D5}" dt="2026-08-18T02:28:58.117" v="1623" actId="26606"/>
        <pc:sldMkLst>
          <pc:docMk/>
          <pc:sldMk cId="1068449921" sldId="347"/>
        </pc:sldMkLst>
        <pc:spChg chg="mod ord">
          <ac:chgData name="Clare Kon" userId="8ec0a7e0-97f1-4a41-9e10-98845775cba8" providerId="ADAL" clId="{19B4FEDA-15B1-4B31-A1A0-A589522E24D5}" dt="2026-08-18T02:28:58.117" v="1623" actId="26606"/>
          <ac:spMkLst>
            <pc:docMk/>
            <pc:sldMk cId="1068449921" sldId="347"/>
            <ac:spMk id="4" creationId="{A79608D3-DECD-40A9-8503-95407246DE06}"/>
          </ac:spMkLst>
        </pc:spChg>
        <pc:spChg chg="add">
          <ac:chgData name="Clare Kon" userId="8ec0a7e0-97f1-4a41-9e10-98845775cba8" providerId="ADAL" clId="{19B4FEDA-15B1-4B31-A1A0-A589522E24D5}" dt="2026-08-18T02:28:58.117" v="1623" actId="26606"/>
          <ac:spMkLst>
            <pc:docMk/>
            <pc:sldMk cId="1068449921" sldId="347"/>
            <ac:spMk id="8199" creationId="{E11A0068-FEF4-44DB-A95E-01F94BBC0E92}"/>
          </ac:spMkLst>
        </pc:spChg>
        <pc:spChg chg="add">
          <ac:chgData name="Clare Kon" userId="8ec0a7e0-97f1-4a41-9e10-98845775cba8" providerId="ADAL" clId="{19B4FEDA-15B1-4B31-A1A0-A589522E24D5}" dt="2026-08-18T02:28:58.117" v="1623" actId="26606"/>
          <ac:spMkLst>
            <pc:docMk/>
            <pc:sldMk cId="1068449921" sldId="347"/>
            <ac:spMk id="8201" creationId="{C43FB93D-F8D4-4DFA-9893-8D6D5C52399A}"/>
          </ac:spMkLst>
        </pc:spChg>
        <pc:spChg chg="add">
          <ac:chgData name="Clare Kon" userId="8ec0a7e0-97f1-4a41-9e10-98845775cba8" providerId="ADAL" clId="{19B4FEDA-15B1-4B31-A1A0-A589522E24D5}" dt="2026-08-18T02:28:58.117" v="1623" actId="26606"/>
          <ac:spMkLst>
            <pc:docMk/>
            <pc:sldMk cId="1068449921" sldId="347"/>
            <ac:spMk id="8203" creationId="{4A635A8B-6A6F-406F-ABC4-98B5D0CDE176}"/>
          </ac:spMkLst>
        </pc:spChg>
        <pc:spChg chg="add">
          <ac:chgData name="Clare Kon" userId="8ec0a7e0-97f1-4a41-9e10-98845775cba8" providerId="ADAL" clId="{19B4FEDA-15B1-4B31-A1A0-A589522E24D5}" dt="2026-08-18T02:28:58.117" v="1623" actId="26606"/>
          <ac:spMkLst>
            <pc:docMk/>
            <pc:sldMk cId="1068449921" sldId="347"/>
            <ac:spMk id="8205" creationId="{1A0EB721-D3D5-4018-8E2F-A95DA7F5D7BB}"/>
          </ac:spMkLst>
        </pc:spChg>
        <pc:spChg chg="add">
          <ac:chgData name="Clare Kon" userId="8ec0a7e0-97f1-4a41-9e10-98845775cba8" providerId="ADAL" clId="{19B4FEDA-15B1-4B31-A1A0-A589522E24D5}" dt="2026-08-18T02:28:58.117" v="1623" actId="26606"/>
          <ac:spMkLst>
            <pc:docMk/>
            <pc:sldMk cId="1068449921" sldId="347"/>
            <ac:spMk id="8207" creationId="{A213CA47-0818-4DE3-ACFB-6688B7819829}"/>
          </ac:spMkLst>
        </pc:spChg>
        <pc:picChg chg="add mod">
          <ac:chgData name="Clare Kon" userId="8ec0a7e0-97f1-4a41-9e10-98845775cba8" providerId="ADAL" clId="{19B4FEDA-15B1-4B31-A1A0-A589522E24D5}" dt="2026-08-18T02:28:58.117" v="1623" actId="26606"/>
          <ac:picMkLst>
            <pc:docMk/>
            <pc:sldMk cId="1068449921" sldId="347"/>
            <ac:picMk id="3" creationId="{D1569DEA-3BE1-93B8-A8D9-A76E2C23352B}"/>
          </ac:picMkLst>
        </pc:picChg>
        <pc:picChg chg="mod">
          <ac:chgData name="Clare Kon" userId="8ec0a7e0-97f1-4a41-9e10-98845775cba8" providerId="ADAL" clId="{19B4FEDA-15B1-4B31-A1A0-A589522E24D5}" dt="2026-08-18T02:28:58.117" v="1623" actId="26606"/>
          <ac:picMkLst>
            <pc:docMk/>
            <pc:sldMk cId="1068449921" sldId="347"/>
            <ac:picMk id="8194" creationId="{F7B330A7-771A-4803-A321-5334ACECA334}"/>
          </ac:picMkLst>
        </pc:picChg>
      </pc:sldChg>
      <pc:sldChg chg="ord">
        <pc:chgData name="Clare Kon" userId="8ec0a7e0-97f1-4a41-9e10-98845775cba8" providerId="ADAL" clId="{19B4FEDA-15B1-4B31-A1A0-A589522E24D5}" dt="2026-08-18T02:29:59.627" v="1628"/>
        <pc:sldMkLst>
          <pc:docMk/>
          <pc:sldMk cId="585295177" sldId="348"/>
        </pc:sldMkLst>
      </pc:sldChg>
      <pc:sldChg chg="ord">
        <pc:chgData name="Clare Kon" userId="8ec0a7e0-97f1-4a41-9e10-98845775cba8" providerId="ADAL" clId="{19B4FEDA-15B1-4B31-A1A0-A589522E24D5}" dt="2026-08-18T02:29:37.496" v="1626"/>
        <pc:sldMkLst>
          <pc:docMk/>
          <pc:sldMk cId="4009008423" sldId="353"/>
        </pc:sldMkLst>
      </pc:sldChg>
      <pc:sldChg chg="delSp modSp del ord">
        <pc:chgData name="Clare Kon" userId="8ec0a7e0-97f1-4a41-9e10-98845775cba8" providerId="ADAL" clId="{19B4FEDA-15B1-4B31-A1A0-A589522E24D5}" dt="2026-08-18T02:31:16.262" v="1692" actId="47"/>
        <pc:sldMkLst>
          <pc:docMk/>
          <pc:sldMk cId="2728320247" sldId="354"/>
        </pc:sldMkLst>
        <pc:picChg chg="del mod">
          <ac:chgData name="Clare Kon" userId="8ec0a7e0-97f1-4a41-9e10-98845775cba8" providerId="ADAL" clId="{19B4FEDA-15B1-4B31-A1A0-A589522E24D5}" dt="2026-08-18T02:28:52.848" v="1621" actId="21"/>
          <ac:picMkLst>
            <pc:docMk/>
            <pc:sldMk cId="2728320247" sldId="354"/>
            <ac:picMk id="9218" creationId="{B5EB1F82-1483-47A7-9C8D-1E422253B257}"/>
          </ac:picMkLst>
        </pc:picChg>
      </pc:sldChg>
      <pc:sldChg chg="del">
        <pc:chgData name="Clare Kon" userId="8ec0a7e0-97f1-4a41-9e10-98845775cba8" providerId="ADAL" clId="{19B4FEDA-15B1-4B31-A1A0-A589522E24D5}" dt="2026-08-18T02:38:55.852" v="1836" actId="47"/>
        <pc:sldMkLst>
          <pc:docMk/>
          <pc:sldMk cId="671407223" sldId="362"/>
        </pc:sldMkLst>
      </pc:sldChg>
      <pc:sldChg chg="modSp mod">
        <pc:chgData name="Clare Kon" userId="8ec0a7e0-97f1-4a41-9e10-98845775cba8" providerId="ADAL" clId="{19B4FEDA-15B1-4B31-A1A0-A589522E24D5}" dt="2026-08-18T02:56:26.484" v="2006" actId="6549"/>
        <pc:sldMkLst>
          <pc:docMk/>
          <pc:sldMk cId="866345466" sldId="795"/>
        </pc:sldMkLst>
        <pc:spChg chg="mod">
          <ac:chgData name="Clare Kon" userId="8ec0a7e0-97f1-4a41-9e10-98845775cba8" providerId="ADAL" clId="{19B4FEDA-15B1-4B31-A1A0-A589522E24D5}" dt="2026-08-18T02:56:26.484" v="2006" actId="6549"/>
          <ac:spMkLst>
            <pc:docMk/>
            <pc:sldMk cId="866345466" sldId="795"/>
            <ac:spMk id="3" creationId="{C965DC63-DEEF-2A26-F887-83E5A88A817B}"/>
          </ac:spMkLst>
        </pc:spChg>
      </pc:sldChg>
      <pc:sldChg chg="del ord">
        <pc:chgData name="Clare Kon" userId="8ec0a7e0-97f1-4a41-9e10-98845775cba8" providerId="ADAL" clId="{19B4FEDA-15B1-4B31-A1A0-A589522E24D5}" dt="2026-08-18T02:58:28.331" v="2107" actId="47"/>
        <pc:sldMkLst>
          <pc:docMk/>
          <pc:sldMk cId="0" sldId="796"/>
        </pc:sldMkLst>
      </pc:sldChg>
      <pc:sldChg chg="delSp modSp del mod">
        <pc:chgData name="Clare Kon" userId="8ec0a7e0-97f1-4a41-9e10-98845775cba8" providerId="ADAL" clId="{19B4FEDA-15B1-4B31-A1A0-A589522E24D5}" dt="2026-08-18T03:09:37.215" v="2255" actId="47"/>
        <pc:sldMkLst>
          <pc:docMk/>
          <pc:sldMk cId="3094398637" sldId="797"/>
        </pc:sldMkLst>
        <pc:picChg chg="del mod">
          <ac:chgData name="Clare Kon" userId="8ec0a7e0-97f1-4a41-9e10-98845775cba8" providerId="ADAL" clId="{19B4FEDA-15B1-4B31-A1A0-A589522E24D5}" dt="2026-08-18T03:08:59.412" v="2219" actId="21"/>
          <ac:picMkLst>
            <pc:docMk/>
            <pc:sldMk cId="3094398637" sldId="797"/>
            <ac:picMk id="4" creationId="{E40754B2-3D26-4DE9-CE33-8DE9D6C901C8}"/>
          </ac:picMkLst>
        </pc:picChg>
      </pc:sldChg>
      <pc:sldChg chg="modSp mod">
        <pc:chgData name="Clare Kon" userId="8ec0a7e0-97f1-4a41-9e10-98845775cba8" providerId="ADAL" clId="{19B4FEDA-15B1-4B31-A1A0-A589522E24D5}" dt="2026-08-18T03:11:44.308" v="2295" actId="1076"/>
        <pc:sldMkLst>
          <pc:docMk/>
          <pc:sldMk cId="1491724127" sldId="798"/>
        </pc:sldMkLst>
        <pc:spChg chg="mod">
          <ac:chgData name="Clare Kon" userId="8ec0a7e0-97f1-4a41-9e10-98845775cba8" providerId="ADAL" clId="{19B4FEDA-15B1-4B31-A1A0-A589522E24D5}" dt="2026-08-18T02:59:40.691" v="2126" actId="1076"/>
          <ac:spMkLst>
            <pc:docMk/>
            <pc:sldMk cId="1491724127" sldId="798"/>
            <ac:spMk id="6" creationId="{4573A26A-98E2-FF32-EAE4-64157487F457}"/>
          </ac:spMkLst>
        </pc:spChg>
        <pc:picChg chg="mod">
          <ac:chgData name="Clare Kon" userId="8ec0a7e0-97f1-4a41-9e10-98845775cba8" providerId="ADAL" clId="{19B4FEDA-15B1-4B31-A1A0-A589522E24D5}" dt="2026-08-18T03:11:44.308" v="2295" actId="1076"/>
          <ac:picMkLst>
            <pc:docMk/>
            <pc:sldMk cId="1491724127" sldId="798"/>
            <ac:picMk id="4" creationId="{F624542D-A66C-9657-9B46-1953590DDB01}"/>
          </ac:picMkLst>
        </pc:picChg>
      </pc:sldChg>
      <pc:sldChg chg="modSp mod ord">
        <pc:chgData name="Clare Kon" userId="8ec0a7e0-97f1-4a41-9e10-98845775cba8" providerId="ADAL" clId="{19B4FEDA-15B1-4B31-A1A0-A589522E24D5}" dt="2026-08-18T03:11:54.083" v="2298"/>
        <pc:sldMkLst>
          <pc:docMk/>
          <pc:sldMk cId="2718707204" sldId="799"/>
        </pc:sldMkLst>
        <pc:picChg chg="mod">
          <ac:chgData name="Clare Kon" userId="8ec0a7e0-97f1-4a41-9e10-98845775cba8" providerId="ADAL" clId="{19B4FEDA-15B1-4B31-A1A0-A589522E24D5}" dt="2026-08-18T03:11:52.323" v="2296" actId="1076"/>
          <ac:picMkLst>
            <pc:docMk/>
            <pc:sldMk cId="2718707204" sldId="799"/>
            <ac:picMk id="3" creationId="{A65C2B32-9FDE-2855-C9B1-C92113621DD4}"/>
          </ac:picMkLst>
        </pc:picChg>
      </pc:sldChg>
      <pc:sldChg chg="addSp delSp modSp add mod">
        <pc:chgData name="Clare Kon" userId="8ec0a7e0-97f1-4a41-9e10-98845775cba8" providerId="ADAL" clId="{19B4FEDA-15B1-4B31-A1A0-A589522E24D5}" dt="2026-08-18T02:01:02.555" v="992" actId="14100"/>
        <pc:sldMkLst>
          <pc:docMk/>
          <pc:sldMk cId="3559939825" sldId="800"/>
        </pc:sldMkLst>
        <pc:spChg chg="del">
          <ac:chgData name="Clare Kon" userId="8ec0a7e0-97f1-4a41-9e10-98845775cba8" providerId="ADAL" clId="{19B4FEDA-15B1-4B31-A1A0-A589522E24D5}" dt="2026-08-18T01:11:24.898" v="11" actId="478"/>
          <ac:spMkLst>
            <pc:docMk/>
            <pc:sldMk cId="3559939825" sldId="800"/>
            <ac:spMk id="3" creationId="{F39B4656-E0D8-8DE8-37F3-7C1DFCB19C89}"/>
          </ac:spMkLst>
        </pc:spChg>
        <pc:spChg chg="mod">
          <ac:chgData name="Clare Kon" userId="8ec0a7e0-97f1-4a41-9e10-98845775cba8" providerId="ADAL" clId="{19B4FEDA-15B1-4B31-A1A0-A589522E24D5}" dt="2026-08-18T01:37:43.047" v="837" actId="20577"/>
          <ac:spMkLst>
            <pc:docMk/>
            <pc:sldMk cId="3559939825" sldId="800"/>
            <ac:spMk id="5" creationId="{D483CDBC-FFC9-697F-B2F1-2443DD0EFCE6}"/>
          </ac:spMkLst>
        </pc:spChg>
        <pc:spChg chg="mod">
          <ac:chgData name="Clare Kon" userId="8ec0a7e0-97f1-4a41-9e10-98845775cba8" providerId="ADAL" clId="{19B4FEDA-15B1-4B31-A1A0-A589522E24D5}" dt="2026-08-18T02:00:26.914" v="957" actId="14100"/>
          <ac:spMkLst>
            <pc:docMk/>
            <pc:sldMk cId="3559939825" sldId="800"/>
            <ac:spMk id="6" creationId="{4EFF08BB-0590-8FC3-93A2-4FB01DC1AABE}"/>
          </ac:spMkLst>
        </pc:spChg>
        <pc:spChg chg="add del mod">
          <ac:chgData name="Clare Kon" userId="8ec0a7e0-97f1-4a41-9e10-98845775cba8" providerId="ADAL" clId="{19B4FEDA-15B1-4B31-A1A0-A589522E24D5}" dt="2026-08-18T01:12:30.661" v="17" actId="478"/>
          <ac:spMkLst>
            <pc:docMk/>
            <pc:sldMk cId="3559939825" sldId="800"/>
            <ac:spMk id="8" creationId="{26EB81AA-8AB9-54CD-4304-7F967F855CAB}"/>
          </ac:spMkLst>
        </pc:spChg>
        <pc:spChg chg="add mod">
          <ac:chgData name="Clare Kon" userId="8ec0a7e0-97f1-4a41-9e10-98845775cba8" providerId="ADAL" clId="{19B4FEDA-15B1-4B31-A1A0-A589522E24D5}" dt="2026-08-18T02:00:53.115" v="990" actId="1076"/>
          <ac:spMkLst>
            <pc:docMk/>
            <pc:sldMk cId="3559939825" sldId="800"/>
            <ac:spMk id="11" creationId="{7A8F4AA4-62BA-FA8B-25BA-0288ACE8BD94}"/>
          </ac:spMkLst>
        </pc:spChg>
        <pc:spChg chg="add del">
          <ac:chgData name="Clare Kon" userId="8ec0a7e0-97f1-4a41-9e10-98845775cba8" providerId="ADAL" clId="{19B4FEDA-15B1-4B31-A1A0-A589522E24D5}" dt="2026-08-18T01:42:33.261" v="857" actId="22"/>
          <ac:spMkLst>
            <pc:docMk/>
            <pc:sldMk cId="3559939825" sldId="800"/>
            <ac:spMk id="17" creationId="{926129D6-1A19-5196-60C6-E77D661F2FC9}"/>
          </ac:spMkLst>
        </pc:spChg>
        <pc:spChg chg="add del mod">
          <ac:chgData name="Clare Kon" userId="8ec0a7e0-97f1-4a41-9e10-98845775cba8" providerId="ADAL" clId="{19B4FEDA-15B1-4B31-A1A0-A589522E24D5}" dt="2026-08-18T01:48:13.594" v="912"/>
          <ac:spMkLst>
            <pc:docMk/>
            <pc:sldMk cId="3559939825" sldId="800"/>
            <ac:spMk id="38" creationId="{A351754D-7B02-77B5-2BCD-6CEC8D6C58D7}"/>
          </ac:spMkLst>
        </pc:spChg>
        <pc:spChg chg="add mod">
          <ac:chgData name="Clare Kon" userId="8ec0a7e0-97f1-4a41-9e10-98845775cba8" providerId="ADAL" clId="{19B4FEDA-15B1-4B31-A1A0-A589522E24D5}" dt="2026-08-18T02:01:02.555" v="992" actId="14100"/>
          <ac:spMkLst>
            <pc:docMk/>
            <pc:sldMk cId="3559939825" sldId="800"/>
            <ac:spMk id="41" creationId="{0390A107-A5B5-9891-5229-08EA74455CF1}"/>
          </ac:spMkLst>
        </pc:spChg>
        <pc:picChg chg="add del mod">
          <ac:chgData name="Clare Kon" userId="8ec0a7e0-97f1-4a41-9e10-98845775cba8" providerId="ADAL" clId="{19B4FEDA-15B1-4B31-A1A0-A589522E24D5}" dt="2026-08-18T01:37:46.140" v="838" actId="21"/>
          <ac:picMkLst>
            <pc:docMk/>
            <pc:sldMk cId="3559939825" sldId="800"/>
            <ac:picMk id="9" creationId="{B4471CFF-F9FC-E1AA-4FC8-8078A16E421C}"/>
          </ac:picMkLst>
        </pc:picChg>
        <pc:picChg chg="add mod">
          <ac:chgData name="Clare Kon" userId="8ec0a7e0-97f1-4a41-9e10-98845775cba8" providerId="ADAL" clId="{19B4FEDA-15B1-4B31-A1A0-A589522E24D5}" dt="2026-08-18T02:00:42.441" v="989" actId="1035"/>
          <ac:picMkLst>
            <pc:docMk/>
            <pc:sldMk cId="3559939825" sldId="800"/>
            <ac:picMk id="15" creationId="{B0E686B0-03B0-9F79-C2B7-1E9105611F05}"/>
          </ac:picMkLst>
        </pc:picChg>
        <pc:picChg chg="add mod">
          <ac:chgData name="Clare Kon" userId="8ec0a7e0-97f1-4a41-9e10-98845775cba8" providerId="ADAL" clId="{19B4FEDA-15B1-4B31-A1A0-A589522E24D5}" dt="2026-08-18T02:00:42.441" v="989" actId="1035"/>
          <ac:picMkLst>
            <pc:docMk/>
            <pc:sldMk cId="3559939825" sldId="800"/>
            <ac:picMk id="19" creationId="{DD642B0E-67AC-B0BF-613A-F7B57C90D6AE}"/>
          </ac:picMkLst>
        </pc:picChg>
        <pc:picChg chg="add del">
          <ac:chgData name="Clare Kon" userId="8ec0a7e0-97f1-4a41-9e10-98845775cba8" providerId="ADAL" clId="{19B4FEDA-15B1-4B31-A1A0-A589522E24D5}" dt="2026-08-18T01:43:37.406" v="878" actId="478"/>
          <ac:picMkLst>
            <pc:docMk/>
            <pc:sldMk cId="3559939825" sldId="800"/>
            <ac:picMk id="21" creationId="{83BB10FC-0133-9FC0-3B99-CC8623510073}"/>
          </ac:picMkLst>
        </pc:picChg>
        <pc:picChg chg="add mod">
          <ac:chgData name="Clare Kon" userId="8ec0a7e0-97f1-4a41-9e10-98845775cba8" providerId="ADAL" clId="{19B4FEDA-15B1-4B31-A1A0-A589522E24D5}" dt="2026-08-18T02:00:42.441" v="989" actId="1035"/>
          <ac:picMkLst>
            <pc:docMk/>
            <pc:sldMk cId="3559939825" sldId="800"/>
            <ac:picMk id="23" creationId="{44FAD69D-4A8B-45BD-DF52-0E16A7C871AD}"/>
          </ac:picMkLst>
        </pc:picChg>
        <pc:picChg chg="add mod">
          <ac:chgData name="Clare Kon" userId="8ec0a7e0-97f1-4a41-9e10-98845775cba8" providerId="ADAL" clId="{19B4FEDA-15B1-4B31-A1A0-A589522E24D5}" dt="2026-08-18T02:00:42.441" v="989" actId="1035"/>
          <ac:picMkLst>
            <pc:docMk/>
            <pc:sldMk cId="3559939825" sldId="800"/>
            <ac:picMk id="25" creationId="{A2EA1DE9-8D86-9BE7-C36A-2B894CF9C78B}"/>
          </ac:picMkLst>
        </pc:picChg>
        <pc:picChg chg="add mod">
          <ac:chgData name="Clare Kon" userId="8ec0a7e0-97f1-4a41-9e10-98845775cba8" providerId="ADAL" clId="{19B4FEDA-15B1-4B31-A1A0-A589522E24D5}" dt="2026-08-18T02:00:42.441" v="989" actId="1035"/>
          <ac:picMkLst>
            <pc:docMk/>
            <pc:sldMk cId="3559939825" sldId="800"/>
            <ac:picMk id="27" creationId="{A36ACA90-432C-6FA7-C025-BAF1627F96CF}"/>
          </ac:picMkLst>
        </pc:picChg>
        <pc:picChg chg="add mod">
          <ac:chgData name="Clare Kon" userId="8ec0a7e0-97f1-4a41-9e10-98845775cba8" providerId="ADAL" clId="{19B4FEDA-15B1-4B31-A1A0-A589522E24D5}" dt="2026-08-18T01:44:06.230" v="880" actId="408"/>
          <ac:picMkLst>
            <pc:docMk/>
            <pc:sldMk cId="3559939825" sldId="800"/>
            <ac:picMk id="29" creationId="{8984C9C4-F0D8-25BB-6C8A-DDC138772EF6}"/>
          </ac:picMkLst>
        </pc:picChg>
        <pc:picChg chg="add mod">
          <ac:chgData name="Clare Kon" userId="8ec0a7e0-97f1-4a41-9e10-98845775cba8" providerId="ADAL" clId="{19B4FEDA-15B1-4B31-A1A0-A589522E24D5}" dt="2026-08-18T02:00:42.441" v="989" actId="1035"/>
          <ac:picMkLst>
            <pc:docMk/>
            <pc:sldMk cId="3559939825" sldId="800"/>
            <ac:picMk id="31" creationId="{826CB9A5-B3F4-48F3-0E9E-5329297F76B8}"/>
          </ac:picMkLst>
        </pc:picChg>
        <pc:picChg chg="add mod">
          <ac:chgData name="Clare Kon" userId="8ec0a7e0-97f1-4a41-9e10-98845775cba8" providerId="ADAL" clId="{19B4FEDA-15B1-4B31-A1A0-A589522E24D5}" dt="2026-08-18T02:00:42.441" v="989" actId="1035"/>
          <ac:picMkLst>
            <pc:docMk/>
            <pc:sldMk cId="3559939825" sldId="800"/>
            <ac:picMk id="33" creationId="{713AB0EF-58E9-8EBE-CDA4-29732BF53C2C}"/>
          </ac:picMkLst>
        </pc:picChg>
        <pc:picChg chg="add mod">
          <ac:chgData name="Clare Kon" userId="8ec0a7e0-97f1-4a41-9e10-98845775cba8" providerId="ADAL" clId="{19B4FEDA-15B1-4B31-A1A0-A589522E24D5}" dt="2026-08-18T02:00:42.441" v="989" actId="1035"/>
          <ac:picMkLst>
            <pc:docMk/>
            <pc:sldMk cId="3559939825" sldId="800"/>
            <ac:picMk id="35" creationId="{E6F9CE61-17FF-BB6B-24EA-669AC1B39E27}"/>
          </ac:picMkLst>
        </pc:picChg>
        <pc:picChg chg="add mod">
          <ac:chgData name="Clare Kon" userId="8ec0a7e0-97f1-4a41-9e10-98845775cba8" providerId="ADAL" clId="{19B4FEDA-15B1-4B31-A1A0-A589522E24D5}" dt="2026-08-18T02:00:42.441" v="989" actId="1035"/>
          <ac:picMkLst>
            <pc:docMk/>
            <pc:sldMk cId="3559939825" sldId="800"/>
            <ac:picMk id="37" creationId="{F47284A3-9651-F8CC-759D-2556A7BFD965}"/>
          </ac:picMkLst>
        </pc:picChg>
        <pc:cxnChg chg="add del">
          <ac:chgData name="Clare Kon" userId="8ec0a7e0-97f1-4a41-9e10-98845775cba8" providerId="ADAL" clId="{19B4FEDA-15B1-4B31-A1A0-A589522E24D5}" dt="2026-08-18T01:43:04.466" v="861" actId="478"/>
          <ac:cxnSpMkLst>
            <pc:docMk/>
            <pc:sldMk cId="3559939825" sldId="800"/>
            <ac:cxnSpMk id="13" creationId="{6EAF4922-8D80-9D53-4AA3-C5596B4737CD}"/>
          </ac:cxnSpMkLst>
        </pc:cxnChg>
        <pc:cxnChg chg="add">
          <ac:chgData name="Clare Kon" userId="8ec0a7e0-97f1-4a41-9e10-98845775cba8" providerId="ADAL" clId="{19B4FEDA-15B1-4B31-A1A0-A589522E24D5}" dt="2026-08-18T01:48:25.053" v="913" actId="11529"/>
          <ac:cxnSpMkLst>
            <pc:docMk/>
            <pc:sldMk cId="3559939825" sldId="800"/>
            <ac:cxnSpMk id="40" creationId="{DDF44ED1-6EFE-023A-1207-9088CD4FE5B9}"/>
          </ac:cxnSpMkLst>
        </pc:cxnChg>
      </pc:sldChg>
      <pc:sldChg chg="addSp delSp modSp new del mod setBg setClrOvrMap">
        <pc:chgData name="Clare Kon" userId="8ec0a7e0-97f1-4a41-9e10-98845775cba8" providerId="ADAL" clId="{19B4FEDA-15B1-4B31-A1A0-A589522E24D5}" dt="2026-08-18T02:01:17.698" v="996" actId="47"/>
        <pc:sldMkLst>
          <pc:docMk/>
          <pc:sldMk cId="1077664312" sldId="801"/>
        </pc:sldMkLst>
        <pc:spChg chg="del">
          <ac:chgData name="Clare Kon" userId="8ec0a7e0-97f1-4a41-9e10-98845775cba8" providerId="ADAL" clId="{19B4FEDA-15B1-4B31-A1A0-A589522E24D5}" dt="2026-08-18T01:11:45.311" v="16" actId="26606"/>
          <ac:spMkLst>
            <pc:docMk/>
            <pc:sldMk cId="1077664312" sldId="801"/>
            <ac:spMk id="2" creationId="{AA01BA63-82CD-171E-6D2C-FA50790AAF6D}"/>
          </ac:spMkLst>
        </pc:spChg>
        <pc:spChg chg="del">
          <ac:chgData name="Clare Kon" userId="8ec0a7e0-97f1-4a41-9e10-98845775cba8" providerId="ADAL" clId="{19B4FEDA-15B1-4B31-A1A0-A589522E24D5}" dt="2026-08-18T01:11:45.311" v="16" actId="26606"/>
          <ac:spMkLst>
            <pc:docMk/>
            <pc:sldMk cId="1077664312" sldId="801"/>
            <ac:spMk id="3" creationId="{9632ECFB-5B6A-F72D-FEA9-9B48E099F8B5}"/>
          </ac:spMkLst>
        </pc:spChg>
        <pc:spChg chg="mod ord">
          <ac:chgData name="Clare Kon" userId="8ec0a7e0-97f1-4a41-9e10-98845775cba8" providerId="ADAL" clId="{19B4FEDA-15B1-4B31-A1A0-A589522E24D5}" dt="2026-08-18T01:11:45.311" v="16" actId="26606"/>
          <ac:spMkLst>
            <pc:docMk/>
            <pc:sldMk cId="1077664312" sldId="801"/>
            <ac:spMk id="4" creationId="{E8B1939A-C33B-6E73-670B-94EE0C601E47}"/>
          </ac:spMkLst>
        </pc:spChg>
        <pc:spChg chg="add">
          <ac:chgData name="Clare Kon" userId="8ec0a7e0-97f1-4a41-9e10-98845775cba8" providerId="ADAL" clId="{19B4FEDA-15B1-4B31-A1A0-A589522E24D5}" dt="2026-08-18T01:11:45.311" v="16" actId="26606"/>
          <ac:spMkLst>
            <pc:docMk/>
            <pc:sldMk cId="1077664312" sldId="801"/>
            <ac:spMk id="10" creationId="{8FDAC42E-BF0D-4839-97E1-4C20C17CF9BA}"/>
          </ac:spMkLst>
        </pc:spChg>
        <pc:spChg chg="add">
          <ac:chgData name="Clare Kon" userId="8ec0a7e0-97f1-4a41-9e10-98845775cba8" providerId="ADAL" clId="{19B4FEDA-15B1-4B31-A1A0-A589522E24D5}" dt="2026-08-18T01:11:45.311" v="16" actId="26606"/>
          <ac:spMkLst>
            <pc:docMk/>
            <pc:sldMk cId="1077664312" sldId="801"/>
            <ac:spMk id="12" creationId="{81635E03-D54F-455F-A5AF-685FFBF3B5EF}"/>
          </ac:spMkLst>
        </pc:spChg>
        <pc:picChg chg="add mod">
          <ac:chgData name="Clare Kon" userId="8ec0a7e0-97f1-4a41-9e10-98845775cba8" providerId="ADAL" clId="{19B4FEDA-15B1-4B31-A1A0-A589522E24D5}" dt="2026-08-18T01:11:45.311" v="16" actId="26606"/>
          <ac:picMkLst>
            <pc:docMk/>
            <pc:sldMk cId="1077664312" sldId="801"/>
            <ac:picMk id="5" creationId="{33538190-25A2-2D50-190A-4EA8565BAC76}"/>
          </ac:picMkLst>
        </pc:picChg>
      </pc:sldChg>
      <pc:sldChg chg="addSp delSp modSp new mod">
        <pc:chgData name="Clare Kon" userId="8ec0a7e0-97f1-4a41-9e10-98845775cba8" providerId="ADAL" clId="{19B4FEDA-15B1-4B31-A1A0-A589522E24D5}" dt="2026-08-18T02:07:14.760" v="1214" actId="404"/>
        <pc:sldMkLst>
          <pc:docMk/>
          <pc:sldMk cId="120108054" sldId="802"/>
        </pc:sldMkLst>
        <pc:spChg chg="mod">
          <ac:chgData name="Clare Kon" userId="8ec0a7e0-97f1-4a41-9e10-98845775cba8" providerId="ADAL" clId="{19B4FEDA-15B1-4B31-A1A0-A589522E24D5}" dt="2026-08-18T02:05:07.856" v="1137" actId="20577"/>
          <ac:spMkLst>
            <pc:docMk/>
            <pc:sldMk cId="120108054" sldId="802"/>
            <ac:spMk id="2" creationId="{A3D9D4D1-A7E4-F7B8-EA3A-A96BE4EAED5C}"/>
          </ac:spMkLst>
        </pc:spChg>
        <pc:spChg chg="del">
          <ac:chgData name="Clare Kon" userId="8ec0a7e0-97f1-4a41-9e10-98845775cba8" providerId="ADAL" clId="{19B4FEDA-15B1-4B31-A1A0-A589522E24D5}" dt="2026-08-18T01:19:53.631" v="166" actId="1032"/>
          <ac:spMkLst>
            <pc:docMk/>
            <pc:sldMk cId="120108054" sldId="802"/>
            <ac:spMk id="3" creationId="{0454F226-31E6-70D4-25F2-58165FCF3028}"/>
          </ac:spMkLst>
        </pc:spChg>
        <pc:spChg chg="add mod">
          <ac:chgData name="Clare Kon" userId="8ec0a7e0-97f1-4a41-9e10-98845775cba8" providerId="ADAL" clId="{19B4FEDA-15B1-4B31-A1A0-A589522E24D5}" dt="2026-08-18T02:06:29.895" v="1167" actId="1076"/>
          <ac:spMkLst>
            <pc:docMk/>
            <pc:sldMk cId="120108054" sldId="802"/>
            <ac:spMk id="6" creationId="{33257FFC-F63F-A373-F081-BA1B2B33D7A0}"/>
          </ac:spMkLst>
        </pc:spChg>
        <pc:spChg chg="add mod">
          <ac:chgData name="Clare Kon" userId="8ec0a7e0-97f1-4a41-9e10-98845775cba8" providerId="ADAL" clId="{19B4FEDA-15B1-4B31-A1A0-A589522E24D5}" dt="2026-08-18T02:07:14.760" v="1214" actId="404"/>
          <ac:spMkLst>
            <pc:docMk/>
            <pc:sldMk cId="120108054" sldId="802"/>
            <ac:spMk id="9" creationId="{C6C5478A-4712-39DE-58EB-AE3F3CD56F59}"/>
          </ac:spMkLst>
        </pc:spChg>
        <pc:graphicFrameChg chg="add mod modGraphic">
          <ac:chgData name="Clare Kon" userId="8ec0a7e0-97f1-4a41-9e10-98845775cba8" providerId="ADAL" clId="{19B4FEDA-15B1-4B31-A1A0-A589522E24D5}" dt="2026-08-18T02:06:15.235" v="1166" actId="1076"/>
          <ac:graphicFrameMkLst>
            <pc:docMk/>
            <pc:sldMk cId="120108054" sldId="802"/>
            <ac:graphicFrameMk id="5" creationId="{A55A124F-A87E-87AD-92C0-CAE91F89B684}"/>
          </ac:graphicFrameMkLst>
        </pc:graphicFrameChg>
        <pc:picChg chg="add mod">
          <ac:chgData name="Clare Kon" userId="8ec0a7e0-97f1-4a41-9e10-98845775cba8" providerId="ADAL" clId="{19B4FEDA-15B1-4B31-A1A0-A589522E24D5}" dt="2026-08-18T02:06:29.895" v="1167" actId="1076"/>
          <ac:picMkLst>
            <pc:docMk/>
            <pc:sldMk cId="120108054" sldId="802"/>
            <ac:picMk id="8" creationId="{B4333594-E3B3-3D55-1A02-9DCE1385C96D}"/>
          </ac:picMkLst>
        </pc:picChg>
      </pc:sldChg>
      <pc:sldChg chg="addSp modSp new del mod">
        <pc:chgData name="Clare Kon" userId="8ec0a7e0-97f1-4a41-9e10-98845775cba8" providerId="ADAL" clId="{19B4FEDA-15B1-4B31-A1A0-A589522E24D5}" dt="2026-08-18T01:18:23.800" v="150" actId="47"/>
        <pc:sldMkLst>
          <pc:docMk/>
          <pc:sldMk cId="1754481387" sldId="802"/>
        </pc:sldMkLst>
        <pc:picChg chg="add mod">
          <ac:chgData name="Clare Kon" userId="8ec0a7e0-97f1-4a41-9e10-98845775cba8" providerId="ADAL" clId="{19B4FEDA-15B1-4B31-A1A0-A589522E24D5}" dt="2026-08-18T01:15:16.408" v="27" actId="1076"/>
          <ac:picMkLst>
            <pc:docMk/>
            <pc:sldMk cId="1754481387" sldId="802"/>
            <ac:picMk id="3" creationId="{22552CAA-4E0E-C4D7-AE98-1D146BBBE177}"/>
          </ac:picMkLst>
        </pc:picChg>
      </pc:sldChg>
      <pc:sldChg chg="addSp delSp modSp new mod ord">
        <pc:chgData name="Clare Kon" userId="8ec0a7e0-97f1-4a41-9e10-98845775cba8" providerId="ADAL" clId="{19B4FEDA-15B1-4B31-A1A0-A589522E24D5}" dt="2026-08-18T03:14:38.863" v="2366" actId="20577"/>
        <pc:sldMkLst>
          <pc:docMk/>
          <pc:sldMk cId="2471459968" sldId="803"/>
        </pc:sldMkLst>
        <pc:spChg chg="mod">
          <ac:chgData name="Clare Kon" userId="8ec0a7e0-97f1-4a41-9e10-98845775cba8" providerId="ADAL" clId="{19B4FEDA-15B1-4B31-A1A0-A589522E24D5}" dt="2026-08-18T03:14:38.863" v="2366" actId="20577"/>
          <ac:spMkLst>
            <pc:docMk/>
            <pc:sldMk cId="2471459968" sldId="803"/>
            <ac:spMk id="2" creationId="{878E4FE4-C927-BDDB-BB72-0CE40FE7669B}"/>
          </ac:spMkLst>
        </pc:spChg>
        <pc:spChg chg="add mod">
          <ac:chgData name="Clare Kon" userId="8ec0a7e0-97f1-4a41-9e10-98845775cba8" providerId="ADAL" clId="{19B4FEDA-15B1-4B31-A1A0-A589522E24D5}" dt="2026-08-18T03:14:33.204" v="2353" actId="6549"/>
          <ac:spMkLst>
            <pc:docMk/>
            <pc:sldMk cId="2471459968" sldId="803"/>
            <ac:spMk id="4" creationId="{D38F0531-367E-1877-A119-1178EE1F1211}"/>
          </ac:spMkLst>
        </pc:spChg>
        <pc:spChg chg="add del">
          <ac:chgData name="Clare Kon" userId="8ec0a7e0-97f1-4a41-9e10-98845775cba8" providerId="ADAL" clId="{19B4FEDA-15B1-4B31-A1A0-A589522E24D5}" dt="2026-08-18T02:03:25.386" v="1029" actId="478"/>
          <ac:spMkLst>
            <pc:docMk/>
            <pc:sldMk cId="2471459968" sldId="803"/>
            <ac:spMk id="5" creationId="{13C88926-4E9F-23A9-0D1C-8F134EA65824}"/>
          </ac:spMkLst>
        </pc:spChg>
      </pc:sldChg>
      <pc:sldChg chg="addSp delSp modSp add mod ord">
        <pc:chgData name="Clare Kon" userId="8ec0a7e0-97f1-4a41-9e10-98845775cba8" providerId="ADAL" clId="{19B4FEDA-15B1-4B31-A1A0-A589522E24D5}" dt="2026-08-18T02:25:16.651" v="1497" actId="26606"/>
        <pc:sldMkLst>
          <pc:docMk/>
          <pc:sldMk cId="2056675410" sldId="804"/>
        </pc:sldMkLst>
        <pc:spChg chg="mod">
          <ac:chgData name="Clare Kon" userId="8ec0a7e0-97f1-4a41-9e10-98845775cba8" providerId="ADAL" clId="{19B4FEDA-15B1-4B31-A1A0-A589522E24D5}" dt="2026-08-18T02:25:16.651" v="1497" actId="26606"/>
          <ac:spMkLst>
            <pc:docMk/>
            <pc:sldMk cId="2056675410" sldId="804"/>
            <ac:spMk id="2" creationId="{32AA3B37-CEA8-8D16-913F-1C0237B37F68}"/>
          </ac:spMkLst>
        </pc:spChg>
        <pc:spChg chg="mod">
          <ac:chgData name="Clare Kon" userId="8ec0a7e0-97f1-4a41-9e10-98845775cba8" providerId="ADAL" clId="{19B4FEDA-15B1-4B31-A1A0-A589522E24D5}" dt="2026-08-18T02:25:16.651" v="1497" actId="26606"/>
          <ac:spMkLst>
            <pc:docMk/>
            <pc:sldMk cId="2056675410" sldId="804"/>
            <ac:spMk id="3" creationId="{CC808DE5-81E9-BAF1-3EE8-01360E57E615}"/>
          </ac:spMkLst>
        </pc:spChg>
        <pc:spChg chg="ord">
          <ac:chgData name="Clare Kon" userId="8ec0a7e0-97f1-4a41-9e10-98845775cba8" providerId="ADAL" clId="{19B4FEDA-15B1-4B31-A1A0-A589522E24D5}" dt="2026-08-18T02:25:16.651" v="1497" actId="26606"/>
          <ac:spMkLst>
            <pc:docMk/>
            <pc:sldMk cId="2056675410" sldId="804"/>
            <ac:spMk id="4" creationId="{355BCE96-CA87-0946-A76F-8AFC2BE7EF75}"/>
          </ac:spMkLst>
        </pc:spChg>
        <pc:spChg chg="del">
          <ac:chgData name="Clare Kon" userId="8ec0a7e0-97f1-4a41-9e10-98845775cba8" providerId="ADAL" clId="{19B4FEDA-15B1-4B31-A1A0-A589522E24D5}" dt="2026-08-18T02:24:09.188" v="1489" actId="478"/>
          <ac:spMkLst>
            <pc:docMk/>
            <pc:sldMk cId="2056675410" sldId="804"/>
            <ac:spMk id="5" creationId="{70E0ABF0-5526-30AA-E9B8-2CB385CEA7AC}"/>
          </ac:spMkLst>
        </pc:spChg>
        <pc:spChg chg="del">
          <ac:chgData name="Clare Kon" userId="8ec0a7e0-97f1-4a41-9e10-98845775cba8" providerId="ADAL" clId="{19B4FEDA-15B1-4B31-A1A0-A589522E24D5}" dt="2026-08-18T02:24:12.273" v="1490" actId="478"/>
          <ac:spMkLst>
            <pc:docMk/>
            <pc:sldMk cId="2056675410" sldId="804"/>
            <ac:spMk id="6" creationId="{65900399-DCD1-9D5E-8FFE-EB140ED7305C}"/>
          </ac:spMkLst>
        </pc:spChg>
        <pc:spChg chg="del">
          <ac:chgData name="Clare Kon" userId="8ec0a7e0-97f1-4a41-9e10-98845775cba8" providerId="ADAL" clId="{19B4FEDA-15B1-4B31-A1A0-A589522E24D5}" dt="2026-08-18T02:25:16.651" v="1497" actId="26606"/>
          <ac:spMkLst>
            <pc:docMk/>
            <pc:sldMk cId="2056675410" sldId="804"/>
            <ac:spMk id="199" creationId="{928A09A1-F285-3ADF-B660-5D808BA81D5D}"/>
          </ac:spMkLst>
        </pc:spChg>
        <pc:spChg chg="del">
          <ac:chgData name="Clare Kon" userId="8ec0a7e0-97f1-4a41-9e10-98845775cba8" providerId="ADAL" clId="{19B4FEDA-15B1-4B31-A1A0-A589522E24D5}" dt="2026-08-18T02:25:16.651" v="1497" actId="26606"/>
          <ac:spMkLst>
            <pc:docMk/>
            <pc:sldMk cId="2056675410" sldId="804"/>
            <ac:spMk id="201" creationId="{1EFE20BE-1960-3181-3F67-BFF6592CED21}"/>
          </ac:spMkLst>
        </pc:spChg>
        <pc:spChg chg="add">
          <ac:chgData name="Clare Kon" userId="8ec0a7e0-97f1-4a41-9e10-98845775cba8" providerId="ADAL" clId="{19B4FEDA-15B1-4B31-A1A0-A589522E24D5}" dt="2026-08-18T02:25:16.651" v="1497" actId="26606"/>
          <ac:spMkLst>
            <pc:docMk/>
            <pc:sldMk cId="2056675410" sldId="804"/>
            <ac:spMk id="206" creationId="{69373E92-F88D-4F0A-94DF-393703E7DA7D}"/>
          </ac:spMkLst>
        </pc:spChg>
        <pc:spChg chg="add">
          <ac:chgData name="Clare Kon" userId="8ec0a7e0-97f1-4a41-9e10-98845775cba8" providerId="ADAL" clId="{19B4FEDA-15B1-4B31-A1A0-A589522E24D5}" dt="2026-08-18T02:25:16.651" v="1497" actId="26606"/>
          <ac:spMkLst>
            <pc:docMk/>
            <pc:sldMk cId="2056675410" sldId="804"/>
            <ac:spMk id="208" creationId="{C629DAA0-ADF6-43FD-9C99-483F722B56E2}"/>
          </ac:spMkLst>
        </pc:spChg>
        <pc:spChg chg="add">
          <ac:chgData name="Clare Kon" userId="8ec0a7e0-97f1-4a41-9e10-98845775cba8" providerId="ADAL" clId="{19B4FEDA-15B1-4B31-A1A0-A589522E24D5}" dt="2026-08-18T02:25:16.651" v="1497" actId="26606"/>
          <ac:spMkLst>
            <pc:docMk/>
            <pc:sldMk cId="2056675410" sldId="804"/>
            <ac:spMk id="210" creationId="{F32C8C35-BF44-4CFB-9754-81F07C9812A7}"/>
          </ac:spMkLst>
        </pc:spChg>
        <pc:picChg chg="add mod">
          <ac:chgData name="Clare Kon" userId="8ec0a7e0-97f1-4a41-9e10-98845775cba8" providerId="ADAL" clId="{19B4FEDA-15B1-4B31-A1A0-A589522E24D5}" dt="2026-08-18T02:25:16.651" v="1497" actId="26606"/>
          <ac:picMkLst>
            <pc:docMk/>
            <pc:sldMk cId="2056675410" sldId="804"/>
            <ac:picMk id="7" creationId="{88A7C1AE-0CD4-AEFA-514D-527019EDCD91}"/>
          </ac:picMkLst>
        </pc:picChg>
        <pc:picChg chg="del">
          <ac:chgData name="Clare Kon" userId="8ec0a7e0-97f1-4a41-9e10-98845775cba8" providerId="ADAL" clId="{19B4FEDA-15B1-4B31-A1A0-A589522E24D5}" dt="2026-08-18T02:25:03.608" v="1493" actId="478"/>
          <ac:picMkLst>
            <pc:docMk/>
            <pc:sldMk cId="2056675410" sldId="804"/>
            <ac:picMk id="10242" creationId="{70D8FC3C-BF19-D50C-DA1D-6B594B6998B8}"/>
          </ac:picMkLst>
        </pc:picChg>
      </pc:sldChg>
      <pc:sldChg chg="new del">
        <pc:chgData name="Clare Kon" userId="8ec0a7e0-97f1-4a41-9e10-98845775cba8" providerId="ADAL" clId="{19B4FEDA-15B1-4B31-A1A0-A589522E24D5}" dt="2026-08-18T02:28:04.132" v="1609" actId="47"/>
        <pc:sldMkLst>
          <pc:docMk/>
          <pc:sldMk cId="1133395739" sldId="805"/>
        </pc:sldMkLst>
      </pc:sldChg>
      <pc:sldChg chg="add del">
        <pc:chgData name="Clare Kon" userId="8ec0a7e0-97f1-4a41-9e10-98845775cba8" providerId="ADAL" clId="{19B4FEDA-15B1-4B31-A1A0-A589522E24D5}" dt="2026-08-18T02:28:07.350" v="1610" actId="47"/>
        <pc:sldMkLst>
          <pc:docMk/>
          <pc:sldMk cId="77622792" sldId="806"/>
        </pc:sldMkLst>
      </pc:sldChg>
      <pc:sldChg chg="modSp add mod ord">
        <pc:chgData name="Clare Kon" userId="8ec0a7e0-97f1-4a41-9e10-98845775cba8" providerId="ADAL" clId="{19B4FEDA-15B1-4B31-A1A0-A589522E24D5}" dt="2026-08-18T02:31:13.060" v="1691" actId="20577"/>
        <pc:sldMkLst>
          <pc:docMk/>
          <pc:sldMk cId="1521955693" sldId="807"/>
        </pc:sldMkLst>
        <pc:spChg chg="mod">
          <ac:chgData name="Clare Kon" userId="8ec0a7e0-97f1-4a41-9e10-98845775cba8" providerId="ADAL" clId="{19B4FEDA-15B1-4B31-A1A0-A589522E24D5}" dt="2026-08-18T02:31:13.060" v="1691" actId="20577"/>
          <ac:spMkLst>
            <pc:docMk/>
            <pc:sldMk cId="1521955693" sldId="807"/>
            <ac:spMk id="2" creationId="{5DA084A7-E178-B894-DB88-C6C61E7C0E3F}"/>
          </ac:spMkLst>
        </pc:spChg>
        <pc:spChg chg="mod">
          <ac:chgData name="Clare Kon" userId="8ec0a7e0-97f1-4a41-9e10-98845775cba8" providerId="ADAL" clId="{19B4FEDA-15B1-4B31-A1A0-A589522E24D5}" dt="2026-08-18T02:31:03.839" v="1688" actId="20577"/>
          <ac:spMkLst>
            <pc:docMk/>
            <pc:sldMk cId="1521955693" sldId="807"/>
            <ac:spMk id="6" creationId="{CF3C0C7F-C34A-FE19-B266-0A7BC8F6F7F1}"/>
          </ac:spMkLst>
        </pc:spChg>
      </pc:sldChg>
      <pc:sldChg chg="addSp delSp modSp new mod setBg">
        <pc:chgData name="Clare Kon" userId="8ec0a7e0-97f1-4a41-9e10-98845775cba8" providerId="ADAL" clId="{19B4FEDA-15B1-4B31-A1A0-A589522E24D5}" dt="2026-08-18T02:44:46.726" v="1886" actId="170"/>
        <pc:sldMkLst>
          <pc:docMk/>
          <pc:sldMk cId="3996156355" sldId="808"/>
        </pc:sldMkLst>
        <pc:spChg chg="mod ord">
          <ac:chgData name="Clare Kon" userId="8ec0a7e0-97f1-4a41-9e10-98845775cba8" providerId="ADAL" clId="{19B4FEDA-15B1-4B31-A1A0-A589522E24D5}" dt="2026-08-18T02:44:34.847" v="1883" actId="26606"/>
          <ac:spMkLst>
            <pc:docMk/>
            <pc:sldMk cId="3996156355" sldId="808"/>
            <ac:spMk id="2" creationId="{D84FD5F9-2039-67D6-7483-0EB443B826F8}"/>
          </ac:spMkLst>
        </pc:spChg>
        <pc:spChg chg="add mod">
          <ac:chgData name="Clare Kon" userId="8ec0a7e0-97f1-4a41-9e10-98845775cba8" providerId="ADAL" clId="{19B4FEDA-15B1-4B31-A1A0-A589522E24D5}" dt="2026-08-18T02:44:34.847" v="1883" actId="26606"/>
          <ac:spMkLst>
            <pc:docMk/>
            <pc:sldMk cId="3996156355" sldId="808"/>
            <ac:spMk id="5" creationId="{0E03489E-5A67-74EC-4C0A-1C9066087C04}"/>
          </ac:spMkLst>
        </pc:spChg>
        <pc:spChg chg="add del">
          <ac:chgData name="Clare Kon" userId="8ec0a7e0-97f1-4a41-9e10-98845775cba8" providerId="ADAL" clId="{19B4FEDA-15B1-4B31-A1A0-A589522E24D5}" dt="2026-08-18T02:44:34.847" v="1883" actId="26606"/>
          <ac:spMkLst>
            <pc:docMk/>
            <pc:sldMk cId="3996156355" sldId="808"/>
            <ac:spMk id="11" creationId="{B3875682-0790-427D-9A23-4B7265F0FA54}"/>
          </ac:spMkLst>
        </pc:spChg>
        <pc:spChg chg="add del">
          <ac:chgData name="Clare Kon" userId="8ec0a7e0-97f1-4a41-9e10-98845775cba8" providerId="ADAL" clId="{19B4FEDA-15B1-4B31-A1A0-A589522E24D5}" dt="2026-08-18T02:44:34.847" v="1883" actId="26606"/>
          <ac:spMkLst>
            <pc:docMk/>
            <pc:sldMk cId="3996156355" sldId="808"/>
            <ac:spMk id="13" creationId="{6EDE4AAE-4785-4EA7-95DB-45200F5B8096}"/>
          </ac:spMkLst>
        </pc:spChg>
        <pc:spChg chg="add del">
          <ac:chgData name="Clare Kon" userId="8ec0a7e0-97f1-4a41-9e10-98845775cba8" providerId="ADAL" clId="{19B4FEDA-15B1-4B31-A1A0-A589522E24D5}" dt="2026-08-18T02:44:34.847" v="1883" actId="26606"/>
          <ac:spMkLst>
            <pc:docMk/>
            <pc:sldMk cId="3996156355" sldId="808"/>
            <ac:spMk id="15" creationId="{EB8AA617-0537-4ED7-91B6-66511A647507}"/>
          </ac:spMkLst>
        </pc:spChg>
        <pc:spChg chg="add del">
          <ac:chgData name="Clare Kon" userId="8ec0a7e0-97f1-4a41-9e10-98845775cba8" providerId="ADAL" clId="{19B4FEDA-15B1-4B31-A1A0-A589522E24D5}" dt="2026-08-18T02:44:34.847" v="1883" actId="26606"/>
          <ac:spMkLst>
            <pc:docMk/>
            <pc:sldMk cId="3996156355" sldId="808"/>
            <ac:spMk id="17" creationId="{C2E8BF1F-CE61-45C5-92AC-552D23176C03}"/>
          </ac:spMkLst>
        </pc:spChg>
        <pc:picChg chg="add mod ord">
          <ac:chgData name="Clare Kon" userId="8ec0a7e0-97f1-4a41-9e10-98845775cba8" providerId="ADAL" clId="{19B4FEDA-15B1-4B31-A1A0-A589522E24D5}" dt="2026-08-18T02:44:46.726" v="1886" actId="170"/>
          <ac:picMkLst>
            <pc:docMk/>
            <pc:sldMk cId="3996156355" sldId="808"/>
            <ac:picMk id="3" creationId="{CD0434C1-EDDA-90C3-8D67-B61B15BA216E}"/>
          </ac:picMkLst>
        </pc:picChg>
        <pc:picChg chg="add mod">
          <ac:chgData name="Clare Kon" userId="8ec0a7e0-97f1-4a41-9e10-98845775cba8" providerId="ADAL" clId="{19B4FEDA-15B1-4B31-A1A0-A589522E24D5}" dt="2026-08-18T02:44:34.847" v="1883" actId="26606"/>
          <ac:picMkLst>
            <pc:docMk/>
            <pc:sldMk cId="3996156355" sldId="808"/>
            <ac:picMk id="6" creationId="{0E84675A-75CA-83E7-4788-F8B2AA9FA191}"/>
          </ac:picMkLst>
        </pc:picChg>
      </pc:sldChg>
      <pc:sldChg chg="addSp delSp modSp new mod setBg">
        <pc:chgData name="Clare Kon" userId="8ec0a7e0-97f1-4a41-9e10-98845775cba8" providerId="ADAL" clId="{19B4FEDA-15B1-4B31-A1A0-A589522E24D5}" dt="2026-08-18T02:55:50.807" v="1984" actId="1076"/>
        <pc:sldMkLst>
          <pc:docMk/>
          <pc:sldMk cId="1028040968" sldId="809"/>
        </pc:sldMkLst>
        <pc:spChg chg="mod ord">
          <ac:chgData name="Clare Kon" userId="8ec0a7e0-97f1-4a41-9e10-98845775cba8" providerId="ADAL" clId="{19B4FEDA-15B1-4B31-A1A0-A589522E24D5}" dt="2026-08-18T02:47:37.910" v="1890" actId="26606"/>
          <ac:spMkLst>
            <pc:docMk/>
            <pc:sldMk cId="1028040968" sldId="809"/>
            <ac:spMk id="2" creationId="{799F1B66-D6F8-83F1-E23A-F97B21DF33E7}"/>
          </ac:spMkLst>
        </pc:spChg>
        <pc:spChg chg="add mod">
          <ac:chgData name="Clare Kon" userId="8ec0a7e0-97f1-4a41-9e10-98845775cba8" providerId="ADAL" clId="{19B4FEDA-15B1-4B31-A1A0-A589522E24D5}" dt="2026-08-18T02:55:45.788" v="1983" actId="14100"/>
          <ac:spMkLst>
            <pc:docMk/>
            <pc:sldMk cId="1028040968" sldId="809"/>
            <ac:spMk id="4" creationId="{2400F1D1-CA6D-0C81-3EC2-BBB5F38C4FD8}"/>
          </ac:spMkLst>
        </pc:spChg>
        <pc:spChg chg="add">
          <ac:chgData name="Clare Kon" userId="8ec0a7e0-97f1-4a41-9e10-98845775cba8" providerId="ADAL" clId="{19B4FEDA-15B1-4B31-A1A0-A589522E24D5}" dt="2026-08-18T02:47:37.910" v="1890" actId="26606"/>
          <ac:spMkLst>
            <pc:docMk/>
            <pc:sldMk cId="1028040968" sldId="809"/>
            <ac:spMk id="8" creationId="{2ABBB681-F4D2-40F2-ACC3-DE0B4B4880EF}"/>
          </ac:spMkLst>
        </pc:spChg>
        <pc:spChg chg="add">
          <ac:chgData name="Clare Kon" userId="8ec0a7e0-97f1-4a41-9e10-98845775cba8" providerId="ADAL" clId="{19B4FEDA-15B1-4B31-A1A0-A589522E24D5}" dt="2026-08-18T02:47:37.910" v="1890" actId="26606"/>
          <ac:spMkLst>
            <pc:docMk/>
            <pc:sldMk cId="1028040968" sldId="809"/>
            <ac:spMk id="10" creationId="{09388ED0-1FEF-4E11-B488-BD661D1AC1A6}"/>
          </ac:spMkLst>
        </pc:spChg>
        <pc:picChg chg="add del mod">
          <ac:chgData name="Clare Kon" userId="8ec0a7e0-97f1-4a41-9e10-98845775cba8" providerId="ADAL" clId="{19B4FEDA-15B1-4B31-A1A0-A589522E24D5}" dt="2026-08-18T02:55:00.089" v="1974" actId="478"/>
          <ac:picMkLst>
            <pc:docMk/>
            <pc:sldMk cId="1028040968" sldId="809"/>
            <ac:picMk id="3" creationId="{AE12A30D-BC7E-EAA5-2A54-58350EFFB2B6}"/>
          </ac:picMkLst>
        </pc:picChg>
        <pc:picChg chg="add mod">
          <ac:chgData name="Clare Kon" userId="8ec0a7e0-97f1-4a41-9e10-98845775cba8" providerId="ADAL" clId="{19B4FEDA-15B1-4B31-A1A0-A589522E24D5}" dt="2026-08-18T02:55:50.807" v="1984" actId="1076"/>
          <ac:picMkLst>
            <pc:docMk/>
            <pc:sldMk cId="1028040968" sldId="809"/>
            <ac:picMk id="5" creationId="{F3AC0C4C-DA30-998F-74F1-85923A36F7E7}"/>
          </ac:picMkLst>
        </pc:picChg>
      </pc:sldChg>
      <pc:sldChg chg="addSp modSp new mod modClrScheme chgLayout">
        <pc:chgData name="Clare Kon" userId="8ec0a7e0-97f1-4a41-9e10-98845775cba8" providerId="ADAL" clId="{19B4FEDA-15B1-4B31-A1A0-A589522E24D5}" dt="2026-08-18T02:50:50.520" v="1930" actId="20577"/>
        <pc:sldMkLst>
          <pc:docMk/>
          <pc:sldMk cId="843989" sldId="810"/>
        </pc:sldMkLst>
        <pc:spChg chg="mod ord">
          <ac:chgData name="Clare Kon" userId="8ec0a7e0-97f1-4a41-9e10-98845775cba8" providerId="ADAL" clId="{19B4FEDA-15B1-4B31-A1A0-A589522E24D5}" dt="2026-08-18T02:50:31.615" v="1892" actId="700"/>
          <ac:spMkLst>
            <pc:docMk/>
            <pc:sldMk cId="843989" sldId="810"/>
            <ac:spMk id="2" creationId="{210E9E00-B032-3D60-CF84-96399D425A8A}"/>
          </ac:spMkLst>
        </pc:spChg>
        <pc:spChg chg="add mod ord">
          <ac:chgData name="Clare Kon" userId="8ec0a7e0-97f1-4a41-9e10-98845775cba8" providerId="ADAL" clId="{19B4FEDA-15B1-4B31-A1A0-A589522E24D5}" dt="2026-08-18T02:50:44.024" v="1928" actId="20577"/>
          <ac:spMkLst>
            <pc:docMk/>
            <pc:sldMk cId="843989" sldId="810"/>
            <ac:spMk id="3" creationId="{116275B6-5BEC-1749-01C5-25E6AECC299E}"/>
          </ac:spMkLst>
        </pc:spChg>
        <pc:spChg chg="add mod ord">
          <ac:chgData name="Clare Kon" userId="8ec0a7e0-97f1-4a41-9e10-98845775cba8" providerId="ADAL" clId="{19B4FEDA-15B1-4B31-A1A0-A589522E24D5}" dt="2026-08-18T02:50:50.520" v="1930" actId="20577"/>
          <ac:spMkLst>
            <pc:docMk/>
            <pc:sldMk cId="843989" sldId="810"/>
            <ac:spMk id="4" creationId="{A2A9B0DF-5830-3AC6-8528-F940D1510859}"/>
          </ac:spMkLst>
        </pc:spChg>
      </pc:sldChg>
      <pc:sldChg chg="addSp modSp new mod modClrScheme chgLayout">
        <pc:chgData name="Clare Kon" userId="8ec0a7e0-97f1-4a41-9e10-98845775cba8" providerId="ADAL" clId="{19B4FEDA-15B1-4B31-A1A0-A589522E24D5}" dt="2026-08-18T02:58:17.391" v="2104" actId="20577"/>
        <pc:sldMkLst>
          <pc:docMk/>
          <pc:sldMk cId="1653637785" sldId="811"/>
        </pc:sldMkLst>
        <pc:spChg chg="mod ord">
          <ac:chgData name="Clare Kon" userId="8ec0a7e0-97f1-4a41-9e10-98845775cba8" providerId="ADAL" clId="{19B4FEDA-15B1-4B31-A1A0-A589522E24D5}" dt="2026-08-18T02:57:58.076" v="2037" actId="700"/>
          <ac:spMkLst>
            <pc:docMk/>
            <pc:sldMk cId="1653637785" sldId="811"/>
            <ac:spMk id="2" creationId="{94464EA1-8B7E-545F-EBB7-6FA4F614B5E4}"/>
          </ac:spMkLst>
        </pc:spChg>
        <pc:spChg chg="add mod ord">
          <ac:chgData name="Clare Kon" userId="8ec0a7e0-97f1-4a41-9e10-98845775cba8" providerId="ADAL" clId="{19B4FEDA-15B1-4B31-A1A0-A589522E24D5}" dt="2026-08-18T02:58:02.814" v="2056" actId="20577"/>
          <ac:spMkLst>
            <pc:docMk/>
            <pc:sldMk cId="1653637785" sldId="811"/>
            <ac:spMk id="3" creationId="{638F7688-9FE2-21F7-FBD9-42018A7ED819}"/>
          </ac:spMkLst>
        </pc:spChg>
        <pc:spChg chg="add mod ord">
          <ac:chgData name="Clare Kon" userId="8ec0a7e0-97f1-4a41-9e10-98845775cba8" providerId="ADAL" clId="{19B4FEDA-15B1-4B31-A1A0-A589522E24D5}" dt="2026-08-18T02:58:17.391" v="2104" actId="20577"/>
          <ac:spMkLst>
            <pc:docMk/>
            <pc:sldMk cId="1653637785" sldId="811"/>
            <ac:spMk id="4" creationId="{446303A2-E08E-F477-E854-527E2A83CE35}"/>
          </ac:spMkLst>
        </pc:spChg>
      </pc:sldChg>
      <pc:sldChg chg="addSp delSp modSp add mod modClrScheme chgLayout">
        <pc:chgData name="Clare Kon" userId="8ec0a7e0-97f1-4a41-9e10-98845775cba8" providerId="ADAL" clId="{19B4FEDA-15B1-4B31-A1A0-A589522E24D5}" dt="2026-08-18T03:09:34.220" v="2254" actId="20577"/>
        <pc:sldMkLst>
          <pc:docMk/>
          <pc:sldMk cId="460371003" sldId="812"/>
        </pc:sldMkLst>
        <pc:spChg chg="del">
          <ac:chgData name="Clare Kon" userId="8ec0a7e0-97f1-4a41-9e10-98845775cba8" providerId="ADAL" clId="{19B4FEDA-15B1-4B31-A1A0-A589522E24D5}" dt="2026-08-18T03:06:35.197" v="2179" actId="700"/>
          <ac:spMkLst>
            <pc:docMk/>
            <pc:sldMk cId="460371003" sldId="812"/>
            <ac:spMk id="2" creationId="{F6390844-B611-7A9A-0EB1-5ACE022F0F49}"/>
          </ac:spMkLst>
        </pc:spChg>
        <pc:spChg chg="mod">
          <ac:chgData name="Clare Kon" userId="8ec0a7e0-97f1-4a41-9e10-98845775cba8" providerId="ADAL" clId="{19B4FEDA-15B1-4B31-A1A0-A589522E24D5}" dt="2026-08-18T03:07:20.194" v="2189" actId="207"/>
          <ac:spMkLst>
            <pc:docMk/>
            <pc:sldMk cId="460371003" sldId="812"/>
            <ac:spMk id="95" creationId="{803F9FA5-F9A4-7BA5-E8B4-94941F3FA0C5}"/>
          </ac:spMkLst>
        </pc:spChg>
        <pc:spChg chg="mod">
          <ac:chgData name="Clare Kon" userId="8ec0a7e0-97f1-4a41-9e10-98845775cba8" providerId="ADAL" clId="{19B4FEDA-15B1-4B31-A1A0-A589522E24D5}" dt="2026-08-18T03:06:54.462" v="2184" actId="403"/>
          <ac:spMkLst>
            <pc:docMk/>
            <pc:sldMk cId="460371003" sldId="812"/>
            <ac:spMk id="96" creationId="{C488BE21-15EB-C9AD-1982-7917B94BD720}"/>
          </ac:spMkLst>
        </pc:spChg>
        <pc:spChg chg="mod">
          <ac:chgData name="Clare Kon" userId="8ec0a7e0-97f1-4a41-9e10-98845775cba8" providerId="ADAL" clId="{19B4FEDA-15B1-4B31-A1A0-A589522E24D5}" dt="2026-08-18T03:07:44.201" v="2196" actId="207"/>
          <ac:spMkLst>
            <pc:docMk/>
            <pc:sldMk cId="460371003" sldId="812"/>
            <ac:spMk id="97" creationId="{14E02A00-5354-490E-9237-7761B077D3F1}"/>
          </ac:spMkLst>
        </pc:spChg>
        <pc:spChg chg="mod">
          <ac:chgData name="Clare Kon" userId="8ec0a7e0-97f1-4a41-9e10-98845775cba8" providerId="ADAL" clId="{19B4FEDA-15B1-4B31-A1A0-A589522E24D5}" dt="2026-08-18T03:08:05.443" v="2205" actId="14100"/>
          <ac:spMkLst>
            <pc:docMk/>
            <pc:sldMk cId="460371003" sldId="812"/>
            <ac:spMk id="98" creationId="{935FACCD-FFCE-87DD-2597-A61229A059E8}"/>
          </ac:spMkLst>
        </pc:spChg>
        <pc:spChg chg="mod">
          <ac:chgData name="Clare Kon" userId="8ec0a7e0-97f1-4a41-9e10-98845775cba8" providerId="ADAL" clId="{19B4FEDA-15B1-4B31-A1A0-A589522E24D5}" dt="2026-08-18T03:08:19.436" v="2210" actId="403"/>
          <ac:spMkLst>
            <pc:docMk/>
            <pc:sldMk cId="460371003" sldId="812"/>
            <ac:spMk id="99" creationId="{FCD6D61B-C7A0-3F4C-DBDB-0AB64EFB5BC3}"/>
          </ac:spMkLst>
        </pc:spChg>
        <pc:spChg chg="mod">
          <ac:chgData name="Clare Kon" userId="8ec0a7e0-97f1-4a41-9e10-98845775cba8" providerId="ADAL" clId="{19B4FEDA-15B1-4B31-A1A0-A589522E24D5}" dt="2026-08-18T03:08:43.753" v="2217" actId="1076"/>
          <ac:spMkLst>
            <pc:docMk/>
            <pc:sldMk cId="460371003" sldId="812"/>
            <ac:spMk id="100" creationId="{7D55D83C-9CD5-7C69-0C49-9A14E9FEC789}"/>
          </ac:spMkLst>
        </pc:spChg>
        <pc:spChg chg="mod">
          <ac:chgData name="Clare Kon" userId="8ec0a7e0-97f1-4a41-9e10-98845775cba8" providerId="ADAL" clId="{19B4FEDA-15B1-4B31-A1A0-A589522E24D5}" dt="2026-08-18T03:09:34.220" v="2254" actId="20577"/>
          <ac:spMkLst>
            <pc:docMk/>
            <pc:sldMk cId="460371003" sldId="812"/>
            <ac:spMk id="104" creationId="{D16BA773-9442-D85E-BD06-E73D250E1961}"/>
          </ac:spMkLst>
        </pc:spChg>
        <pc:picChg chg="add mod">
          <ac:chgData name="Clare Kon" userId="8ec0a7e0-97f1-4a41-9e10-98845775cba8" providerId="ADAL" clId="{19B4FEDA-15B1-4B31-A1A0-A589522E24D5}" dt="2026-08-18T03:09:12.316" v="2223" actId="14100"/>
          <ac:picMkLst>
            <pc:docMk/>
            <pc:sldMk cId="460371003" sldId="812"/>
            <ac:picMk id="4" creationId="{FC7B39D4-83E0-02D6-AF32-4759A46972FA}"/>
          </ac:picMkLst>
        </pc:picChg>
        <pc:picChg chg="mod">
          <ac:chgData name="Clare Kon" userId="8ec0a7e0-97f1-4a41-9e10-98845775cba8" providerId="ADAL" clId="{19B4FEDA-15B1-4B31-A1A0-A589522E24D5}" dt="2026-08-18T03:07:06.203" v="2186" actId="14100"/>
          <ac:picMkLst>
            <pc:docMk/>
            <pc:sldMk cId="460371003" sldId="812"/>
            <ac:picMk id="92" creationId="{60079B52-A3A8-C497-101E-EB152633072C}"/>
          </ac:picMkLst>
        </pc:picChg>
        <pc:picChg chg="mod">
          <ac:chgData name="Clare Kon" userId="8ec0a7e0-97f1-4a41-9e10-98845775cba8" providerId="ADAL" clId="{19B4FEDA-15B1-4B31-A1A0-A589522E24D5}" dt="2026-08-18T03:07:48.730" v="2197" actId="14100"/>
          <ac:picMkLst>
            <pc:docMk/>
            <pc:sldMk cId="460371003" sldId="812"/>
            <ac:picMk id="93" creationId="{02EE8B93-1987-ED80-F589-788D30632FE1}"/>
          </ac:picMkLst>
        </pc:picChg>
        <pc:picChg chg="mod">
          <ac:chgData name="Clare Kon" userId="8ec0a7e0-97f1-4a41-9e10-98845775cba8" providerId="ADAL" clId="{19B4FEDA-15B1-4B31-A1A0-A589522E24D5}" dt="2026-08-18T03:08:24.605" v="2211" actId="14100"/>
          <ac:picMkLst>
            <pc:docMk/>
            <pc:sldMk cId="460371003" sldId="812"/>
            <ac:picMk id="94" creationId="{02B6B10D-D7D9-4E3A-F5FF-4F97D3CD4B50}"/>
          </ac:picMkLst>
        </pc:picChg>
      </pc:sldChg>
      <pc:sldChg chg="addSp delSp modSp new mod setBg setClrOvrMap">
        <pc:chgData name="Clare Kon" userId="8ec0a7e0-97f1-4a41-9e10-98845775cba8" providerId="ADAL" clId="{19B4FEDA-15B1-4B31-A1A0-A589522E24D5}" dt="2026-08-18T03:13:18.507" v="2305" actId="26606"/>
        <pc:sldMkLst>
          <pc:docMk/>
          <pc:sldMk cId="3044460599" sldId="813"/>
        </pc:sldMkLst>
        <pc:spChg chg="mod ord">
          <ac:chgData name="Clare Kon" userId="8ec0a7e0-97f1-4a41-9e10-98845775cba8" providerId="ADAL" clId="{19B4FEDA-15B1-4B31-A1A0-A589522E24D5}" dt="2026-08-18T03:13:18.507" v="2305" actId="26606"/>
          <ac:spMkLst>
            <pc:docMk/>
            <pc:sldMk cId="3044460599" sldId="813"/>
            <ac:spMk id="2" creationId="{C2D958B9-7597-271A-CE46-B0BFF46F041D}"/>
          </ac:spMkLst>
        </pc:spChg>
        <pc:spChg chg="add mod">
          <ac:chgData name="Clare Kon" userId="8ec0a7e0-97f1-4a41-9e10-98845775cba8" providerId="ADAL" clId="{19B4FEDA-15B1-4B31-A1A0-A589522E24D5}" dt="2026-08-18T03:13:18.507" v="2305" actId="26606"/>
          <ac:spMkLst>
            <pc:docMk/>
            <pc:sldMk cId="3044460599" sldId="813"/>
            <ac:spMk id="5" creationId="{A2939023-E91B-1E87-4561-132B4A299FCC}"/>
          </ac:spMkLst>
        </pc:spChg>
        <pc:spChg chg="add del">
          <ac:chgData name="Clare Kon" userId="8ec0a7e0-97f1-4a41-9e10-98845775cba8" providerId="ADAL" clId="{19B4FEDA-15B1-4B31-A1A0-A589522E24D5}" dt="2026-08-18T03:13:14.638" v="2302" actId="26606"/>
          <ac:spMkLst>
            <pc:docMk/>
            <pc:sldMk cId="3044460599" sldId="813"/>
            <ac:spMk id="10" creationId="{8FDAC42E-BF0D-4839-97E1-4C20C17CF9BA}"/>
          </ac:spMkLst>
        </pc:spChg>
        <pc:spChg chg="add del">
          <ac:chgData name="Clare Kon" userId="8ec0a7e0-97f1-4a41-9e10-98845775cba8" providerId="ADAL" clId="{19B4FEDA-15B1-4B31-A1A0-A589522E24D5}" dt="2026-08-18T03:13:14.638" v="2302" actId="26606"/>
          <ac:spMkLst>
            <pc:docMk/>
            <pc:sldMk cId="3044460599" sldId="813"/>
            <ac:spMk id="12" creationId="{81635E03-D54F-455F-A5AF-685FFBF3B5EF}"/>
          </ac:spMkLst>
        </pc:spChg>
        <pc:spChg chg="add del">
          <ac:chgData name="Clare Kon" userId="8ec0a7e0-97f1-4a41-9e10-98845775cba8" providerId="ADAL" clId="{19B4FEDA-15B1-4B31-A1A0-A589522E24D5}" dt="2026-08-18T03:13:18.474" v="2304" actId="26606"/>
          <ac:spMkLst>
            <pc:docMk/>
            <pc:sldMk cId="3044460599" sldId="813"/>
            <ac:spMk id="14" creationId="{21EF52E4-EF5D-433B-909A-76D4D87B286F}"/>
          </ac:spMkLst>
        </pc:spChg>
        <pc:spChg chg="add del">
          <ac:chgData name="Clare Kon" userId="8ec0a7e0-97f1-4a41-9e10-98845775cba8" providerId="ADAL" clId="{19B4FEDA-15B1-4B31-A1A0-A589522E24D5}" dt="2026-08-18T03:13:18.474" v="2304" actId="26606"/>
          <ac:spMkLst>
            <pc:docMk/>
            <pc:sldMk cId="3044460599" sldId="813"/>
            <ac:spMk id="15" creationId="{C26DC629-CCE0-4055-A701-869C1250F0D6}"/>
          </ac:spMkLst>
        </pc:spChg>
        <pc:spChg chg="add">
          <ac:chgData name="Clare Kon" userId="8ec0a7e0-97f1-4a41-9e10-98845775cba8" providerId="ADAL" clId="{19B4FEDA-15B1-4B31-A1A0-A589522E24D5}" dt="2026-08-18T03:13:18.507" v="2305" actId="26606"/>
          <ac:spMkLst>
            <pc:docMk/>
            <pc:sldMk cId="3044460599" sldId="813"/>
            <ac:spMk id="17" creationId="{8FDAC42E-BF0D-4839-97E1-4C20C17CF9BA}"/>
          </ac:spMkLst>
        </pc:spChg>
        <pc:spChg chg="add">
          <ac:chgData name="Clare Kon" userId="8ec0a7e0-97f1-4a41-9e10-98845775cba8" providerId="ADAL" clId="{19B4FEDA-15B1-4B31-A1A0-A589522E24D5}" dt="2026-08-18T03:13:18.507" v="2305" actId="26606"/>
          <ac:spMkLst>
            <pc:docMk/>
            <pc:sldMk cId="3044460599" sldId="813"/>
            <ac:spMk id="18" creationId="{81635E03-D54F-455F-A5AF-685FFBF3B5EF}"/>
          </ac:spMkLst>
        </pc:spChg>
        <pc:picChg chg="add mod">
          <ac:chgData name="Clare Kon" userId="8ec0a7e0-97f1-4a41-9e10-98845775cba8" providerId="ADAL" clId="{19B4FEDA-15B1-4B31-A1A0-A589522E24D5}" dt="2026-08-18T03:13:18.507" v="2305" actId="26606"/>
          <ac:picMkLst>
            <pc:docMk/>
            <pc:sldMk cId="3044460599" sldId="813"/>
            <ac:picMk id="4" creationId="{6A00614F-796E-3C15-B2C5-E361C038EA6D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A10579-5A8D-4EA7-93BF-8A7F307EDB48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E55F806-4FD8-4FF2-AB64-8C5F82FF91D3}">
      <dgm:prSet/>
      <dgm:spPr/>
      <dgm:t>
        <a:bodyPr/>
        <a:lstStyle/>
        <a:p>
          <a:r>
            <a:rPr lang="en-AU" dirty="0"/>
            <a:t>Key challenges </a:t>
          </a:r>
          <a:endParaRPr lang="en-US" dirty="0"/>
        </a:p>
      </dgm:t>
    </dgm:pt>
    <dgm:pt modelId="{F51C2DEC-CA1C-476E-89E9-9DCDBC197B96}" type="parTrans" cxnId="{19B21D5A-7F14-4E94-83A7-4798C477848C}">
      <dgm:prSet/>
      <dgm:spPr/>
      <dgm:t>
        <a:bodyPr/>
        <a:lstStyle/>
        <a:p>
          <a:endParaRPr lang="en-US"/>
        </a:p>
      </dgm:t>
    </dgm:pt>
    <dgm:pt modelId="{8608624D-4D69-4056-85FA-2D64D6B76C71}" type="sibTrans" cxnId="{19B21D5A-7F14-4E94-83A7-4798C477848C}">
      <dgm:prSet/>
      <dgm:spPr/>
      <dgm:t>
        <a:bodyPr/>
        <a:lstStyle/>
        <a:p>
          <a:endParaRPr lang="en-US"/>
        </a:p>
      </dgm:t>
    </dgm:pt>
    <dgm:pt modelId="{0DFC289A-DDA0-48E0-806C-F586A35DE129}">
      <dgm:prSet/>
      <dgm:spPr/>
      <dgm:t>
        <a:bodyPr/>
        <a:lstStyle/>
        <a:p>
          <a:r>
            <a:rPr lang="en-AU" dirty="0"/>
            <a:t>Income Inequality </a:t>
          </a:r>
          <a:endParaRPr lang="en-US" dirty="0"/>
        </a:p>
      </dgm:t>
    </dgm:pt>
    <dgm:pt modelId="{C03CC37F-2560-4940-89AE-56E4A5FFD249}" type="parTrans" cxnId="{93F2F1C4-D590-410E-9F2A-BC79A3450358}">
      <dgm:prSet/>
      <dgm:spPr/>
      <dgm:t>
        <a:bodyPr/>
        <a:lstStyle/>
        <a:p>
          <a:endParaRPr lang="en-US"/>
        </a:p>
      </dgm:t>
    </dgm:pt>
    <dgm:pt modelId="{AA8A1F5E-843F-4EBF-89BB-12CB38EBDFB0}" type="sibTrans" cxnId="{93F2F1C4-D590-410E-9F2A-BC79A3450358}">
      <dgm:prSet/>
      <dgm:spPr/>
      <dgm:t>
        <a:bodyPr/>
        <a:lstStyle/>
        <a:p>
          <a:endParaRPr lang="en-US"/>
        </a:p>
      </dgm:t>
    </dgm:pt>
    <dgm:pt modelId="{8A17A108-C6F2-4DEA-B20D-0072BA0FFBB3}">
      <dgm:prSet/>
      <dgm:spPr/>
      <dgm:t>
        <a:bodyPr/>
        <a:lstStyle/>
        <a:p>
          <a:r>
            <a:rPr lang="en-AU" dirty="0"/>
            <a:t>Environment and climate change </a:t>
          </a:r>
          <a:endParaRPr lang="en-US" dirty="0"/>
        </a:p>
      </dgm:t>
    </dgm:pt>
    <dgm:pt modelId="{35E4422F-BCE2-45D5-8FC7-94BE8AEC8337}" type="parTrans" cxnId="{75088115-AD66-44D9-A701-135E37B50C77}">
      <dgm:prSet/>
      <dgm:spPr/>
      <dgm:t>
        <a:bodyPr/>
        <a:lstStyle/>
        <a:p>
          <a:endParaRPr lang="en-US"/>
        </a:p>
      </dgm:t>
    </dgm:pt>
    <dgm:pt modelId="{D8B1EA93-7B57-459C-B117-CC3E462C7CCE}" type="sibTrans" cxnId="{75088115-AD66-44D9-A701-135E37B50C77}">
      <dgm:prSet/>
      <dgm:spPr/>
      <dgm:t>
        <a:bodyPr/>
        <a:lstStyle/>
        <a:p>
          <a:endParaRPr lang="en-US"/>
        </a:p>
      </dgm:t>
    </dgm:pt>
    <dgm:pt modelId="{50902E90-AE68-476B-BC4A-2F6B493E9DDA}">
      <dgm:prSet/>
      <dgm:spPr/>
      <dgm:t>
        <a:bodyPr/>
        <a:lstStyle/>
        <a:p>
          <a:r>
            <a:rPr lang="en-AU" dirty="0"/>
            <a:t>Future </a:t>
          </a:r>
          <a:endParaRPr lang="en-US" dirty="0"/>
        </a:p>
      </dgm:t>
    </dgm:pt>
    <dgm:pt modelId="{9689ADD1-E047-416B-A25E-7BC14D34BF68}" type="parTrans" cxnId="{16E7C776-9D41-45DC-9976-251DA6BD06FA}">
      <dgm:prSet/>
      <dgm:spPr/>
      <dgm:t>
        <a:bodyPr/>
        <a:lstStyle/>
        <a:p>
          <a:endParaRPr lang="en-US"/>
        </a:p>
      </dgm:t>
    </dgm:pt>
    <dgm:pt modelId="{A4B11FDD-974E-41CD-AD27-8264D89C9603}" type="sibTrans" cxnId="{16E7C776-9D41-45DC-9976-251DA6BD06FA}">
      <dgm:prSet/>
      <dgm:spPr/>
      <dgm:t>
        <a:bodyPr/>
        <a:lstStyle/>
        <a:p>
          <a:endParaRPr lang="en-US"/>
        </a:p>
      </dgm:t>
    </dgm:pt>
    <dgm:pt modelId="{EE3F7480-BD6E-417B-84C1-E9701682BD55}">
      <dgm:prSet/>
      <dgm:spPr/>
      <dgm:t>
        <a:bodyPr/>
        <a:lstStyle/>
        <a:p>
          <a:r>
            <a:rPr lang="en-US" dirty="0"/>
            <a:t>Aging population </a:t>
          </a:r>
        </a:p>
      </dgm:t>
    </dgm:pt>
    <dgm:pt modelId="{18F8D92C-F42E-483E-9538-06F3A316B430}" type="parTrans" cxnId="{3BDB0009-6932-48C3-9924-233A4FBD6D0B}">
      <dgm:prSet/>
      <dgm:spPr/>
      <dgm:t>
        <a:bodyPr/>
        <a:lstStyle/>
        <a:p>
          <a:endParaRPr lang="en-GB"/>
        </a:p>
      </dgm:t>
    </dgm:pt>
    <dgm:pt modelId="{05289ACE-8000-4AE2-B8B1-F8C311612179}" type="sibTrans" cxnId="{3BDB0009-6932-48C3-9924-233A4FBD6D0B}">
      <dgm:prSet/>
      <dgm:spPr/>
      <dgm:t>
        <a:bodyPr/>
        <a:lstStyle/>
        <a:p>
          <a:endParaRPr lang="en-GB"/>
        </a:p>
      </dgm:t>
    </dgm:pt>
    <dgm:pt modelId="{1EFBE9DA-DB26-421F-9789-777265267646}">
      <dgm:prSet/>
      <dgm:spPr/>
      <dgm:t>
        <a:bodyPr/>
        <a:lstStyle/>
        <a:p>
          <a:r>
            <a:rPr lang="en-US" dirty="0"/>
            <a:t>Asia Divide vs Collaboration </a:t>
          </a:r>
        </a:p>
      </dgm:t>
    </dgm:pt>
    <dgm:pt modelId="{0940A2C4-4E14-4954-972E-7675EB7A1E75}" type="parTrans" cxnId="{13540397-ACFF-4241-853F-3E71D21DEB71}">
      <dgm:prSet/>
      <dgm:spPr/>
      <dgm:t>
        <a:bodyPr/>
        <a:lstStyle/>
        <a:p>
          <a:endParaRPr lang="en-SG"/>
        </a:p>
      </dgm:t>
    </dgm:pt>
    <dgm:pt modelId="{29A048E4-F005-4B81-9583-61E5DC3C7EA6}" type="sibTrans" cxnId="{13540397-ACFF-4241-853F-3E71D21DEB71}">
      <dgm:prSet/>
      <dgm:spPr/>
      <dgm:t>
        <a:bodyPr/>
        <a:lstStyle/>
        <a:p>
          <a:endParaRPr lang="en-SG"/>
        </a:p>
      </dgm:t>
    </dgm:pt>
    <dgm:pt modelId="{71718900-2540-41D8-89A8-80F753B57FD2}" type="pres">
      <dgm:prSet presAssocID="{96A10579-5A8D-4EA7-93BF-8A7F307EDB48}" presName="Name0" presStyleCnt="0">
        <dgm:presLayoutVars>
          <dgm:dir/>
          <dgm:animLvl val="lvl"/>
          <dgm:resizeHandles val="exact"/>
        </dgm:presLayoutVars>
      </dgm:prSet>
      <dgm:spPr/>
    </dgm:pt>
    <dgm:pt modelId="{B555722D-1FDB-43D6-948E-C4403E062C09}" type="pres">
      <dgm:prSet presAssocID="{2E55F806-4FD8-4FF2-AB64-8C5F82FF91D3}" presName="linNode" presStyleCnt="0"/>
      <dgm:spPr/>
    </dgm:pt>
    <dgm:pt modelId="{39888C54-4C2F-4419-97A5-2C506F97CFF6}" type="pres">
      <dgm:prSet presAssocID="{2E55F806-4FD8-4FF2-AB64-8C5F82FF91D3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42DAF470-B381-4D71-9119-45AE24395A8A}" type="pres">
      <dgm:prSet presAssocID="{2E55F806-4FD8-4FF2-AB64-8C5F82FF91D3}" presName="descendantText" presStyleLbl="alignAccFollowNode1" presStyleIdx="0" presStyleCnt="2">
        <dgm:presLayoutVars>
          <dgm:bulletEnabled val="1"/>
        </dgm:presLayoutVars>
      </dgm:prSet>
      <dgm:spPr/>
    </dgm:pt>
    <dgm:pt modelId="{1D19EFA9-D1EE-4865-B9BE-1925E1D31A53}" type="pres">
      <dgm:prSet presAssocID="{8608624D-4D69-4056-85FA-2D64D6B76C71}" presName="sp" presStyleCnt="0"/>
      <dgm:spPr/>
    </dgm:pt>
    <dgm:pt modelId="{1E43F44C-C2AD-47A0-B723-0DC6C8503085}" type="pres">
      <dgm:prSet presAssocID="{50902E90-AE68-476B-BC4A-2F6B493E9DDA}" presName="linNode" presStyleCnt="0"/>
      <dgm:spPr/>
    </dgm:pt>
    <dgm:pt modelId="{A8BB3821-DD56-4F0A-ACE9-2E5BD28FF070}" type="pres">
      <dgm:prSet presAssocID="{50902E90-AE68-476B-BC4A-2F6B493E9DDA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CC447311-AE6A-49DA-8082-F93F2C7D5A2D}" type="pres">
      <dgm:prSet presAssocID="{50902E90-AE68-476B-BC4A-2F6B493E9DDA}" presName="descendantText" presStyleLbl="alignAccFollowNode1" presStyleIdx="1" presStyleCnt="2" custLinFactNeighborX="-1828" custLinFactNeighborY="23">
        <dgm:presLayoutVars>
          <dgm:bulletEnabled val="1"/>
        </dgm:presLayoutVars>
      </dgm:prSet>
      <dgm:spPr/>
    </dgm:pt>
  </dgm:ptLst>
  <dgm:cxnLst>
    <dgm:cxn modelId="{C663B404-3D07-4199-A5C1-8312191F25DC}" type="presOf" srcId="{8A17A108-C6F2-4DEA-B20D-0072BA0FFBB3}" destId="{42DAF470-B381-4D71-9119-45AE24395A8A}" srcOrd="0" destOrd="2" presId="urn:microsoft.com/office/officeart/2005/8/layout/vList5"/>
    <dgm:cxn modelId="{3BDB0009-6932-48C3-9924-233A4FBD6D0B}" srcId="{2E55F806-4FD8-4FF2-AB64-8C5F82FF91D3}" destId="{EE3F7480-BD6E-417B-84C1-E9701682BD55}" srcOrd="1" destOrd="0" parTransId="{18F8D92C-F42E-483E-9538-06F3A316B430}" sibTransId="{05289ACE-8000-4AE2-B8B1-F8C311612179}"/>
    <dgm:cxn modelId="{75088115-AD66-44D9-A701-135E37B50C77}" srcId="{2E55F806-4FD8-4FF2-AB64-8C5F82FF91D3}" destId="{8A17A108-C6F2-4DEA-B20D-0072BA0FFBB3}" srcOrd="2" destOrd="0" parTransId="{35E4422F-BCE2-45D5-8FC7-94BE8AEC8337}" sibTransId="{D8B1EA93-7B57-459C-B117-CC3E462C7CCE}"/>
    <dgm:cxn modelId="{D7C3931D-C713-4A3E-B0C1-600B4B0AC9CA}" type="presOf" srcId="{EE3F7480-BD6E-417B-84C1-E9701682BD55}" destId="{42DAF470-B381-4D71-9119-45AE24395A8A}" srcOrd="0" destOrd="1" presId="urn:microsoft.com/office/officeart/2005/8/layout/vList5"/>
    <dgm:cxn modelId="{7C8B6942-1D8F-4FFC-A081-EFA905A8A28C}" type="presOf" srcId="{2E55F806-4FD8-4FF2-AB64-8C5F82FF91D3}" destId="{39888C54-4C2F-4419-97A5-2C506F97CFF6}" srcOrd="0" destOrd="0" presId="urn:microsoft.com/office/officeart/2005/8/layout/vList5"/>
    <dgm:cxn modelId="{9FCA0270-2715-4708-96E4-449FF7FF85FA}" type="presOf" srcId="{0DFC289A-DDA0-48E0-806C-F586A35DE129}" destId="{42DAF470-B381-4D71-9119-45AE24395A8A}" srcOrd="0" destOrd="0" presId="urn:microsoft.com/office/officeart/2005/8/layout/vList5"/>
    <dgm:cxn modelId="{16E7C776-9D41-45DC-9976-251DA6BD06FA}" srcId="{96A10579-5A8D-4EA7-93BF-8A7F307EDB48}" destId="{50902E90-AE68-476B-BC4A-2F6B493E9DDA}" srcOrd="1" destOrd="0" parTransId="{9689ADD1-E047-416B-A25E-7BC14D34BF68}" sibTransId="{A4B11FDD-974E-41CD-AD27-8264D89C9603}"/>
    <dgm:cxn modelId="{19B21D5A-7F14-4E94-83A7-4798C477848C}" srcId="{96A10579-5A8D-4EA7-93BF-8A7F307EDB48}" destId="{2E55F806-4FD8-4FF2-AB64-8C5F82FF91D3}" srcOrd="0" destOrd="0" parTransId="{F51C2DEC-CA1C-476E-89E9-9DCDBC197B96}" sibTransId="{8608624D-4D69-4056-85FA-2D64D6B76C71}"/>
    <dgm:cxn modelId="{13540397-ACFF-4241-853F-3E71D21DEB71}" srcId="{50902E90-AE68-476B-BC4A-2F6B493E9DDA}" destId="{1EFBE9DA-DB26-421F-9789-777265267646}" srcOrd="0" destOrd="0" parTransId="{0940A2C4-4E14-4954-972E-7675EB7A1E75}" sibTransId="{29A048E4-F005-4B81-9583-61E5DC3C7EA6}"/>
    <dgm:cxn modelId="{C04595AD-D7C0-4432-BE61-D9F16214756F}" type="presOf" srcId="{96A10579-5A8D-4EA7-93BF-8A7F307EDB48}" destId="{71718900-2540-41D8-89A8-80F753B57FD2}" srcOrd="0" destOrd="0" presId="urn:microsoft.com/office/officeart/2005/8/layout/vList5"/>
    <dgm:cxn modelId="{93F2F1C4-D590-410E-9F2A-BC79A3450358}" srcId="{2E55F806-4FD8-4FF2-AB64-8C5F82FF91D3}" destId="{0DFC289A-DDA0-48E0-806C-F586A35DE129}" srcOrd="0" destOrd="0" parTransId="{C03CC37F-2560-4940-89AE-56E4A5FFD249}" sibTransId="{AA8A1F5E-843F-4EBF-89BB-12CB38EBDFB0}"/>
    <dgm:cxn modelId="{3D9C94D2-5618-4D83-AB58-3AC7BFDA6F67}" type="presOf" srcId="{1EFBE9DA-DB26-421F-9789-777265267646}" destId="{CC447311-AE6A-49DA-8082-F93F2C7D5A2D}" srcOrd="0" destOrd="0" presId="urn:microsoft.com/office/officeart/2005/8/layout/vList5"/>
    <dgm:cxn modelId="{1BB60FED-4EEC-4C44-A545-63CD1988F904}" type="presOf" srcId="{50902E90-AE68-476B-BC4A-2F6B493E9DDA}" destId="{A8BB3821-DD56-4F0A-ACE9-2E5BD28FF070}" srcOrd="0" destOrd="0" presId="urn:microsoft.com/office/officeart/2005/8/layout/vList5"/>
    <dgm:cxn modelId="{05665158-E95D-496B-B609-CA77423A5DCF}" type="presParOf" srcId="{71718900-2540-41D8-89A8-80F753B57FD2}" destId="{B555722D-1FDB-43D6-948E-C4403E062C09}" srcOrd="0" destOrd="0" presId="urn:microsoft.com/office/officeart/2005/8/layout/vList5"/>
    <dgm:cxn modelId="{E265CF14-A3E3-4E70-AFAA-72F34755A9D1}" type="presParOf" srcId="{B555722D-1FDB-43D6-948E-C4403E062C09}" destId="{39888C54-4C2F-4419-97A5-2C506F97CFF6}" srcOrd="0" destOrd="0" presId="urn:microsoft.com/office/officeart/2005/8/layout/vList5"/>
    <dgm:cxn modelId="{DFA49845-DD89-4A81-9DA5-E7B0BB2E122E}" type="presParOf" srcId="{B555722D-1FDB-43D6-948E-C4403E062C09}" destId="{42DAF470-B381-4D71-9119-45AE24395A8A}" srcOrd="1" destOrd="0" presId="urn:microsoft.com/office/officeart/2005/8/layout/vList5"/>
    <dgm:cxn modelId="{3C196CCB-BA3B-408C-B2F6-4134CCD1A57A}" type="presParOf" srcId="{71718900-2540-41D8-89A8-80F753B57FD2}" destId="{1D19EFA9-D1EE-4865-B9BE-1925E1D31A53}" srcOrd="1" destOrd="0" presId="urn:microsoft.com/office/officeart/2005/8/layout/vList5"/>
    <dgm:cxn modelId="{352AB037-4311-46B2-9DDB-9BBB0E02471D}" type="presParOf" srcId="{71718900-2540-41D8-89A8-80F753B57FD2}" destId="{1E43F44C-C2AD-47A0-B723-0DC6C8503085}" srcOrd="2" destOrd="0" presId="urn:microsoft.com/office/officeart/2005/8/layout/vList5"/>
    <dgm:cxn modelId="{6BCFB6A6-B5BD-4E75-A046-B234DFDA157E}" type="presParOf" srcId="{1E43F44C-C2AD-47A0-B723-0DC6C8503085}" destId="{A8BB3821-DD56-4F0A-ACE9-2E5BD28FF070}" srcOrd="0" destOrd="0" presId="urn:microsoft.com/office/officeart/2005/8/layout/vList5"/>
    <dgm:cxn modelId="{BDCC5ED8-5124-4ED8-B582-F4EE3E2814A5}" type="presParOf" srcId="{1E43F44C-C2AD-47A0-B723-0DC6C8503085}" destId="{CC447311-AE6A-49DA-8082-F93F2C7D5A2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968962-E30F-4995-939D-6A116AB792CB}" type="doc">
      <dgm:prSet loTypeId="urn:microsoft.com/office/officeart/2005/8/layout/balance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4E3B2013-6A1A-4B7A-8BDA-B2B037974B4E}">
      <dgm:prSet phldrT="[Text]"/>
      <dgm:spPr/>
      <dgm:t>
        <a:bodyPr/>
        <a:lstStyle/>
        <a:p>
          <a:r>
            <a:rPr lang="en-US" b="1" dirty="0">
              <a:solidFill>
                <a:srgbClr val="FF0000"/>
              </a:solidFill>
            </a:rPr>
            <a:t>Development </a:t>
          </a:r>
          <a:endParaRPr lang="en-SG" b="1" dirty="0">
            <a:solidFill>
              <a:srgbClr val="FF0000"/>
            </a:solidFill>
          </a:endParaRPr>
        </a:p>
      </dgm:t>
    </dgm:pt>
    <dgm:pt modelId="{0C021DC7-CFEF-42F3-A5DA-F34502F5A57D}" type="parTrans" cxnId="{C7341642-F699-451D-942B-9D2E3AF83FBC}">
      <dgm:prSet/>
      <dgm:spPr/>
      <dgm:t>
        <a:bodyPr/>
        <a:lstStyle/>
        <a:p>
          <a:endParaRPr lang="en-SG"/>
        </a:p>
      </dgm:t>
    </dgm:pt>
    <dgm:pt modelId="{B52A44E3-BA88-42F9-9BB2-A23043321DA7}" type="sibTrans" cxnId="{C7341642-F699-451D-942B-9D2E3AF83FBC}">
      <dgm:prSet/>
      <dgm:spPr/>
      <dgm:t>
        <a:bodyPr/>
        <a:lstStyle/>
        <a:p>
          <a:endParaRPr lang="en-SG"/>
        </a:p>
      </dgm:t>
    </dgm:pt>
    <dgm:pt modelId="{3D65484A-8B2E-49B7-9108-7377ABB07A87}">
      <dgm:prSet phldrT="[Text]"/>
      <dgm:spPr/>
      <dgm:t>
        <a:bodyPr/>
        <a:lstStyle/>
        <a:p>
          <a:r>
            <a:rPr lang="en-US" dirty="0"/>
            <a:t>Quality of life </a:t>
          </a:r>
          <a:endParaRPr lang="en-SG" dirty="0"/>
        </a:p>
      </dgm:t>
    </dgm:pt>
    <dgm:pt modelId="{A9FA196A-345C-4641-9A00-EC82DE32CC53}" type="parTrans" cxnId="{C9CF2A9A-E5C1-407C-90A3-18A3296003E9}">
      <dgm:prSet/>
      <dgm:spPr/>
      <dgm:t>
        <a:bodyPr/>
        <a:lstStyle/>
        <a:p>
          <a:endParaRPr lang="en-SG"/>
        </a:p>
      </dgm:t>
    </dgm:pt>
    <dgm:pt modelId="{EBC7DAAE-B7FD-416D-A4C8-58127775BF57}" type="sibTrans" cxnId="{C9CF2A9A-E5C1-407C-90A3-18A3296003E9}">
      <dgm:prSet/>
      <dgm:spPr/>
      <dgm:t>
        <a:bodyPr/>
        <a:lstStyle/>
        <a:p>
          <a:endParaRPr lang="en-SG"/>
        </a:p>
      </dgm:t>
    </dgm:pt>
    <dgm:pt modelId="{84888A3C-4F68-4CEB-ABEC-38FEF7CF9ABC}">
      <dgm:prSet phldrT="[Text]"/>
      <dgm:spPr/>
      <dgm:t>
        <a:bodyPr/>
        <a:lstStyle/>
        <a:p>
          <a:r>
            <a:rPr lang="en-US" dirty="0"/>
            <a:t>Standard of living </a:t>
          </a:r>
          <a:endParaRPr lang="en-SG" dirty="0"/>
        </a:p>
      </dgm:t>
    </dgm:pt>
    <dgm:pt modelId="{7D3DEE85-8991-4D59-9546-666AE435B9FE}" type="parTrans" cxnId="{C90F6975-2E55-4053-AD46-C782EC0B16B5}">
      <dgm:prSet/>
      <dgm:spPr/>
      <dgm:t>
        <a:bodyPr/>
        <a:lstStyle/>
        <a:p>
          <a:endParaRPr lang="en-SG"/>
        </a:p>
      </dgm:t>
    </dgm:pt>
    <dgm:pt modelId="{0D3565EE-3B55-42B4-9DDC-EA41FBFDD4F8}" type="sibTrans" cxnId="{C90F6975-2E55-4053-AD46-C782EC0B16B5}">
      <dgm:prSet/>
      <dgm:spPr/>
      <dgm:t>
        <a:bodyPr/>
        <a:lstStyle/>
        <a:p>
          <a:endParaRPr lang="en-SG"/>
        </a:p>
      </dgm:t>
    </dgm:pt>
    <dgm:pt modelId="{F16409CD-E58F-4D06-8432-4F8AA1DCB809}">
      <dgm:prSet phldrT="[Text]"/>
      <dgm:spPr/>
      <dgm:t>
        <a:bodyPr/>
        <a:lstStyle/>
        <a:p>
          <a:r>
            <a:rPr lang="en-US" dirty="0"/>
            <a:t>Growth </a:t>
          </a:r>
          <a:endParaRPr lang="en-SG" dirty="0"/>
        </a:p>
      </dgm:t>
    </dgm:pt>
    <dgm:pt modelId="{A33DA454-6C44-43BC-83DD-035F696BDE77}" type="parTrans" cxnId="{6F442188-0B05-47F1-A2E7-41E7A834CF92}">
      <dgm:prSet/>
      <dgm:spPr/>
      <dgm:t>
        <a:bodyPr/>
        <a:lstStyle/>
        <a:p>
          <a:endParaRPr lang="en-SG"/>
        </a:p>
      </dgm:t>
    </dgm:pt>
    <dgm:pt modelId="{B7F75C7B-A465-46B7-AD65-E6D86483759D}" type="sibTrans" cxnId="{6F442188-0B05-47F1-A2E7-41E7A834CF92}">
      <dgm:prSet/>
      <dgm:spPr/>
      <dgm:t>
        <a:bodyPr/>
        <a:lstStyle/>
        <a:p>
          <a:endParaRPr lang="en-SG"/>
        </a:p>
      </dgm:t>
    </dgm:pt>
    <dgm:pt modelId="{FE413D3F-2561-4711-A642-EE1421BD83AE}">
      <dgm:prSet phldrT="[Text]"/>
      <dgm:spPr/>
      <dgm:t>
        <a:bodyPr/>
        <a:lstStyle/>
        <a:p>
          <a:r>
            <a:rPr lang="en-US" dirty="0"/>
            <a:t>Rising spending </a:t>
          </a:r>
          <a:endParaRPr lang="en-SG" dirty="0"/>
        </a:p>
      </dgm:t>
    </dgm:pt>
    <dgm:pt modelId="{2A03F83F-39CE-4DC0-89B8-34EB834839F4}" type="parTrans" cxnId="{2D546020-64A1-48F4-89A3-8C0C1B9967FE}">
      <dgm:prSet/>
      <dgm:spPr/>
      <dgm:t>
        <a:bodyPr/>
        <a:lstStyle/>
        <a:p>
          <a:endParaRPr lang="en-SG"/>
        </a:p>
      </dgm:t>
    </dgm:pt>
    <dgm:pt modelId="{C02DA084-79F1-4E3C-B257-ABE422911C99}" type="sibTrans" cxnId="{2D546020-64A1-48F4-89A3-8C0C1B9967FE}">
      <dgm:prSet/>
      <dgm:spPr/>
      <dgm:t>
        <a:bodyPr/>
        <a:lstStyle/>
        <a:p>
          <a:endParaRPr lang="en-SG"/>
        </a:p>
      </dgm:t>
    </dgm:pt>
    <dgm:pt modelId="{47320CE8-D0B5-4460-8F0E-76F7C725B34D}">
      <dgm:prSet phldrT="[Text]"/>
      <dgm:spPr/>
      <dgm:t>
        <a:bodyPr/>
        <a:lstStyle/>
        <a:p>
          <a:r>
            <a:rPr lang="en-US" dirty="0"/>
            <a:t>Rising income  </a:t>
          </a:r>
          <a:endParaRPr lang="en-SG" dirty="0"/>
        </a:p>
      </dgm:t>
    </dgm:pt>
    <dgm:pt modelId="{B93E7BFC-14EC-42AF-8207-E1BB5FCBABDE}" type="parTrans" cxnId="{2417B4B8-260A-43C9-A592-7316AC344629}">
      <dgm:prSet/>
      <dgm:spPr/>
      <dgm:t>
        <a:bodyPr/>
        <a:lstStyle/>
        <a:p>
          <a:endParaRPr lang="en-SG"/>
        </a:p>
      </dgm:t>
    </dgm:pt>
    <dgm:pt modelId="{07921693-D9BD-4E0B-AF0F-93166AD43157}" type="sibTrans" cxnId="{2417B4B8-260A-43C9-A592-7316AC344629}">
      <dgm:prSet/>
      <dgm:spPr/>
      <dgm:t>
        <a:bodyPr/>
        <a:lstStyle/>
        <a:p>
          <a:endParaRPr lang="en-SG"/>
        </a:p>
      </dgm:t>
    </dgm:pt>
    <dgm:pt modelId="{716C5383-379C-4AF4-B31A-F3AAA342E3BF}">
      <dgm:prSet phldrT="[Text]"/>
      <dgm:spPr/>
      <dgm:t>
        <a:bodyPr/>
        <a:lstStyle/>
        <a:p>
          <a:r>
            <a:rPr lang="en-US" dirty="0"/>
            <a:t>Rising production </a:t>
          </a:r>
          <a:endParaRPr lang="en-SG" dirty="0"/>
        </a:p>
      </dgm:t>
    </dgm:pt>
    <dgm:pt modelId="{0229B440-7026-4C98-8A18-8194CDC3E369}" type="parTrans" cxnId="{69F04221-7B54-4C72-B987-E9F8B54476CD}">
      <dgm:prSet/>
      <dgm:spPr/>
      <dgm:t>
        <a:bodyPr/>
        <a:lstStyle/>
        <a:p>
          <a:endParaRPr lang="en-SG"/>
        </a:p>
      </dgm:t>
    </dgm:pt>
    <dgm:pt modelId="{CD0393F5-E7D4-4B35-A429-453C6CAEF236}" type="sibTrans" cxnId="{69F04221-7B54-4C72-B987-E9F8B54476CD}">
      <dgm:prSet/>
      <dgm:spPr/>
      <dgm:t>
        <a:bodyPr/>
        <a:lstStyle/>
        <a:p>
          <a:endParaRPr lang="en-SG"/>
        </a:p>
      </dgm:t>
    </dgm:pt>
    <dgm:pt modelId="{E837F48B-856D-4E02-A82B-AF805DBD06C8}" type="pres">
      <dgm:prSet presAssocID="{F2968962-E30F-4995-939D-6A116AB792CB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D2769AFE-ACA0-4CC3-BB97-684268945BAC}" type="pres">
      <dgm:prSet presAssocID="{F2968962-E30F-4995-939D-6A116AB792CB}" presName="dummyMaxCanvas" presStyleCnt="0"/>
      <dgm:spPr/>
    </dgm:pt>
    <dgm:pt modelId="{6403CEFA-B17F-48F4-9B6E-971B469CAD7D}" type="pres">
      <dgm:prSet presAssocID="{F2968962-E30F-4995-939D-6A116AB792CB}" presName="parentComposite" presStyleCnt="0"/>
      <dgm:spPr/>
    </dgm:pt>
    <dgm:pt modelId="{801F436D-4B82-4278-BD83-13FC0BD1BC90}" type="pres">
      <dgm:prSet presAssocID="{F2968962-E30F-4995-939D-6A116AB792CB}" presName="parent1" presStyleLbl="alignAccFollowNode1" presStyleIdx="0" presStyleCnt="4" custLinFactNeighborX="-1470" custLinFactNeighborY="-2047">
        <dgm:presLayoutVars>
          <dgm:chMax val="4"/>
        </dgm:presLayoutVars>
      </dgm:prSet>
      <dgm:spPr/>
    </dgm:pt>
    <dgm:pt modelId="{ECB62824-F4BB-484B-BAE4-6B9F1684C982}" type="pres">
      <dgm:prSet presAssocID="{F2968962-E30F-4995-939D-6A116AB792CB}" presName="parent2" presStyleLbl="alignAccFollowNode1" presStyleIdx="1" presStyleCnt="4">
        <dgm:presLayoutVars>
          <dgm:chMax val="4"/>
        </dgm:presLayoutVars>
      </dgm:prSet>
      <dgm:spPr/>
    </dgm:pt>
    <dgm:pt modelId="{F5990138-BB76-4B4B-B166-C3A974AC853C}" type="pres">
      <dgm:prSet presAssocID="{F2968962-E30F-4995-939D-6A116AB792CB}" presName="childrenComposite" presStyleCnt="0"/>
      <dgm:spPr/>
    </dgm:pt>
    <dgm:pt modelId="{C5A6E6C8-4B14-44A9-953B-0C8E336A45C0}" type="pres">
      <dgm:prSet presAssocID="{F2968962-E30F-4995-939D-6A116AB792CB}" presName="dummyMaxCanvas_ChildArea" presStyleCnt="0"/>
      <dgm:spPr/>
    </dgm:pt>
    <dgm:pt modelId="{39697D78-05CD-46F6-BB56-434680726627}" type="pres">
      <dgm:prSet presAssocID="{F2968962-E30F-4995-939D-6A116AB792CB}" presName="fulcrum" presStyleLbl="alignAccFollowNode1" presStyleIdx="2" presStyleCnt="4"/>
      <dgm:spPr/>
    </dgm:pt>
    <dgm:pt modelId="{3CFADDB4-75E5-47DB-8537-021AAF2E96BF}" type="pres">
      <dgm:prSet presAssocID="{F2968962-E30F-4995-939D-6A116AB792CB}" presName="balance_23" presStyleLbl="alignAccFollowNode1" presStyleIdx="3" presStyleCnt="4">
        <dgm:presLayoutVars>
          <dgm:bulletEnabled val="1"/>
        </dgm:presLayoutVars>
      </dgm:prSet>
      <dgm:spPr/>
    </dgm:pt>
    <dgm:pt modelId="{C2504A2F-86AB-49B5-8718-F0DA56C70DD9}" type="pres">
      <dgm:prSet presAssocID="{F2968962-E30F-4995-939D-6A116AB792CB}" presName="right_23_1" presStyleLbl="node1" presStyleIdx="0" presStyleCnt="5">
        <dgm:presLayoutVars>
          <dgm:bulletEnabled val="1"/>
        </dgm:presLayoutVars>
      </dgm:prSet>
      <dgm:spPr/>
    </dgm:pt>
    <dgm:pt modelId="{B2B05407-7F58-4BAA-BEEB-A9141768277B}" type="pres">
      <dgm:prSet presAssocID="{F2968962-E30F-4995-939D-6A116AB792CB}" presName="right_23_2" presStyleLbl="node1" presStyleIdx="1" presStyleCnt="5">
        <dgm:presLayoutVars>
          <dgm:bulletEnabled val="1"/>
        </dgm:presLayoutVars>
      </dgm:prSet>
      <dgm:spPr/>
    </dgm:pt>
    <dgm:pt modelId="{89B5B4E5-5D29-4F74-98DE-1B4A88A314CE}" type="pres">
      <dgm:prSet presAssocID="{F2968962-E30F-4995-939D-6A116AB792CB}" presName="right_23_3" presStyleLbl="node1" presStyleIdx="2" presStyleCnt="5">
        <dgm:presLayoutVars>
          <dgm:bulletEnabled val="1"/>
        </dgm:presLayoutVars>
      </dgm:prSet>
      <dgm:spPr/>
    </dgm:pt>
    <dgm:pt modelId="{5B23319F-BCBE-4FD1-A820-C17F09FD4802}" type="pres">
      <dgm:prSet presAssocID="{F2968962-E30F-4995-939D-6A116AB792CB}" presName="left_23_1" presStyleLbl="node1" presStyleIdx="3" presStyleCnt="5">
        <dgm:presLayoutVars>
          <dgm:bulletEnabled val="1"/>
        </dgm:presLayoutVars>
      </dgm:prSet>
      <dgm:spPr/>
    </dgm:pt>
    <dgm:pt modelId="{DC1B9E40-E973-4973-AC60-9F377C8008F1}" type="pres">
      <dgm:prSet presAssocID="{F2968962-E30F-4995-939D-6A116AB792CB}" presName="left_23_2" presStyleLbl="node1" presStyleIdx="4" presStyleCnt="5">
        <dgm:presLayoutVars>
          <dgm:bulletEnabled val="1"/>
        </dgm:presLayoutVars>
      </dgm:prSet>
      <dgm:spPr/>
    </dgm:pt>
  </dgm:ptLst>
  <dgm:cxnLst>
    <dgm:cxn modelId="{AF52BC1A-5A30-4E0B-8290-239F60E3237D}" type="presOf" srcId="{F2968962-E30F-4995-939D-6A116AB792CB}" destId="{E837F48B-856D-4E02-A82B-AF805DBD06C8}" srcOrd="0" destOrd="0" presId="urn:microsoft.com/office/officeart/2005/8/layout/balance1"/>
    <dgm:cxn modelId="{2D546020-64A1-48F4-89A3-8C0C1B9967FE}" srcId="{F16409CD-E58F-4D06-8432-4F8AA1DCB809}" destId="{FE413D3F-2561-4711-A642-EE1421BD83AE}" srcOrd="0" destOrd="0" parTransId="{2A03F83F-39CE-4DC0-89B8-34EB834839F4}" sibTransId="{C02DA084-79F1-4E3C-B257-ABE422911C99}"/>
    <dgm:cxn modelId="{69F04221-7B54-4C72-B987-E9F8B54476CD}" srcId="{F16409CD-E58F-4D06-8432-4F8AA1DCB809}" destId="{716C5383-379C-4AF4-B31A-F3AAA342E3BF}" srcOrd="2" destOrd="0" parTransId="{0229B440-7026-4C98-8A18-8194CDC3E369}" sibTransId="{CD0393F5-E7D4-4B35-A429-453C6CAEF236}"/>
    <dgm:cxn modelId="{1BE36B22-BC1C-46CD-9584-CD8ED6B0F8FE}" type="presOf" srcId="{4E3B2013-6A1A-4B7A-8BDA-B2B037974B4E}" destId="{801F436D-4B82-4278-BD83-13FC0BD1BC90}" srcOrd="0" destOrd="0" presId="urn:microsoft.com/office/officeart/2005/8/layout/balance1"/>
    <dgm:cxn modelId="{692DC322-906C-4EA2-8589-5E9F71F17911}" type="presOf" srcId="{FE413D3F-2561-4711-A642-EE1421BD83AE}" destId="{C2504A2F-86AB-49B5-8718-F0DA56C70DD9}" srcOrd="0" destOrd="0" presId="urn:microsoft.com/office/officeart/2005/8/layout/balance1"/>
    <dgm:cxn modelId="{9D21CB25-83DB-452E-914B-804EBDB8E8E2}" type="presOf" srcId="{3D65484A-8B2E-49B7-9108-7377ABB07A87}" destId="{5B23319F-BCBE-4FD1-A820-C17F09FD4802}" srcOrd="0" destOrd="0" presId="urn:microsoft.com/office/officeart/2005/8/layout/balance1"/>
    <dgm:cxn modelId="{93E64033-D4FB-4991-86D6-CFFE99393768}" type="presOf" srcId="{716C5383-379C-4AF4-B31A-F3AAA342E3BF}" destId="{89B5B4E5-5D29-4F74-98DE-1B4A88A314CE}" srcOrd="0" destOrd="0" presId="urn:microsoft.com/office/officeart/2005/8/layout/balance1"/>
    <dgm:cxn modelId="{C7341642-F699-451D-942B-9D2E3AF83FBC}" srcId="{F2968962-E30F-4995-939D-6A116AB792CB}" destId="{4E3B2013-6A1A-4B7A-8BDA-B2B037974B4E}" srcOrd="0" destOrd="0" parTransId="{0C021DC7-CFEF-42F3-A5DA-F34502F5A57D}" sibTransId="{B52A44E3-BA88-42F9-9BB2-A23043321DA7}"/>
    <dgm:cxn modelId="{40CCA142-E2B3-4E67-B3DD-F1653EFD7FD8}" type="presOf" srcId="{84888A3C-4F68-4CEB-ABEC-38FEF7CF9ABC}" destId="{DC1B9E40-E973-4973-AC60-9F377C8008F1}" srcOrd="0" destOrd="0" presId="urn:microsoft.com/office/officeart/2005/8/layout/balance1"/>
    <dgm:cxn modelId="{A84BE66C-0C50-4B29-882D-B0B2E5191F88}" type="presOf" srcId="{47320CE8-D0B5-4460-8F0E-76F7C725B34D}" destId="{B2B05407-7F58-4BAA-BEEB-A9141768277B}" srcOrd="0" destOrd="0" presId="urn:microsoft.com/office/officeart/2005/8/layout/balance1"/>
    <dgm:cxn modelId="{C90F6975-2E55-4053-AD46-C782EC0B16B5}" srcId="{4E3B2013-6A1A-4B7A-8BDA-B2B037974B4E}" destId="{84888A3C-4F68-4CEB-ABEC-38FEF7CF9ABC}" srcOrd="1" destOrd="0" parTransId="{7D3DEE85-8991-4D59-9546-666AE435B9FE}" sibTransId="{0D3565EE-3B55-42B4-9DDC-EA41FBFDD4F8}"/>
    <dgm:cxn modelId="{6F442188-0B05-47F1-A2E7-41E7A834CF92}" srcId="{F2968962-E30F-4995-939D-6A116AB792CB}" destId="{F16409CD-E58F-4D06-8432-4F8AA1DCB809}" srcOrd="1" destOrd="0" parTransId="{A33DA454-6C44-43BC-83DD-035F696BDE77}" sibTransId="{B7F75C7B-A465-46B7-AD65-E6D86483759D}"/>
    <dgm:cxn modelId="{C9CF2A9A-E5C1-407C-90A3-18A3296003E9}" srcId="{4E3B2013-6A1A-4B7A-8BDA-B2B037974B4E}" destId="{3D65484A-8B2E-49B7-9108-7377ABB07A87}" srcOrd="0" destOrd="0" parTransId="{A9FA196A-345C-4641-9A00-EC82DE32CC53}" sibTransId="{EBC7DAAE-B7FD-416D-A4C8-58127775BF57}"/>
    <dgm:cxn modelId="{2417B4B8-260A-43C9-A592-7316AC344629}" srcId="{F16409CD-E58F-4D06-8432-4F8AA1DCB809}" destId="{47320CE8-D0B5-4460-8F0E-76F7C725B34D}" srcOrd="1" destOrd="0" parTransId="{B93E7BFC-14EC-42AF-8207-E1BB5FCBABDE}" sibTransId="{07921693-D9BD-4E0B-AF0F-93166AD43157}"/>
    <dgm:cxn modelId="{BEDEFCD5-3944-4498-B24B-38383AB3C63D}" type="presOf" srcId="{F16409CD-E58F-4D06-8432-4F8AA1DCB809}" destId="{ECB62824-F4BB-484B-BAE4-6B9F1684C982}" srcOrd="0" destOrd="0" presId="urn:microsoft.com/office/officeart/2005/8/layout/balance1"/>
    <dgm:cxn modelId="{A2EDA125-0816-4BAF-A938-83F38EAA8217}" type="presParOf" srcId="{E837F48B-856D-4E02-A82B-AF805DBD06C8}" destId="{D2769AFE-ACA0-4CC3-BB97-684268945BAC}" srcOrd="0" destOrd="0" presId="urn:microsoft.com/office/officeart/2005/8/layout/balance1"/>
    <dgm:cxn modelId="{0BCCD87C-1436-47F1-AC5D-C9BFEC1B1CB1}" type="presParOf" srcId="{E837F48B-856D-4E02-A82B-AF805DBD06C8}" destId="{6403CEFA-B17F-48F4-9B6E-971B469CAD7D}" srcOrd="1" destOrd="0" presId="urn:microsoft.com/office/officeart/2005/8/layout/balance1"/>
    <dgm:cxn modelId="{9E278BCF-21BE-4E96-9294-81E54ECD4EEE}" type="presParOf" srcId="{6403CEFA-B17F-48F4-9B6E-971B469CAD7D}" destId="{801F436D-4B82-4278-BD83-13FC0BD1BC90}" srcOrd="0" destOrd="0" presId="urn:microsoft.com/office/officeart/2005/8/layout/balance1"/>
    <dgm:cxn modelId="{FDFFA21C-6B3C-4770-8AA6-8EA676169467}" type="presParOf" srcId="{6403CEFA-B17F-48F4-9B6E-971B469CAD7D}" destId="{ECB62824-F4BB-484B-BAE4-6B9F1684C982}" srcOrd="1" destOrd="0" presId="urn:microsoft.com/office/officeart/2005/8/layout/balance1"/>
    <dgm:cxn modelId="{49A876A0-C243-47BE-A5BC-4CC8509007B7}" type="presParOf" srcId="{E837F48B-856D-4E02-A82B-AF805DBD06C8}" destId="{F5990138-BB76-4B4B-B166-C3A974AC853C}" srcOrd="2" destOrd="0" presId="urn:microsoft.com/office/officeart/2005/8/layout/balance1"/>
    <dgm:cxn modelId="{FE4EB659-81C3-41E1-9AAE-79CA6E41C85C}" type="presParOf" srcId="{F5990138-BB76-4B4B-B166-C3A974AC853C}" destId="{C5A6E6C8-4B14-44A9-953B-0C8E336A45C0}" srcOrd="0" destOrd="0" presId="urn:microsoft.com/office/officeart/2005/8/layout/balance1"/>
    <dgm:cxn modelId="{F8D95851-E718-4C27-8790-0A1C5C329104}" type="presParOf" srcId="{F5990138-BB76-4B4B-B166-C3A974AC853C}" destId="{39697D78-05CD-46F6-BB56-434680726627}" srcOrd="1" destOrd="0" presId="urn:microsoft.com/office/officeart/2005/8/layout/balance1"/>
    <dgm:cxn modelId="{C4960C4D-D678-4B8B-A707-30647FA32FB4}" type="presParOf" srcId="{F5990138-BB76-4B4B-B166-C3A974AC853C}" destId="{3CFADDB4-75E5-47DB-8537-021AAF2E96BF}" srcOrd="2" destOrd="0" presId="urn:microsoft.com/office/officeart/2005/8/layout/balance1"/>
    <dgm:cxn modelId="{2A16BF69-6123-445E-AA52-C9DADA68443F}" type="presParOf" srcId="{F5990138-BB76-4B4B-B166-C3A974AC853C}" destId="{C2504A2F-86AB-49B5-8718-F0DA56C70DD9}" srcOrd="3" destOrd="0" presId="urn:microsoft.com/office/officeart/2005/8/layout/balance1"/>
    <dgm:cxn modelId="{E6C44353-4055-4531-9DDD-C622F27596BC}" type="presParOf" srcId="{F5990138-BB76-4B4B-B166-C3A974AC853C}" destId="{B2B05407-7F58-4BAA-BEEB-A9141768277B}" srcOrd="4" destOrd="0" presId="urn:microsoft.com/office/officeart/2005/8/layout/balance1"/>
    <dgm:cxn modelId="{3471CF9C-CBAA-417F-AF94-C6C4B8EBC704}" type="presParOf" srcId="{F5990138-BB76-4B4B-B166-C3A974AC853C}" destId="{89B5B4E5-5D29-4F74-98DE-1B4A88A314CE}" srcOrd="5" destOrd="0" presId="urn:microsoft.com/office/officeart/2005/8/layout/balance1"/>
    <dgm:cxn modelId="{A8DA3CC0-601A-4CF9-82F2-56A2CD24B820}" type="presParOf" srcId="{F5990138-BB76-4B4B-B166-C3A974AC853C}" destId="{5B23319F-BCBE-4FD1-A820-C17F09FD4802}" srcOrd="6" destOrd="0" presId="urn:microsoft.com/office/officeart/2005/8/layout/balance1"/>
    <dgm:cxn modelId="{A285991D-B2B2-4385-97FB-77516F23A4A6}" type="presParOf" srcId="{F5990138-BB76-4B4B-B166-C3A974AC853C}" destId="{DC1B9E40-E973-4973-AC60-9F377C8008F1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71D564-68F3-499D-8301-5317E481A47D}" type="doc">
      <dgm:prSet loTypeId="urn:microsoft.com/office/officeart/2005/8/layout/hList9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SG"/>
        </a:p>
      </dgm:t>
    </dgm:pt>
    <dgm:pt modelId="{DB8A2B5B-8413-446B-A071-19C52D27D5E5}">
      <dgm:prSet phldrT="[Text]" phldr="0"/>
      <dgm:spPr/>
      <dgm:t>
        <a:bodyPr/>
        <a:lstStyle/>
        <a:p>
          <a:r>
            <a:rPr lang="en-GB" dirty="0"/>
            <a:t>Trade and production </a:t>
          </a:r>
          <a:endParaRPr lang="en-SG" dirty="0"/>
        </a:p>
      </dgm:t>
    </dgm:pt>
    <dgm:pt modelId="{DF2186DB-BC88-4A61-BA3C-7F70EC326334}" type="parTrans" cxnId="{FB0441AB-3907-470E-8D71-A18E6626D338}">
      <dgm:prSet/>
      <dgm:spPr/>
      <dgm:t>
        <a:bodyPr/>
        <a:lstStyle/>
        <a:p>
          <a:endParaRPr lang="en-SG"/>
        </a:p>
      </dgm:t>
    </dgm:pt>
    <dgm:pt modelId="{D53C830F-22AB-4BAD-88F2-6C144BCC2E2D}" type="sibTrans" cxnId="{FB0441AB-3907-470E-8D71-A18E6626D338}">
      <dgm:prSet/>
      <dgm:spPr/>
      <dgm:t>
        <a:bodyPr/>
        <a:lstStyle/>
        <a:p>
          <a:endParaRPr lang="en-SG"/>
        </a:p>
      </dgm:t>
    </dgm:pt>
    <dgm:pt modelId="{720F3788-A2AE-4AAE-B826-84D6393F9608}">
      <dgm:prSet phldrT="[Text]" phldr="0"/>
      <dgm:spPr/>
      <dgm:t>
        <a:bodyPr/>
        <a:lstStyle/>
        <a:p>
          <a:r>
            <a:rPr lang="en-GB" dirty="0"/>
            <a:t>FDI gains by enterprise , repatriated back </a:t>
          </a:r>
          <a:endParaRPr lang="en-SG" dirty="0"/>
        </a:p>
      </dgm:t>
    </dgm:pt>
    <dgm:pt modelId="{3B3C99D9-E7C0-4362-87E7-55E8EB0C0775}" type="parTrans" cxnId="{54BDA1A2-8079-46B7-8A06-7D0B878DED6A}">
      <dgm:prSet/>
      <dgm:spPr/>
      <dgm:t>
        <a:bodyPr/>
        <a:lstStyle/>
        <a:p>
          <a:endParaRPr lang="en-SG"/>
        </a:p>
      </dgm:t>
    </dgm:pt>
    <dgm:pt modelId="{662B79CD-740D-44F7-8150-189C91CE5C0F}" type="sibTrans" cxnId="{54BDA1A2-8079-46B7-8A06-7D0B878DED6A}">
      <dgm:prSet/>
      <dgm:spPr/>
      <dgm:t>
        <a:bodyPr/>
        <a:lstStyle/>
        <a:p>
          <a:endParaRPr lang="en-SG"/>
        </a:p>
      </dgm:t>
    </dgm:pt>
    <dgm:pt modelId="{6C1506BD-42FF-4FED-AB3F-E9A5B7B5B507}">
      <dgm:prSet phldrT="[Text]" phldr="0"/>
      <dgm:spPr/>
      <dgm:t>
        <a:bodyPr/>
        <a:lstStyle/>
        <a:p>
          <a:r>
            <a:rPr lang="en-GB" dirty="0"/>
            <a:t>Smaller rise in wages to the lowly skilled workers </a:t>
          </a:r>
          <a:endParaRPr lang="en-SG" dirty="0"/>
        </a:p>
      </dgm:t>
    </dgm:pt>
    <dgm:pt modelId="{BCE192E8-8513-4F32-99FA-FF996A38EBCA}" type="parTrans" cxnId="{8BDC0E54-7338-4249-9EAA-6DE2A1BF0466}">
      <dgm:prSet/>
      <dgm:spPr/>
      <dgm:t>
        <a:bodyPr/>
        <a:lstStyle/>
        <a:p>
          <a:endParaRPr lang="en-SG"/>
        </a:p>
      </dgm:t>
    </dgm:pt>
    <dgm:pt modelId="{10BCB576-2691-40EB-9AEE-62A7C442BFE1}" type="sibTrans" cxnId="{8BDC0E54-7338-4249-9EAA-6DE2A1BF0466}">
      <dgm:prSet/>
      <dgm:spPr/>
      <dgm:t>
        <a:bodyPr/>
        <a:lstStyle/>
        <a:p>
          <a:endParaRPr lang="en-SG"/>
        </a:p>
      </dgm:t>
    </dgm:pt>
    <dgm:pt modelId="{5E691952-243E-4CBE-A7E1-90381F8EC9E1}">
      <dgm:prSet phldrT="[Text]" phldr="0"/>
      <dgm:spPr/>
      <dgm:t>
        <a:bodyPr/>
        <a:lstStyle/>
        <a:p>
          <a:r>
            <a:rPr lang="en-GB" dirty="0"/>
            <a:t>FDI</a:t>
          </a:r>
          <a:endParaRPr lang="en-SG" dirty="0"/>
        </a:p>
      </dgm:t>
    </dgm:pt>
    <dgm:pt modelId="{640985B4-2FFB-4A66-B0FF-69B0070E0ABF}" type="parTrans" cxnId="{D35C296E-E99C-485B-A197-AAF8754050F0}">
      <dgm:prSet/>
      <dgm:spPr/>
      <dgm:t>
        <a:bodyPr/>
        <a:lstStyle/>
        <a:p>
          <a:endParaRPr lang="en-SG"/>
        </a:p>
      </dgm:t>
    </dgm:pt>
    <dgm:pt modelId="{2C42B580-BEA7-454F-82B2-C331DFC73145}" type="sibTrans" cxnId="{D35C296E-E99C-485B-A197-AAF8754050F0}">
      <dgm:prSet/>
      <dgm:spPr/>
      <dgm:t>
        <a:bodyPr/>
        <a:lstStyle/>
        <a:p>
          <a:endParaRPr lang="en-SG"/>
        </a:p>
      </dgm:t>
    </dgm:pt>
    <dgm:pt modelId="{17626FA4-DBAC-43D8-9BF7-7509B75C7829}">
      <dgm:prSet phldrT="[Text]" phldr="0"/>
      <dgm:spPr/>
      <dgm:t>
        <a:bodyPr/>
        <a:lstStyle/>
        <a:p>
          <a:r>
            <a:rPr lang="en-GB" dirty="0"/>
            <a:t>Inflow of capital into assets market boost stock market and property market </a:t>
          </a:r>
          <a:endParaRPr lang="en-SG" dirty="0"/>
        </a:p>
      </dgm:t>
    </dgm:pt>
    <dgm:pt modelId="{291D7733-AF57-41DB-85AE-65C10D23BD95}" type="parTrans" cxnId="{B20FE908-E3E2-4F09-9AB4-8630528DD620}">
      <dgm:prSet/>
      <dgm:spPr/>
      <dgm:t>
        <a:bodyPr/>
        <a:lstStyle/>
        <a:p>
          <a:endParaRPr lang="en-SG"/>
        </a:p>
      </dgm:t>
    </dgm:pt>
    <dgm:pt modelId="{0207D5B3-1F37-4771-B59D-E61CD0AF680D}" type="sibTrans" cxnId="{B20FE908-E3E2-4F09-9AB4-8630528DD620}">
      <dgm:prSet/>
      <dgm:spPr/>
      <dgm:t>
        <a:bodyPr/>
        <a:lstStyle/>
        <a:p>
          <a:endParaRPr lang="en-SG"/>
        </a:p>
      </dgm:t>
    </dgm:pt>
    <dgm:pt modelId="{B927B571-A343-40B9-B78A-A3E8C502ED1A}">
      <dgm:prSet phldrT="[Text]" phldr="0"/>
      <dgm:spPr/>
      <dgm:t>
        <a:bodyPr/>
        <a:lstStyle/>
        <a:p>
          <a:r>
            <a:rPr lang="en-GB" dirty="0"/>
            <a:t>Inflation and higher cost of living </a:t>
          </a:r>
          <a:endParaRPr lang="en-SG" dirty="0"/>
        </a:p>
      </dgm:t>
    </dgm:pt>
    <dgm:pt modelId="{5351D11F-E6BA-47DC-9989-218FFCE9BE2F}" type="parTrans" cxnId="{2F245007-9777-49D4-A396-094194E77145}">
      <dgm:prSet/>
      <dgm:spPr/>
      <dgm:t>
        <a:bodyPr/>
        <a:lstStyle/>
        <a:p>
          <a:endParaRPr lang="en-SG"/>
        </a:p>
      </dgm:t>
    </dgm:pt>
    <dgm:pt modelId="{1670E1C1-FE6D-49B7-B26E-615635586801}" type="sibTrans" cxnId="{2F245007-9777-49D4-A396-094194E77145}">
      <dgm:prSet/>
      <dgm:spPr/>
      <dgm:t>
        <a:bodyPr/>
        <a:lstStyle/>
        <a:p>
          <a:endParaRPr lang="en-SG"/>
        </a:p>
      </dgm:t>
    </dgm:pt>
    <dgm:pt modelId="{9B8250BF-DB29-4AAB-A086-E7995EE1EFF1}" type="pres">
      <dgm:prSet presAssocID="{9671D564-68F3-499D-8301-5317E481A47D}" presName="list" presStyleCnt="0">
        <dgm:presLayoutVars>
          <dgm:dir/>
          <dgm:animLvl val="lvl"/>
        </dgm:presLayoutVars>
      </dgm:prSet>
      <dgm:spPr/>
    </dgm:pt>
    <dgm:pt modelId="{651F88BA-5D38-48AB-9116-800621566C01}" type="pres">
      <dgm:prSet presAssocID="{DB8A2B5B-8413-446B-A071-19C52D27D5E5}" presName="posSpace" presStyleCnt="0"/>
      <dgm:spPr/>
    </dgm:pt>
    <dgm:pt modelId="{405371C7-E297-436E-8620-ED905ED2D5F5}" type="pres">
      <dgm:prSet presAssocID="{DB8A2B5B-8413-446B-A071-19C52D27D5E5}" presName="vertFlow" presStyleCnt="0"/>
      <dgm:spPr/>
    </dgm:pt>
    <dgm:pt modelId="{D483FED1-17C1-475F-93E2-C27F4347AC1B}" type="pres">
      <dgm:prSet presAssocID="{DB8A2B5B-8413-446B-A071-19C52D27D5E5}" presName="topSpace" presStyleCnt="0"/>
      <dgm:spPr/>
    </dgm:pt>
    <dgm:pt modelId="{BBE73CB9-0F67-42F3-AD24-56CB8D0BD12F}" type="pres">
      <dgm:prSet presAssocID="{DB8A2B5B-8413-446B-A071-19C52D27D5E5}" presName="firstComp" presStyleCnt="0"/>
      <dgm:spPr/>
    </dgm:pt>
    <dgm:pt modelId="{019EA163-9B14-4772-A09A-0F4CE6FE0CD5}" type="pres">
      <dgm:prSet presAssocID="{DB8A2B5B-8413-446B-A071-19C52D27D5E5}" presName="firstChild" presStyleLbl="bgAccFollowNode1" presStyleIdx="0" presStyleCnt="4"/>
      <dgm:spPr/>
    </dgm:pt>
    <dgm:pt modelId="{AEA6F0FB-B894-4D27-A3D1-62226FA7D499}" type="pres">
      <dgm:prSet presAssocID="{DB8A2B5B-8413-446B-A071-19C52D27D5E5}" presName="firstChildTx" presStyleLbl="bgAccFollowNode1" presStyleIdx="0" presStyleCnt="4">
        <dgm:presLayoutVars>
          <dgm:bulletEnabled val="1"/>
        </dgm:presLayoutVars>
      </dgm:prSet>
      <dgm:spPr/>
    </dgm:pt>
    <dgm:pt modelId="{2EEBE02E-C65E-462C-8F0F-6704B177BF25}" type="pres">
      <dgm:prSet presAssocID="{6C1506BD-42FF-4FED-AB3F-E9A5B7B5B507}" presName="comp" presStyleCnt="0"/>
      <dgm:spPr/>
    </dgm:pt>
    <dgm:pt modelId="{33E84A03-6C17-4E17-AD08-D6991DA93E7B}" type="pres">
      <dgm:prSet presAssocID="{6C1506BD-42FF-4FED-AB3F-E9A5B7B5B507}" presName="child" presStyleLbl="bgAccFollowNode1" presStyleIdx="1" presStyleCnt="4"/>
      <dgm:spPr/>
    </dgm:pt>
    <dgm:pt modelId="{1ECF27D7-4105-4104-AD55-41293DA30D9D}" type="pres">
      <dgm:prSet presAssocID="{6C1506BD-42FF-4FED-AB3F-E9A5B7B5B507}" presName="childTx" presStyleLbl="bgAccFollowNode1" presStyleIdx="1" presStyleCnt="4">
        <dgm:presLayoutVars>
          <dgm:bulletEnabled val="1"/>
        </dgm:presLayoutVars>
      </dgm:prSet>
      <dgm:spPr/>
    </dgm:pt>
    <dgm:pt modelId="{A430980E-5A92-45D7-BCEB-69D23A823770}" type="pres">
      <dgm:prSet presAssocID="{DB8A2B5B-8413-446B-A071-19C52D27D5E5}" presName="negSpace" presStyleCnt="0"/>
      <dgm:spPr/>
    </dgm:pt>
    <dgm:pt modelId="{605F5F04-E30E-430D-B087-E62A3B1DA4C9}" type="pres">
      <dgm:prSet presAssocID="{DB8A2B5B-8413-446B-A071-19C52D27D5E5}" presName="circle" presStyleLbl="node1" presStyleIdx="0" presStyleCnt="2"/>
      <dgm:spPr/>
    </dgm:pt>
    <dgm:pt modelId="{A77B522A-8525-49E7-81C7-BC0C46FD1A21}" type="pres">
      <dgm:prSet presAssocID="{D53C830F-22AB-4BAD-88F2-6C144BCC2E2D}" presName="transSpace" presStyleCnt="0"/>
      <dgm:spPr/>
    </dgm:pt>
    <dgm:pt modelId="{4832C8F2-91E0-4F4F-A1AD-0E1B0BECDC85}" type="pres">
      <dgm:prSet presAssocID="{5E691952-243E-4CBE-A7E1-90381F8EC9E1}" presName="posSpace" presStyleCnt="0"/>
      <dgm:spPr/>
    </dgm:pt>
    <dgm:pt modelId="{A3F7A937-6A0E-4473-8AB1-A2207DF799E7}" type="pres">
      <dgm:prSet presAssocID="{5E691952-243E-4CBE-A7E1-90381F8EC9E1}" presName="vertFlow" presStyleCnt="0"/>
      <dgm:spPr/>
    </dgm:pt>
    <dgm:pt modelId="{A43FE458-81BD-42EC-804B-804A159319F9}" type="pres">
      <dgm:prSet presAssocID="{5E691952-243E-4CBE-A7E1-90381F8EC9E1}" presName="topSpace" presStyleCnt="0"/>
      <dgm:spPr/>
    </dgm:pt>
    <dgm:pt modelId="{189CE186-69B0-44AC-9A7A-B4D193CCD38A}" type="pres">
      <dgm:prSet presAssocID="{5E691952-243E-4CBE-A7E1-90381F8EC9E1}" presName="firstComp" presStyleCnt="0"/>
      <dgm:spPr/>
    </dgm:pt>
    <dgm:pt modelId="{14C9BFAC-51CE-4B0F-BCC0-DD1EFDFD1C7E}" type="pres">
      <dgm:prSet presAssocID="{5E691952-243E-4CBE-A7E1-90381F8EC9E1}" presName="firstChild" presStyleLbl="bgAccFollowNode1" presStyleIdx="2" presStyleCnt="4"/>
      <dgm:spPr/>
    </dgm:pt>
    <dgm:pt modelId="{5D58C3AE-E6A4-4F7F-8655-95EDE0ED3C81}" type="pres">
      <dgm:prSet presAssocID="{5E691952-243E-4CBE-A7E1-90381F8EC9E1}" presName="firstChildTx" presStyleLbl="bgAccFollowNode1" presStyleIdx="2" presStyleCnt="4">
        <dgm:presLayoutVars>
          <dgm:bulletEnabled val="1"/>
        </dgm:presLayoutVars>
      </dgm:prSet>
      <dgm:spPr/>
    </dgm:pt>
    <dgm:pt modelId="{ACBBE59F-09E4-4A9F-AB91-C4D0C1FE4E49}" type="pres">
      <dgm:prSet presAssocID="{B927B571-A343-40B9-B78A-A3E8C502ED1A}" presName="comp" presStyleCnt="0"/>
      <dgm:spPr/>
    </dgm:pt>
    <dgm:pt modelId="{AABDE7BA-8CD1-4422-BBDA-D59D04026C38}" type="pres">
      <dgm:prSet presAssocID="{B927B571-A343-40B9-B78A-A3E8C502ED1A}" presName="child" presStyleLbl="bgAccFollowNode1" presStyleIdx="3" presStyleCnt="4"/>
      <dgm:spPr/>
    </dgm:pt>
    <dgm:pt modelId="{ED5968E8-8AD8-4E13-B642-DA12DB56378E}" type="pres">
      <dgm:prSet presAssocID="{B927B571-A343-40B9-B78A-A3E8C502ED1A}" presName="childTx" presStyleLbl="bgAccFollowNode1" presStyleIdx="3" presStyleCnt="4">
        <dgm:presLayoutVars>
          <dgm:bulletEnabled val="1"/>
        </dgm:presLayoutVars>
      </dgm:prSet>
      <dgm:spPr/>
    </dgm:pt>
    <dgm:pt modelId="{403355C2-E0D6-46B8-967C-8A5890359725}" type="pres">
      <dgm:prSet presAssocID="{5E691952-243E-4CBE-A7E1-90381F8EC9E1}" presName="negSpace" presStyleCnt="0"/>
      <dgm:spPr/>
    </dgm:pt>
    <dgm:pt modelId="{B57EC9A6-1F19-4389-B8DF-D7C6703759D7}" type="pres">
      <dgm:prSet presAssocID="{5E691952-243E-4CBE-A7E1-90381F8EC9E1}" presName="circle" presStyleLbl="node1" presStyleIdx="1" presStyleCnt="2"/>
      <dgm:spPr/>
    </dgm:pt>
  </dgm:ptLst>
  <dgm:cxnLst>
    <dgm:cxn modelId="{2F245007-9777-49D4-A396-094194E77145}" srcId="{5E691952-243E-4CBE-A7E1-90381F8EC9E1}" destId="{B927B571-A343-40B9-B78A-A3E8C502ED1A}" srcOrd="1" destOrd="0" parTransId="{5351D11F-E6BA-47DC-9989-218FFCE9BE2F}" sibTransId="{1670E1C1-FE6D-49B7-B26E-615635586801}"/>
    <dgm:cxn modelId="{B20FE908-E3E2-4F09-9AB4-8630528DD620}" srcId="{5E691952-243E-4CBE-A7E1-90381F8EC9E1}" destId="{17626FA4-DBAC-43D8-9BF7-7509B75C7829}" srcOrd="0" destOrd="0" parTransId="{291D7733-AF57-41DB-85AE-65C10D23BD95}" sibTransId="{0207D5B3-1F37-4771-B59D-E61CD0AF680D}"/>
    <dgm:cxn modelId="{AF4A431E-F056-497A-8151-6C28132C604F}" type="presOf" srcId="{6C1506BD-42FF-4FED-AB3F-E9A5B7B5B507}" destId="{1ECF27D7-4105-4104-AD55-41293DA30D9D}" srcOrd="1" destOrd="0" presId="urn:microsoft.com/office/officeart/2005/8/layout/hList9"/>
    <dgm:cxn modelId="{8BC50D1F-5F62-4E87-9CD5-4AC4202AD064}" type="presOf" srcId="{17626FA4-DBAC-43D8-9BF7-7509B75C7829}" destId="{5D58C3AE-E6A4-4F7F-8655-95EDE0ED3C81}" srcOrd="1" destOrd="0" presId="urn:microsoft.com/office/officeart/2005/8/layout/hList9"/>
    <dgm:cxn modelId="{AC7DEC26-53BD-43DC-95C6-463DB9B1F11A}" type="presOf" srcId="{9671D564-68F3-499D-8301-5317E481A47D}" destId="{9B8250BF-DB29-4AAB-A086-E7995EE1EFF1}" srcOrd="0" destOrd="0" presId="urn:microsoft.com/office/officeart/2005/8/layout/hList9"/>
    <dgm:cxn modelId="{56E5D342-CAD1-4EEA-BE69-9E3E0E4117AF}" type="presOf" srcId="{720F3788-A2AE-4AAE-B826-84D6393F9608}" destId="{019EA163-9B14-4772-A09A-0F4CE6FE0CD5}" srcOrd="0" destOrd="0" presId="urn:microsoft.com/office/officeart/2005/8/layout/hList9"/>
    <dgm:cxn modelId="{75BE344A-2D69-4840-B289-A4A03603E9B6}" type="presOf" srcId="{DB8A2B5B-8413-446B-A071-19C52D27D5E5}" destId="{605F5F04-E30E-430D-B087-E62A3B1DA4C9}" srcOrd="0" destOrd="0" presId="urn:microsoft.com/office/officeart/2005/8/layout/hList9"/>
    <dgm:cxn modelId="{D35C296E-E99C-485B-A197-AAF8754050F0}" srcId="{9671D564-68F3-499D-8301-5317E481A47D}" destId="{5E691952-243E-4CBE-A7E1-90381F8EC9E1}" srcOrd="1" destOrd="0" parTransId="{640985B4-2FFB-4A66-B0FF-69B0070E0ABF}" sibTransId="{2C42B580-BEA7-454F-82B2-C331DFC73145}"/>
    <dgm:cxn modelId="{7C2D4E70-C8A6-440C-888A-60EBDF6EFC64}" type="presOf" srcId="{B927B571-A343-40B9-B78A-A3E8C502ED1A}" destId="{ED5968E8-8AD8-4E13-B642-DA12DB56378E}" srcOrd="1" destOrd="0" presId="urn:microsoft.com/office/officeart/2005/8/layout/hList9"/>
    <dgm:cxn modelId="{8BDC0E54-7338-4249-9EAA-6DE2A1BF0466}" srcId="{DB8A2B5B-8413-446B-A071-19C52D27D5E5}" destId="{6C1506BD-42FF-4FED-AB3F-E9A5B7B5B507}" srcOrd="1" destOrd="0" parTransId="{BCE192E8-8513-4F32-99FA-FF996A38EBCA}" sibTransId="{10BCB576-2691-40EB-9AEE-62A7C442BFE1}"/>
    <dgm:cxn modelId="{D35EBD75-F1CE-45DD-A4D8-DA78A62519D8}" type="presOf" srcId="{6C1506BD-42FF-4FED-AB3F-E9A5B7B5B507}" destId="{33E84A03-6C17-4E17-AD08-D6991DA93E7B}" srcOrd="0" destOrd="0" presId="urn:microsoft.com/office/officeart/2005/8/layout/hList9"/>
    <dgm:cxn modelId="{5BE93286-05CB-4BE4-A985-169063FB0CB4}" type="presOf" srcId="{720F3788-A2AE-4AAE-B826-84D6393F9608}" destId="{AEA6F0FB-B894-4D27-A3D1-62226FA7D499}" srcOrd="1" destOrd="0" presId="urn:microsoft.com/office/officeart/2005/8/layout/hList9"/>
    <dgm:cxn modelId="{54BDA1A2-8079-46B7-8A06-7D0B878DED6A}" srcId="{DB8A2B5B-8413-446B-A071-19C52D27D5E5}" destId="{720F3788-A2AE-4AAE-B826-84D6393F9608}" srcOrd="0" destOrd="0" parTransId="{3B3C99D9-E7C0-4362-87E7-55E8EB0C0775}" sibTransId="{662B79CD-740D-44F7-8150-189C91CE5C0F}"/>
    <dgm:cxn modelId="{FB0441AB-3907-470E-8D71-A18E6626D338}" srcId="{9671D564-68F3-499D-8301-5317E481A47D}" destId="{DB8A2B5B-8413-446B-A071-19C52D27D5E5}" srcOrd="0" destOrd="0" parTransId="{DF2186DB-BC88-4A61-BA3C-7F70EC326334}" sibTransId="{D53C830F-22AB-4BAD-88F2-6C144BCC2E2D}"/>
    <dgm:cxn modelId="{676A29B7-005D-4AB7-AE40-16E72AC5A50C}" type="presOf" srcId="{17626FA4-DBAC-43D8-9BF7-7509B75C7829}" destId="{14C9BFAC-51CE-4B0F-BCC0-DD1EFDFD1C7E}" srcOrd="0" destOrd="0" presId="urn:microsoft.com/office/officeart/2005/8/layout/hList9"/>
    <dgm:cxn modelId="{D1A700B8-92AE-4288-885F-0E46FCFE6C3A}" type="presOf" srcId="{B927B571-A343-40B9-B78A-A3E8C502ED1A}" destId="{AABDE7BA-8CD1-4422-BBDA-D59D04026C38}" srcOrd="0" destOrd="0" presId="urn:microsoft.com/office/officeart/2005/8/layout/hList9"/>
    <dgm:cxn modelId="{2D083EF4-B9AC-49CE-A4D1-77CD3433AE2E}" type="presOf" srcId="{5E691952-243E-4CBE-A7E1-90381F8EC9E1}" destId="{B57EC9A6-1F19-4389-B8DF-D7C6703759D7}" srcOrd="0" destOrd="0" presId="urn:microsoft.com/office/officeart/2005/8/layout/hList9"/>
    <dgm:cxn modelId="{3F15B172-F074-4E88-81DE-5EC5D6F215F2}" type="presParOf" srcId="{9B8250BF-DB29-4AAB-A086-E7995EE1EFF1}" destId="{651F88BA-5D38-48AB-9116-800621566C01}" srcOrd="0" destOrd="0" presId="urn:microsoft.com/office/officeart/2005/8/layout/hList9"/>
    <dgm:cxn modelId="{F07388E4-1A87-4B16-826A-C1AFB601DB6C}" type="presParOf" srcId="{9B8250BF-DB29-4AAB-A086-E7995EE1EFF1}" destId="{405371C7-E297-436E-8620-ED905ED2D5F5}" srcOrd="1" destOrd="0" presId="urn:microsoft.com/office/officeart/2005/8/layout/hList9"/>
    <dgm:cxn modelId="{184B61ED-7D2F-4A03-A186-B04AC718E529}" type="presParOf" srcId="{405371C7-E297-436E-8620-ED905ED2D5F5}" destId="{D483FED1-17C1-475F-93E2-C27F4347AC1B}" srcOrd="0" destOrd="0" presId="urn:microsoft.com/office/officeart/2005/8/layout/hList9"/>
    <dgm:cxn modelId="{5D44B17D-6865-4C4A-95D3-0C763B655EFF}" type="presParOf" srcId="{405371C7-E297-436E-8620-ED905ED2D5F5}" destId="{BBE73CB9-0F67-42F3-AD24-56CB8D0BD12F}" srcOrd="1" destOrd="0" presId="urn:microsoft.com/office/officeart/2005/8/layout/hList9"/>
    <dgm:cxn modelId="{3CE69E15-A99E-40CF-9A8E-EF8E3E6461AA}" type="presParOf" srcId="{BBE73CB9-0F67-42F3-AD24-56CB8D0BD12F}" destId="{019EA163-9B14-4772-A09A-0F4CE6FE0CD5}" srcOrd="0" destOrd="0" presId="urn:microsoft.com/office/officeart/2005/8/layout/hList9"/>
    <dgm:cxn modelId="{CEC3BA0F-F76D-4C6F-8438-EF36377C5B9A}" type="presParOf" srcId="{BBE73CB9-0F67-42F3-AD24-56CB8D0BD12F}" destId="{AEA6F0FB-B894-4D27-A3D1-62226FA7D499}" srcOrd="1" destOrd="0" presId="urn:microsoft.com/office/officeart/2005/8/layout/hList9"/>
    <dgm:cxn modelId="{D0488145-6CA5-435C-9D83-2A7100DAB1AC}" type="presParOf" srcId="{405371C7-E297-436E-8620-ED905ED2D5F5}" destId="{2EEBE02E-C65E-462C-8F0F-6704B177BF25}" srcOrd="2" destOrd="0" presId="urn:microsoft.com/office/officeart/2005/8/layout/hList9"/>
    <dgm:cxn modelId="{D499F52B-45FC-4654-85F8-387D31862FF1}" type="presParOf" srcId="{2EEBE02E-C65E-462C-8F0F-6704B177BF25}" destId="{33E84A03-6C17-4E17-AD08-D6991DA93E7B}" srcOrd="0" destOrd="0" presId="urn:microsoft.com/office/officeart/2005/8/layout/hList9"/>
    <dgm:cxn modelId="{430404C0-6273-43DE-B914-F1E69792D799}" type="presParOf" srcId="{2EEBE02E-C65E-462C-8F0F-6704B177BF25}" destId="{1ECF27D7-4105-4104-AD55-41293DA30D9D}" srcOrd="1" destOrd="0" presId="urn:microsoft.com/office/officeart/2005/8/layout/hList9"/>
    <dgm:cxn modelId="{5B99404A-D6E9-4944-BFD6-F97898612C2E}" type="presParOf" srcId="{9B8250BF-DB29-4AAB-A086-E7995EE1EFF1}" destId="{A430980E-5A92-45D7-BCEB-69D23A823770}" srcOrd="2" destOrd="0" presId="urn:microsoft.com/office/officeart/2005/8/layout/hList9"/>
    <dgm:cxn modelId="{FC248E89-FBD6-4BA5-9D9E-CAC4530A2460}" type="presParOf" srcId="{9B8250BF-DB29-4AAB-A086-E7995EE1EFF1}" destId="{605F5F04-E30E-430D-B087-E62A3B1DA4C9}" srcOrd="3" destOrd="0" presId="urn:microsoft.com/office/officeart/2005/8/layout/hList9"/>
    <dgm:cxn modelId="{30886CFB-E24C-4B02-9FAE-C700F8D7E376}" type="presParOf" srcId="{9B8250BF-DB29-4AAB-A086-E7995EE1EFF1}" destId="{A77B522A-8525-49E7-81C7-BC0C46FD1A21}" srcOrd="4" destOrd="0" presId="urn:microsoft.com/office/officeart/2005/8/layout/hList9"/>
    <dgm:cxn modelId="{965EE7C4-A493-4FCF-818D-9B3E6727A182}" type="presParOf" srcId="{9B8250BF-DB29-4AAB-A086-E7995EE1EFF1}" destId="{4832C8F2-91E0-4F4F-A1AD-0E1B0BECDC85}" srcOrd="5" destOrd="0" presId="urn:microsoft.com/office/officeart/2005/8/layout/hList9"/>
    <dgm:cxn modelId="{E4D66C1C-A475-4EA3-8E74-09BA82219D54}" type="presParOf" srcId="{9B8250BF-DB29-4AAB-A086-E7995EE1EFF1}" destId="{A3F7A937-6A0E-4473-8AB1-A2207DF799E7}" srcOrd="6" destOrd="0" presId="urn:microsoft.com/office/officeart/2005/8/layout/hList9"/>
    <dgm:cxn modelId="{02CCD94F-AF41-4ADF-8E01-D20C83070757}" type="presParOf" srcId="{A3F7A937-6A0E-4473-8AB1-A2207DF799E7}" destId="{A43FE458-81BD-42EC-804B-804A159319F9}" srcOrd="0" destOrd="0" presId="urn:microsoft.com/office/officeart/2005/8/layout/hList9"/>
    <dgm:cxn modelId="{26A5C38B-D785-4120-8045-2E7A405D3A0C}" type="presParOf" srcId="{A3F7A937-6A0E-4473-8AB1-A2207DF799E7}" destId="{189CE186-69B0-44AC-9A7A-B4D193CCD38A}" srcOrd="1" destOrd="0" presId="urn:microsoft.com/office/officeart/2005/8/layout/hList9"/>
    <dgm:cxn modelId="{16699138-B7A5-4355-9E5A-34C9D3A665F0}" type="presParOf" srcId="{189CE186-69B0-44AC-9A7A-B4D193CCD38A}" destId="{14C9BFAC-51CE-4B0F-BCC0-DD1EFDFD1C7E}" srcOrd="0" destOrd="0" presId="urn:microsoft.com/office/officeart/2005/8/layout/hList9"/>
    <dgm:cxn modelId="{8A2830F8-79AB-4598-A387-4C493D0A99E8}" type="presParOf" srcId="{189CE186-69B0-44AC-9A7A-B4D193CCD38A}" destId="{5D58C3AE-E6A4-4F7F-8655-95EDE0ED3C81}" srcOrd="1" destOrd="0" presId="urn:microsoft.com/office/officeart/2005/8/layout/hList9"/>
    <dgm:cxn modelId="{A36F7174-B6E0-4B9F-A91F-BBB5C2657E08}" type="presParOf" srcId="{A3F7A937-6A0E-4473-8AB1-A2207DF799E7}" destId="{ACBBE59F-09E4-4A9F-AB91-C4D0C1FE4E49}" srcOrd="2" destOrd="0" presId="urn:microsoft.com/office/officeart/2005/8/layout/hList9"/>
    <dgm:cxn modelId="{E5F4EDCB-6BAD-4048-9579-36ED83E6F559}" type="presParOf" srcId="{ACBBE59F-09E4-4A9F-AB91-C4D0C1FE4E49}" destId="{AABDE7BA-8CD1-4422-BBDA-D59D04026C38}" srcOrd="0" destOrd="0" presId="urn:microsoft.com/office/officeart/2005/8/layout/hList9"/>
    <dgm:cxn modelId="{EC3F82AF-151D-4BC4-9208-BAA988FA0766}" type="presParOf" srcId="{ACBBE59F-09E4-4A9F-AB91-C4D0C1FE4E49}" destId="{ED5968E8-8AD8-4E13-B642-DA12DB56378E}" srcOrd="1" destOrd="0" presId="urn:microsoft.com/office/officeart/2005/8/layout/hList9"/>
    <dgm:cxn modelId="{60209F3C-6761-47EC-A238-035B7B121B61}" type="presParOf" srcId="{9B8250BF-DB29-4AAB-A086-E7995EE1EFF1}" destId="{403355C2-E0D6-46B8-967C-8A5890359725}" srcOrd="7" destOrd="0" presId="urn:microsoft.com/office/officeart/2005/8/layout/hList9"/>
    <dgm:cxn modelId="{0B05F2EB-0B5E-4D54-8A3B-A6DA67984977}" type="presParOf" srcId="{9B8250BF-DB29-4AAB-A086-E7995EE1EFF1}" destId="{B57EC9A6-1F19-4389-B8DF-D7C6703759D7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8EEE25-F8F7-4D8B-9178-4701B0F2822E}" type="doc">
      <dgm:prSet loTypeId="urn:microsoft.com/office/officeart/2005/8/layout/equation1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2C6EEE81-C307-496A-B213-2AA86ACC7895}">
      <dgm:prSet phldrT="[Text]" custT="1"/>
      <dgm:spPr/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Aging population </a:t>
          </a:r>
          <a:endParaRPr lang="en-SG" sz="1800" b="1" dirty="0">
            <a:solidFill>
              <a:schemeClr val="tx1"/>
            </a:solidFill>
          </a:endParaRPr>
        </a:p>
      </dgm:t>
    </dgm:pt>
    <dgm:pt modelId="{D53BA247-0F8D-4C4F-91D2-4BEB6CC85445}" type="parTrans" cxnId="{2484B3CC-158C-4B0F-BBED-BFA1A4490AAF}">
      <dgm:prSet/>
      <dgm:spPr/>
      <dgm:t>
        <a:bodyPr/>
        <a:lstStyle/>
        <a:p>
          <a:endParaRPr lang="en-SG" sz="1800" b="1">
            <a:solidFill>
              <a:schemeClr val="tx1"/>
            </a:solidFill>
          </a:endParaRPr>
        </a:p>
      </dgm:t>
    </dgm:pt>
    <dgm:pt modelId="{4F305C63-8560-4168-80EA-25CE507E9F27}" type="sibTrans" cxnId="{2484B3CC-158C-4B0F-BBED-BFA1A4490AAF}">
      <dgm:prSet custT="1"/>
      <dgm:spPr/>
      <dgm:t>
        <a:bodyPr/>
        <a:lstStyle/>
        <a:p>
          <a:endParaRPr lang="en-SG" sz="1800" b="1" dirty="0">
            <a:solidFill>
              <a:schemeClr val="tx1"/>
            </a:solidFill>
          </a:endParaRPr>
        </a:p>
      </dgm:t>
    </dgm:pt>
    <dgm:pt modelId="{9BE4EB5F-218B-435F-A3C3-C99E3D403CFB}">
      <dgm:prSet phldrT="[Text]" custT="1"/>
      <dgm:spPr/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Falling birth rates </a:t>
          </a:r>
          <a:endParaRPr lang="en-SG" sz="1800" b="1" dirty="0">
            <a:solidFill>
              <a:schemeClr val="tx1"/>
            </a:solidFill>
          </a:endParaRPr>
        </a:p>
      </dgm:t>
    </dgm:pt>
    <dgm:pt modelId="{F0510153-1465-451F-8217-BA098373EF8F}" type="parTrans" cxnId="{FF7AA873-B675-4335-8951-CA51BBFEC07E}">
      <dgm:prSet/>
      <dgm:spPr/>
      <dgm:t>
        <a:bodyPr/>
        <a:lstStyle/>
        <a:p>
          <a:endParaRPr lang="en-SG" sz="1800" b="1">
            <a:solidFill>
              <a:schemeClr val="tx1"/>
            </a:solidFill>
          </a:endParaRPr>
        </a:p>
      </dgm:t>
    </dgm:pt>
    <dgm:pt modelId="{5431958E-083F-4B12-AFC2-4EF99887C203}" type="sibTrans" cxnId="{FF7AA873-B675-4335-8951-CA51BBFEC07E}">
      <dgm:prSet custT="1"/>
      <dgm:spPr/>
      <dgm:t>
        <a:bodyPr/>
        <a:lstStyle/>
        <a:p>
          <a:endParaRPr lang="en-SG" sz="1800" b="1" dirty="0">
            <a:solidFill>
              <a:schemeClr val="tx1"/>
            </a:solidFill>
          </a:endParaRPr>
        </a:p>
      </dgm:t>
    </dgm:pt>
    <dgm:pt modelId="{8317B288-1AD7-4107-8AB7-F4A3215BA14D}">
      <dgm:prSet phldrT="[Text]" custT="1"/>
      <dgm:spPr/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Rising </a:t>
          </a:r>
          <a:r>
            <a:rPr lang="en-US" sz="1600" b="1" dirty="0">
              <a:solidFill>
                <a:schemeClr val="tx1"/>
              </a:solidFill>
            </a:rPr>
            <a:t>DEPENDENCY </a:t>
          </a:r>
        </a:p>
        <a:p>
          <a:r>
            <a:rPr lang="en-US" sz="1600" b="1" dirty="0">
              <a:solidFill>
                <a:schemeClr val="tx1"/>
              </a:solidFill>
            </a:rPr>
            <a:t>RATIO </a:t>
          </a:r>
          <a:endParaRPr lang="en-SG" sz="1600" b="1" dirty="0">
            <a:solidFill>
              <a:schemeClr val="tx1"/>
            </a:solidFill>
          </a:endParaRPr>
        </a:p>
      </dgm:t>
    </dgm:pt>
    <dgm:pt modelId="{8B2A06D9-00DD-4827-99EA-3593BCF84AF7}" type="parTrans" cxnId="{308D8678-3643-4382-95D7-866FEE025C05}">
      <dgm:prSet/>
      <dgm:spPr/>
      <dgm:t>
        <a:bodyPr/>
        <a:lstStyle/>
        <a:p>
          <a:endParaRPr lang="en-SG" sz="1800" b="1">
            <a:solidFill>
              <a:schemeClr val="tx1"/>
            </a:solidFill>
          </a:endParaRPr>
        </a:p>
      </dgm:t>
    </dgm:pt>
    <dgm:pt modelId="{EB68B8D9-BC9D-4DF2-BBFA-33D6A745CDE4}" type="sibTrans" cxnId="{308D8678-3643-4382-95D7-866FEE025C05}">
      <dgm:prSet/>
      <dgm:spPr/>
      <dgm:t>
        <a:bodyPr/>
        <a:lstStyle/>
        <a:p>
          <a:endParaRPr lang="en-SG" sz="1800" b="1">
            <a:solidFill>
              <a:schemeClr val="tx1"/>
            </a:solidFill>
          </a:endParaRPr>
        </a:p>
      </dgm:t>
    </dgm:pt>
    <dgm:pt modelId="{28F1C858-24F9-485B-A436-2A9D4D803FFB}" type="pres">
      <dgm:prSet presAssocID="{578EEE25-F8F7-4D8B-9178-4701B0F2822E}" presName="linearFlow" presStyleCnt="0">
        <dgm:presLayoutVars>
          <dgm:dir/>
          <dgm:resizeHandles val="exact"/>
        </dgm:presLayoutVars>
      </dgm:prSet>
      <dgm:spPr/>
    </dgm:pt>
    <dgm:pt modelId="{B6C1A666-7E59-4868-A7BA-DC8C3CC586FE}" type="pres">
      <dgm:prSet presAssocID="{2C6EEE81-C307-496A-B213-2AA86ACC7895}" presName="node" presStyleLbl="node1" presStyleIdx="0" presStyleCnt="3">
        <dgm:presLayoutVars>
          <dgm:bulletEnabled val="1"/>
        </dgm:presLayoutVars>
      </dgm:prSet>
      <dgm:spPr/>
    </dgm:pt>
    <dgm:pt modelId="{391951A1-C31C-4D19-9B57-C245326469DB}" type="pres">
      <dgm:prSet presAssocID="{4F305C63-8560-4168-80EA-25CE507E9F27}" presName="spacerL" presStyleCnt="0"/>
      <dgm:spPr/>
    </dgm:pt>
    <dgm:pt modelId="{559208E3-5295-4548-85BB-042C16633B4D}" type="pres">
      <dgm:prSet presAssocID="{4F305C63-8560-4168-80EA-25CE507E9F27}" presName="sibTrans" presStyleLbl="sibTrans2D1" presStyleIdx="0" presStyleCnt="2"/>
      <dgm:spPr/>
    </dgm:pt>
    <dgm:pt modelId="{26820153-1206-4A15-9A71-2418E30AD2C5}" type="pres">
      <dgm:prSet presAssocID="{4F305C63-8560-4168-80EA-25CE507E9F27}" presName="spacerR" presStyleCnt="0"/>
      <dgm:spPr/>
    </dgm:pt>
    <dgm:pt modelId="{DF672CC5-9517-4D0B-B18D-0326C1D0C318}" type="pres">
      <dgm:prSet presAssocID="{9BE4EB5F-218B-435F-A3C3-C99E3D403CFB}" presName="node" presStyleLbl="node1" presStyleIdx="1" presStyleCnt="3">
        <dgm:presLayoutVars>
          <dgm:bulletEnabled val="1"/>
        </dgm:presLayoutVars>
      </dgm:prSet>
      <dgm:spPr/>
    </dgm:pt>
    <dgm:pt modelId="{B0CB8F64-8F89-4E4D-AB2F-5F4D5B55CC9F}" type="pres">
      <dgm:prSet presAssocID="{5431958E-083F-4B12-AFC2-4EF99887C203}" presName="spacerL" presStyleCnt="0"/>
      <dgm:spPr/>
    </dgm:pt>
    <dgm:pt modelId="{AA49D7F2-EF0B-4C2C-AA9C-6D362DE8952E}" type="pres">
      <dgm:prSet presAssocID="{5431958E-083F-4B12-AFC2-4EF99887C203}" presName="sibTrans" presStyleLbl="sibTrans2D1" presStyleIdx="1" presStyleCnt="2"/>
      <dgm:spPr/>
    </dgm:pt>
    <dgm:pt modelId="{BEFD5D8D-D085-4FA4-963F-19A28B8BDD6A}" type="pres">
      <dgm:prSet presAssocID="{5431958E-083F-4B12-AFC2-4EF99887C203}" presName="spacerR" presStyleCnt="0"/>
      <dgm:spPr/>
    </dgm:pt>
    <dgm:pt modelId="{E7B5EA8D-1C71-4743-AA7D-6B9273D8B1C9}" type="pres">
      <dgm:prSet presAssocID="{8317B288-1AD7-4107-8AB7-F4A3215BA14D}" presName="node" presStyleLbl="node1" presStyleIdx="2" presStyleCnt="3">
        <dgm:presLayoutVars>
          <dgm:bulletEnabled val="1"/>
        </dgm:presLayoutVars>
      </dgm:prSet>
      <dgm:spPr/>
    </dgm:pt>
  </dgm:ptLst>
  <dgm:cxnLst>
    <dgm:cxn modelId="{44FCFA17-43E2-45DE-B7FF-6DADBB9B64AC}" type="presOf" srcId="{8317B288-1AD7-4107-8AB7-F4A3215BA14D}" destId="{E7B5EA8D-1C71-4743-AA7D-6B9273D8B1C9}" srcOrd="0" destOrd="0" presId="urn:microsoft.com/office/officeart/2005/8/layout/equation1"/>
    <dgm:cxn modelId="{53610C32-6046-4D05-8B9D-C2D6C1513A31}" type="presOf" srcId="{5431958E-083F-4B12-AFC2-4EF99887C203}" destId="{AA49D7F2-EF0B-4C2C-AA9C-6D362DE8952E}" srcOrd="0" destOrd="0" presId="urn:microsoft.com/office/officeart/2005/8/layout/equation1"/>
    <dgm:cxn modelId="{3A2EA444-841A-4F20-AFD8-8D60470F01B5}" type="presOf" srcId="{2C6EEE81-C307-496A-B213-2AA86ACC7895}" destId="{B6C1A666-7E59-4868-A7BA-DC8C3CC586FE}" srcOrd="0" destOrd="0" presId="urn:microsoft.com/office/officeart/2005/8/layout/equation1"/>
    <dgm:cxn modelId="{27A4824E-C59C-4AAB-8A9F-60243F3F1347}" type="presOf" srcId="{9BE4EB5F-218B-435F-A3C3-C99E3D403CFB}" destId="{DF672CC5-9517-4D0B-B18D-0326C1D0C318}" srcOrd="0" destOrd="0" presId="urn:microsoft.com/office/officeart/2005/8/layout/equation1"/>
    <dgm:cxn modelId="{FF7AA873-B675-4335-8951-CA51BBFEC07E}" srcId="{578EEE25-F8F7-4D8B-9178-4701B0F2822E}" destId="{9BE4EB5F-218B-435F-A3C3-C99E3D403CFB}" srcOrd="1" destOrd="0" parTransId="{F0510153-1465-451F-8217-BA098373EF8F}" sibTransId="{5431958E-083F-4B12-AFC2-4EF99887C203}"/>
    <dgm:cxn modelId="{308D8678-3643-4382-95D7-866FEE025C05}" srcId="{578EEE25-F8F7-4D8B-9178-4701B0F2822E}" destId="{8317B288-1AD7-4107-8AB7-F4A3215BA14D}" srcOrd="2" destOrd="0" parTransId="{8B2A06D9-00DD-4827-99EA-3593BCF84AF7}" sibTransId="{EB68B8D9-BC9D-4DF2-BBFA-33D6A745CDE4}"/>
    <dgm:cxn modelId="{55AE05BB-56DA-44D9-91DD-4127E9BFDBD3}" type="presOf" srcId="{578EEE25-F8F7-4D8B-9178-4701B0F2822E}" destId="{28F1C858-24F9-485B-A436-2A9D4D803FFB}" srcOrd="0" destOrd="0" presId="urn:microsoft.com/office/officeart/2005/8/layout/equation1"/>
    <dgm:cxn modelId="{60D79BC7-BB68-4BAA-A771-609EA164865D}" type="presOf" srcId="{4F305C63-8560-4168-80EA-25CE507E9F27}" destId="{559208E3-5295-4548-85BB-042C16633B4D}" srcOrd="0" destOrd="0" presId="urn:microsoft.com/office/officeart/2005/8/layout/equation1"/>
    <dgm:cxn modelId="{2484B3CC-158C-4B0F-BBED-BFA1A4490AAF}" srcId="{578EEE25-F8F7-4D8B-9178-4701B0F2822E}" destId="{2C6EEE81-C307-496A-B213-2AA86ACC7895}" srcOrd="0" destOrd="0" parTransId="{D53BA247-0F8D-4C4F-91D2-4BEB6CC85445}" sibTransId="{4F305C63-8560-4168-80EA-25CE507E9F27}"/>
    <dgm:cxn modelId="{84F6C921-EA30-454A-97A7-E72949C5A3D4}" type="presParOf" srcId="{28F1C858-24F9-485B-A436-2A9D4D803FFB}" destId="{B6C1A666-7E59-4868-A7BA-DC8C3CC586FE}" srcOrd="0" destOrd="0" presId="urn:microsoft.com/office/officeart/2005/8/layout/equation1"/>
    <dgm:cxn modelId="{948EF2D4-1F25-4A1C-A368-017664C9B933}" type="presParOf" srcId="{28F1C858-24F9-485B-A436-2A9D4D803FFB}" destId="{391951A1-C31C-4D19-9B57-C245326469DB}" srcOrd="1" destOrd="0" presId="urn:microsoft.com/office/officeart/2005/8/layout/equation1"/>
    <dgm:cxn modelId="{63EE36DF-B158-43D5-B6F6-55F6B903286E}" type="presParOf" srcId="{28F1C858-24F9-485B-A436-2A9D4D803FFB}" destId="{559208E3-5295-4548-85BB-042C16633B4D}" srcOrd="2" destOrd="0" presId="urn:microsoft.com/office/officeart/2005/8/layout/equation1"/>
    <dgm:cxn modelId="{B28B134E-BD87-4C0D-9869-A3BFFFC3A2DE}" type="presParOf" srcId="{28F1C858-24F9-485B-A436-2A9D4D803FFB}" destId="{26820153-1206-4A15-9A71-2418E30AD2C5}" srcOrd="3" destOrd="0" presId="urn:microsoft.com/office/officeart/2005/8/layout/equation1"/>
    <dgm:cxn modelId="{DA4B2280-11B7-411C-80C0-147BA663E2D8}" type="presParOf" srcId="{28F1C858-24F9-485B-A436-2A9D4D803FFB}" destId="{DF672CC5-9517-4D0B-B18D-0326C1D0C318}" srcOrd="4" destOrd="0" presId="urn:microsoft.com/office/officeart/2005/8/layout/equation1"/>
    <dgm:cxn modelId="{5BDCA721-3584-4306-BD80-F5170A003CD9}" type="presParOf" srcId="{28F1C858-24F9-485B-A436-2A9D4D803FFB}" destId="{B0CB8F64-8F89-4E4D-AB2F-5F4D5B55CC9F}" srcOrd="5" destOrd="0" presId="urn:microsoft.com/office/officeart/2005/8/layout/equation1"/>
    <dgm:cxn modelId="{4A393F10-928E-4BE0-9863-7FD588386CEA}" type="presParOf" srcId="{28F1C858-24F9-485B-A436-2A9D4D803FFB}" destId="{AA49D7F2-EF0B-4C2C-AA9C-6D362DE8952E}" srcOrd="6" destOrd="0" presId="urn:microsoft.com/office/officeart/2005/8/layout/equation1"/>
    <dgm:cxn modelId="{960B0CBE-FF54-42D7-BCC7-876A15DA345C}" type="presParOf" srcId="{28F1C858-24F9-485B-A436-2A9D4D803FFB}" destId="{BEFD5D8D-D085-4FA4-963F-19A28B8BDD6A}" srcOrd="7" destOrd="0" presId="urn:microsoft.com/office/officeart/2005/8/layout/equation1"/>
    <dgm:cxn modelId="{770B116C-34CC-4D8F-BCF9-E873A93A9C75}" type="presParOf" srcId="{28F1C858-24F9-485B-A436-2A9D4D803FFB}" destId="{E7B5EA8D-1C71-4743-AA7D-6B9273D8B1C9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60C2397-A79F-4A5B-BC74-B82F4F35F9B3}" type="doc">
      <dgm:prSet loTypeId="urn:microsoft.com/office/officeart/2005/8/layout/equation2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SG"/>
        </a:p>
      </dgm:t>
    </dgm:pt>
    <dgm:pt modelId="{33EC1894-263D-42D9-9266-4229B3088C53}">
      <dgm:prSet phldrT="[Text]" phldr="0" custT="1"/>
      <dgm:spPr/>
      <dgm:t>
        <a:bodyPr/>
        <a:lstStyle/>
        <a:p>
          <a:r>
            <a:rPr lang="en-GB" sz="2000" dirty="0">
              <a:solidFill>
                <a:schemeClr val="tx1"/>
              </a:solidFill>
            </a:rPr>
            <a:t>Trade </a:t>
          </a:r>
          <a:endParaRPr lang="en-SG" sz="2000" dirty="0">
            <a:solidFill>
              <a:schemeClr val="tx1"/>
            </a:solidFill>
          </a:endParaRPr>
        </a:p>
      </dgm:t>
    </dgm:pt>
    <dgm:pt modelId="{759E0CF7-242C-42D5-A50A-D3F33D8BF3F8}" type="parTrans" cxnId="{41BF7506-D906-4893-8104-A10BA402640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A563A600-E06A-4126-9D47-0CBF27199568}" type="sibTrans" cxnId="{41BF7506-D906-4893-8104-A10BA4026408}">
      <dgm:prSet/>
      <dgm:spPr/>
      <dgm:t>
        <a:bodyPr/>
        <a:lstStyle/>
        <a:p>
          <a:endParaRPr lang="en-SG" dirty="0">
            <a:solidFill>
              <a:schemeClr val="tx1"/>
            </a:solidFill>
          </a:endParaRPr>
        </a:p>
      </dgm:t>
    </dgm:pt>
    <dgm:pt modelId="{3BBEC595-8862-4BF6-BBF6-C92222D06179}">
      <dgm:prSet phldrT="[Text]" phldr="0" custT="1"/>
      <dgm:spPr/>
      <dgm:t>
        <a:bodyPr/>
        <a:lstStyle/>
        <a:p>
          <a:r>
            <a:rPr lang="en-GB" sz="1100" dirty="0">
              <a:solidFill>
                <a:schemeClr val="tx1"/>
              </a:solidFill>
            </a:rPr>
            <a:t>Industrialisation </a:t>
          </a:r>
          <a:endParaRPr lang="en-SG" sz="1100" dirty="0">
            <a:solidFill>
              <a:schemeClr val="tx1"/>
            </a:solidFill>
          </a:endParaRPr>
        </a:p>
      </dgm:t>
    </dgm:pt>
    <dgm:pt modelId="{94154B41-CAED-4F21-B1CB-11A4DC97B40D}" type="parTrans" cxnId="{398655B4-D4E4-43EF-95E6-E4ED00C92C2B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3668D1F5-F393-498B-8D95-86EC33CDE09C}" type="sibTrans" cxnId="{398655B4-D4E4-43EF-95E6-E4ED00C92C2B}">
      <dgm:prSet/>
      <dgm:spPr/>
      <dgm:t>
        <a:bodyPr/>
        <a:lstStyle/>
        <a:p>
          <a:endParaRPr lang="en-SG" dirty="0">
            <a:solidFill>
              <a:schemeClr val="tx1"/>
            </a:solidFill>
          </a:endParaRPr>
        </a:p>
      </dgm:t>
    </dgm:pt>
    <dgm:pt modelId="{C3A390F6-26A2-4FE1-BEDF-4181BA785260}">
      <dgm:prSet phldrT="[Text]" phldr="0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Factory output &amp; GDP </a:t>
          </a:r>
          <a:endParaRPr lang="en-SG" dirty="0">
            <a:solidFill>
              <a:schemeClr val="tx1"/>
            </a:solidFill>
          </a:endParaRPr>
        </a:p>
      </dgm:t>
    </dgm:pt>
    <dgm:pt modelId="{FE9189B2-5E2B-4917-9DFF-5DFEFAFE7E64}" type="parTrans" cxnId="{E6B3493B-A953-4892-9F4B-AEF79F30CFF5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3BA7DADD-B82D-4519-B314-C589670CBA7F}" type="sibTrans" cxnId="{E6B3493B-A953-4892-9F4B-AEF79F30CFF5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7674D3DB-B957-40CB-AD1D-18462554A717}" type="pres">
      <dgm:prSet presAssocID="{F60C2397-A79F-4A5B-BC74-B82F4F35F9B3}" presName="Name0" presStyleCnt="0">
        <dgm:presLayoutVars>
          <dgm:dir/>
          <dgm:resizeHandles val="exact"/>
        </dgm:presLayoutVars>
      </dgm:prSet>
      <dgm:spPr/>
    </dgm:pt>
    <dgm:pt modelId="{04819913-2E34-4C27-86E3-9CAB517A70DF}" type="pres">
      <dgm:prSet presAssocID="{F60C2397-A79F-4A5B-BC74-B82F4F35F9B3}" presName="vNodes" presStyleCnt="0"/>
      <dgm:spPr/>
    </dgm:pt>
    <dgm:pt modelId="{1395109A-48AA-46F0-9EE6-94A7D7435E3F}" type="pres">
      <dgm:prSet presAssocID="{33EC1894-263D-42D9-9266-4229B3088C53}" presName="node" presStyleLbl="node1" presStyleIdx="0" presStyleCnt="3">
        <dgm:presLayoutVars>
          <dgm:bulletEnabled val="1"/>
        </dgm:presLayoutVars>
      </dgm:prSet>
      <dgm:spPr/>
    </dgm:pt>
    <dgm:pt modelId="{1DB8B2ED-7A27-4C12-9487-F58032E9F5A4}" type="pres">
      <dgm:prSet presAssocID="{A563A600-E06A-4126-9D47-0CBF27199568}" presName="spacerT" presStyleCnt="0"/>
      <dgm:spPr/>
    </dgm:pt>
    <dgm:pt modelId="{E9E9B114-0B1C-46D5-B122-1F712DF7FEC3}" type="pres">
      <dgm:prSet presAssocID="{A563A600-E06A-4126-9D47-0CBF27199568}" presName="sibTrans" presStyleLbl="sibTrans2D1" presStyleIdx="0" presStyleCnt="2"/>
      <dgm:spPr/>
    </dgm:pt>
    <dgm:pt modelId="{E8D9B673-064E-4857-9621-7DEC1797794D}" type="pres">
      <dgm:prSet presAssocID="{A563A600-E06A-4126-9D47-0CBF27199568}" presName="spacerB" presStyleCnt="0"/>
      <dgm:spPr/>
    </dgm:pt>
    <dgm:pt modelId="{B4D08624-BCEF-4D4F-8132-1B25D2AD0123}" type="pres">
      <dgm:prSet presAssocID="{3BBEC595-8862-4BF6-BBF6-C92222D06179}" presName="node" presStyleLbl="node1" presStyleIdx="1" presStyleCnt="3" custLinFactNeighborX="-4262">
        <dgm:presLayoutVars>
          <dgm:bulletEnabled val="1"/>
        </dgm:presLayoutVars>
      </dgm:prSet>
      <dgm:spPr/>
    </dgm:pt>
    <dgm:pt modelId="{F195A101-0816-42E3-8953-B0EF85DCF63F}" type="pres">
      <dgm:prSet presAssocID="{F60C2397-A79F-4A5B-BC74-B82F4F35F9B3}" presName="sibTransLast" presStyleLbl="sibTrans2D1" presStyleIdx="1" presStyleCnt="2"/>
      <dgm:spPr/>
    </dgm:pt>
    <dgm:pt modelId="{D98DA2B8-AB33-47B0-A206-F37EA0197F12}" type="pres">
      <dgm:prSet presAssocID="{F60C2397-A79F-4A5B-BC74-B82F4F35F9B3}" presName="connectorText" presStyleLbl="sibTrans2D1" presStyleIdx="1" presStyleCnt="2"/>
      <dgm:spPr/>
    </dgm:pt>
    <dgm:pt modelId="{B76EAF48-F9CF-42DB-9680-8E2A48FB451E}" type="pres">
      <dgm:prSet presAssocID="{F60C2397-A79F-4A5B-BC74-B82F4F35F9B3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41BF7506-D906-4893-8104-A10BA4026408}" srcId="{F60C2397-A79F-4A5B-BC74-B82F4F35F9B3}" destId="{33EC1894-263D-42D9-9266-4229B3088C53}" srcOrd="0" destOrd="0" parTransId="{759E0CF7-242C-42D5-A50A-D3F33D8BF3F8}" sibTransId="{A563A600-E06A-4126-9D47-0CBF27199568}"/>
    <dgm:cxn modelId="{FB8CA71E-353F-475B-864C-0C98AC3058DA}" type="presOf" srcId="{C3A390F6-26A2-4FE1-BEDF-4181BA785260}" destId="{B76EAF48-F9CF-42DB-9680-8E2A48FB451E}" srcOrd="0" destOrd="0" presId="urn:microsoft.com/office/officeart/2005/8/layout/equation2"/>
    <dgm:cxn modelId="{C81EC82A-3792-4D98-AE21-52F08B3EECFC}" type="presOf" srcId="{3BBEC595-8862-4BF6-BBF6-C92222D06179}" destId="{B4D08624-BCEF-4D4F-8132-1B25D2AD0123}" srcOrd="0" destOrd="0" presId="urn:microsoft.com/office/officeart/2005/8/layout/equation2"/>
    <dgm:cxn modelId="{E6B3493B-A953-4892-9F4B-AEF79F30CFF5}" srcId="{F60C2397-A79F-4A5B-BC74-B82F4F35F9B3}" destId="{C3A390F6-26A2-4FE1-BEDF-4181BA785260}" srcOrd="2" destOrd="0" parTransId="{FE9189B2-5E2B-4917-9DFF-5DFEFAFE7E64}" sibTransId="{3BA7DADD-B82D-4519-B314-C589670CBA7F}"/>
    <dgm:cxn modelId="{B593D9A2-CEDF-4EE6-A34A-6F8DB238427E}" type="presOf" srcId="{3668D1F5-F393-498B-8D95-86EC33CDE09C}" destId="{D98DA2B8-AB33-47B0-A206-F37EA0197F12}" srcOrd="1" destOrd="0" presId="urn:microsoft.com/office/officeart/2005/8/layout/equation2"/>
    <dgm:cxn modelId="{1C5DF4B2-B1B3-4095-93BA-E2520DDD5439}" type="presOf" srcId="{A563A600-E06A-4126-9D47-0CBF27199568}" destId="{E9E9B114-0B1C-46D5-B122-1F712DF7FEC3}" srcOrd="0" destOrd="0" presId="urn:microsoft.com/office/officeart/2005/8/layout/equation2"/>
    <dgm:cxn modelId="{398655B4-D4E4-43EF-95E6-E4ED00C92C2B}" srcId="{F60C2397-A79F-4A5B-BC74-B82F4F35F9B3}" destId="{3BBEC595-8862-4BF6-BBF6-C92222D06179}" srcOrd="1" destOrd="0" parTransId="{94154B41-CAED-4F21-B1CB-11A4DC97B40D}" sibTransId="{3668D1F5-F393-498B-8D95-86EC33CDE09C}"/>
    <dgm:cxn modelId="{839517B8-E425-4917-BB9B-AC49D6E9850F}" type="presOf" srcId="{3668D1F5-F393-498B-8D95-86EC33CDE09C}" destId="{F195A101-0816-42E3-8953-B0EF85DCF63F}" srcOrd="0" destOrd="0" presId="urn:microsoft.com/office/officeart/2005/8/layout/equation2"/>
    <dgm:cxn modelId="{0D22AECD-909B-495F-81E0-F4A8D60EC3CB}" type="presOf" srcId="{F60C2397-A79F-4A5B-BC74-B82F4F35F9B3}" destId="{7674D3DB-B957-40CB-AD1D-18462554A717}" srcOrd="0" destOrd="0" presId="urn:microsoft.com/office/officeart/2005/8/layout/equation2"/>
    <dgm:cxn modelId="{0DF5C1FB-D062-44D9-9E1B-819248CE9C0F}" type="presOf" srcId="{33EC1894-263D-42D9-9266-4229B3088C53}" destId="{1395109A-48AA-46F0-9EE6-94A7D7435E3F}" srcOrd="0" destOrd="0" presId="urn:microsoft.com/office/officeart/2005/8/layout/equation2"/>
    <dgm:cxn modelId="{692E8E8C-15CE-4176-B4AF-92D39C286F81}" type="presParOf" srcId="{7674D3DB-B957-40CB-AD1D-18462554A717}" destId="{04819913-2E34-4C27-86E3-9CAB517A70DF}" srcOrd="0" destOrd="0" presId="urn:microsoft.com/office/officeart/2005/8/layout/equation2"/>
    <dgm:cxn modelId="{684EDB97-4AE4-4204-9D3F-CDCE3051AC58}" type="presParOf" srcId="{04819913-2E34-4C27-86E3-9CAB517A70DF}" destId="{1395109A-48AA-46F0-9EE6-94A7D7435E3F}" srcOrd="0" destOrd="0" presId="urn:microsoft.com/office/officeart/2005/8/layout/equation2"/>
    <dgm:cxn modelId="{F2361056-F3CA-4E1B-B437-0B98E04D4C86}" type="presParOf" srcId="{04819913-2E34-4C27-86E3-9CAB517A70DF}" destId="{1DB8B2ED-7A27-4C12-9487-F58032E9F5A4}" srcOrd="1" destOrd="0" presId="urn:microsoft.com/office/officeart/2005/8/layout/equation2"/>
    <dgm:cxn modelId="{91FE1E05-EFBF-4BDA-8BFD-1FA379F7CB02}" type="presParOf" srcId="{04819913-2E34-4C27-86E3-9CAB517A70DF}" destId="{E9E9B114-0B1C-46D5-B122-1F712DF7FEC3}" srcOrd="2" destOrd="0" presId="urn:microsoft.com/office/officeart/2005/8/layout/equation2"/>
    <dgm:cxn modelId="{A5746599-0B4B-4CDB-BB60-E7857DB7EE72}" type="presParOf" srcId="{04819913-2E34-4C27-86E3-9CAB517A70DF}" destId="{E8D9B673-064E-4857-9621-7DEC1797794D}" srcOrd="3" destOrd="0" presId="urn:microsoft.com/office/officeart/2005/8/layout/equation2"/>
    <dgm:cxn modelId="{7BE8E2AC-981F-4C62-9710-DB7B2A28DC5E}" type="presParOf" srcId="{04819913-2E34-4C27-86E3-9CAB517A70DF}" destId="{B4D08624-BCEF-4D4F-8132-1B25D2AD0123}" srcOrd="4" destOrd="0" presId="urn:microsoft.com/office/officeart/2005/8/layout/equation2"/>
    <dgm:cxn modelId="{8D927AE2-0511-4A09-AB5D-289223C03A99}" type="presParOf" srcId="{7674D3DB-B957-40CB-AD1D-18462554A717}" destId="{F195A101-0816-42E3-8953-B0EF85DCF63F}" srcOrd="1" destOrd="0" presId="urn:microsoft.com/office/officeart/2005/8/layout/equation2"/>
    <dgm:cxn modelId="{28141A00-D788-426B-8A39-F38C378B822F}" type="presParOf" srcId="{F195A101-0816-42E3-8953-B0EF85DCF63F}" destId="{D98DA2B8-AB33-47B0-A206-F37EA0197F12}" srcOrd="0" destOrd="0" presId="urn:microsoft.com/office/officeart/2005/8/layout/equation2"/>
    <dgm:cxn modelId="{5FC86683-E36C-429E-99F2-3F2C14606968}" type="presParOf" srcId="{7674D3DB-B957-40CB-AD1D-18462554A717}" destId="{B76EAF48-F9CF-42DB-9680-8E2A48FB451E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55C212-A907-4356-95DB-2FC0FFC43C50}" type="doc">
      <dgm:prSet loTypeId="urn:microsoft.com/office/officeart/2005/8/layout/hChevron3" loCatId="process" qsTypeId="urn:microsoft.com/office/officeart/2005/8/quickstyle/simple1" qsCatId="simple" csTypeId="urn:microsoft.com/office/officeart/2005/8/colors/colorful5" csCatId="colorful" phldr="1"/>
      <dgm:spPr/>
    </dgm:pt>
    <dgm:pt modelId="{42CF41FB-F5E1-4757-B241-D4E21681437F}">
      <dgm:prSet phldrT="[Text]"/>
      <dgm:spPr/>
      <dgm:t>
        <a:bodyPr/>
        <a:lstStyle/>
        <a:p>
          <a:r>
            <a:rPr lang="en-US" dirty="0"/>
            <a:t>Industrialization </a:t>
          </a:r>
          <a:endParaRPr lang="en-SG" dirty="0"/>
        </a:p>
      </dgm:t>
    </dgm:pt>
    <dgm:pt modelId="{6551BEA5-152C-4730-ACC2-8B39A6B5E266}" type="parTrans" cxnId="{6D1708D7-5771-4406-B087-4A1D3804624C}">
      <dgm:prSet/>
      <dgm:spPr/>
      <dgm:t>
        <a:bodyPr/>
        <a:lstStyle/>
        <a:p>
          <a:endParaRPr lang="en-SG"/>
        </a:p>
      </dgm:t>
    </dgm:pt>
    <dgm:pt modelId="{0B4FBA67-B1F6-416A-BB6B-9B660137E64A}" type="sibTrans" cxnId="{6D1708D7-5771-4406-B087-4A1D3804624C}">
      <dgm:prSet/>
      <dgm:spPr/>
      <dgm:t>
        <a:bodyPr/>
        <a:lstStyle/>
        <a:p>
          <a:endParaRPr lang="en-SG"/>
        </a:p>
      </dgm:t>
    </dgm:pt>
    <dgm:pt modelId="{F3B120DE-BF95-4F7D-9566-5ECD3572B176}">
      <dgm:prSet phldrT="[Text]"/>
      <dgm:spPr/>
      <dgm:t>
        <a:bodyPr/>
        <a:lstStyle/>
        <a:p>
          <a:r>
            <a:rPr lang="en-US" dirty="0"/>
            <a:t>Urbanization </a:t>
          </a:r>
          <a:endParaRPr lang="en-SG" dirty="0"/>
        </a:p>
      </dgm:t>
    </dgm:pt>
    <dgm:pt modelId="{89B05996-7827-4AEC-91D6-22E715DFDFB1}" type="parTrans" cxnId="{70D13DEE-AEAB-4C5A-B34D-0FB18994521F}">
      <dgm:prSet/>
      <dgm:spPr/>
      <dgm:t>
        <a:bodyPr/>
        <a:lstStyle/>
        <a:p>
          <a:endParaRPr lang="en-SG"/>
        </a:p>
      </dgm:t>
    </dgm:pt>
    <dgm:pt modelId="{59AD9EAB-9271-44C5-8B44-5077E4C17A4C}" type="sibTrans" cxnId="{70D13DEE-AEAB-4C5A-B34D-0FB18994521F}">
      <dgm:prSet/>
      <dgm:spPr/>
      <dgm:t>
        <a:bodyPr/>
        <a:lstStyle/>
        <a:p>
          <a:endParaRPr lang="en-SG"/>
        </a:p>
      </dgm:t>
    </dgm:pt>
    <dgm:pt modelId="{42145D54-BE09-43CC-AC75-0A76BA9FBDF1}">
      <dgm:prSet phldrT="[Text]"/>
      <dgm:spPr/>
      <dgm:t>
        <a:bodyPr/>
        <a:lstStyle/>
        <a:p>
          <a:r>
            <a:rPr lang="en-US" dirty="0"/>
            <a:t>Rising demand for energy</a:t>
          </a:r>
          <a:endParaRPr lang="en-SG" dirty="0"/>
        </a:p>
      </dgm:t>
    </dgm:pt>
    <dgm:pt modelId="{FA00838A-B5C3-42E7-BA4F-CBEC9D031818}" type="parTrans" cxnId="{A38E51AD-2FFE-42AE-BB83-2B84DD620EEE}">
      <dgm:prSet/>
      <dgm:spPr/>
      <dgm:t>
        <a:bodyPr/>
        <a:lstStyle/>
        <a:p>
          <a:endParaRPr lang="en-SG"/>
        </a:p>
      </dgm:t>
    </dgm:pt>
    <dgm:pt modelId="{C81B1E35-EC6E-4910-90B8-265E5BEDDE92}" type="sibTrans" cxnId="{A38E51AD-2FFE-42AE-BB83-2B84DD620EEE}">
      <dgm:prSet/>
      <dgm:spPr/>
      <dgm:t>
        <a:bodyPr/>
        <a:lstStyle/>
        <a:p>
          <a:endParaRPr lang="en-SG"/>
        </a:p>
      </dgm:t>
    </dgm:pt>
    <dgm:pt modelId="{4EB47680-3AF5-4ABC-88E8-5B4ED95BCBAB}" type="pres">
      <dgm:prSet presAssocID="{4055C212-A907-4356-95DB-2FC0FFC43C50}" presName="Name0" presStyleCnt="0">
        <dgm:presLayoutVars>
          <dgm:dir/>
          <dgm:resizeHandles val="exact"/>
        </dgm:presLayoutVars>
      </dgm:prSet>
      <dgm:spPr/>
    </dgm:pt>
    <dgm:pt modelId="{5DCB53B1-7323-43FE-86A5-BCD2A9E9181E}" type="pres">
      <dgm:prSet presAssocID="{42CF41FB-F5E1-4757-B241-D4E21681437F}" presName="parTxOnly" presStyleLbl="node1" presStyleIdx="0" presStyleCnt="3">
        <dgm:presLayoutVars>
          <dgm:bulletEnabled val="1"/>
        </dgm:presLayoutVars>
      </dgm:prSet>
      <dgm:spPr/>
    </dgm:pt>
    <dgm:pt modelId="{1F812192-C11D-44C1-8FFA-E63A52159C9C}" type="pres">
      <dgm:prSet presAssocID="{0B4FBA67-B1F6-416A-BB6B-9B660137E64A}" presName="parSpace" presStyleCnt="0"/>
      <dgm:spPr/>
    </dgm:pt>
    <dgm:pt modelId="{6E335DA5-667F-4474-AB33-795897946765}" type="pres">
      <dgm:prSet presAssocID="{F3B120DE-BF95-4F7D-9566-5ECD3572B176}" presName="parTxOnly" presStyleLbl="node1" presStyleIdx="1" presStyleCnt="3">
        <dgm:presLayoutVars>
          <dgm:bulletEnabled val="1"/>
        </dgm:presLayoutVars>
      </dgm:prSet>
      <dgm:spPr/>
    </dgm:pt>
    <dgm:pt modelId="{C10E1AEB-9EB9-42E9-9790-4842A762035A}" type="pres">
      <dgm:prSet presAssocID="{59AD9EAB-9271-44C5-8B44-5077E4C17A4C}" presName="parSpace" presStyleCnt="0"/>
      <dgm:spPr/>
    </dgm:pt>
    <dgm:pt modelId="{53070D3D-957C-48D5-83E4-2B62FDC69DB6}" type="pres">
      <dgm:prSet presAssocID="{42145D54-BE09-43CC-AC75-0A76BA9FBDF1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82964D2B-7BE6-4AE8-BD7C-DE146700A1B4}" type="presOf" srcId="{42CF41FB-F5E1-4757-B241-D4E21681437F}" destId="{5DCB53B1-7323-43FE-86A5-BCD2A9E9181E}" srcOrd="0" destOrd="0" presId="urn:microsoft.com/office/officeart/2005/8/layout/hChevron3"/>
    <dgm:cxn modelId="{04D0389C-B5F5-4AC6-8FCB-8C684EE80656}" type="presOf" srcId="{42145D54-BE09-43CC-AC75-0A76BA9FBDF1}" destId="{53070D3D-957C-48D5-83E4-2B62FDC69DB6}" srcOrd="0" destOrd="0" presId="urn:microsoft.com/office/officeart/2005/8/layout/hChevron3"/>
    <dgm:cxn modelId="{A38E51AD-2FFE-42AE-BB83-2B84DD620EEE}" srcId="{4055C212-A907-4356-95DB-2FC0FFC43C50}" destId="{42145D54-BE09-43CC-AC75-0A76BA9FBDF1}" srcOrd="2" destOrd="0" parTransId="{FA00838A-B5C3-42E7-BA4F-CBEC9D031818}" sibTransId="{C81B1E35-EC6E-4910-90B8-265E5BEDDE92}"/>
    <dgm:cxn modelId="{19C40DD0-A996-41F1-9400-38BB2C5040CF}" type="presOf" srcId="{4055C212-A907-4356-95DB-2FC0FFC43C50}" destId="{4EB47680-3AF5-4ABC-88E8-5B4ED95BCBAB}" srcOrd="0" destOrd="0" presId="urn:microsoft.com/office/officeart/2005/8/layout/hChevron3"/>
    <dgm:cxn modelId="{6D1708D7-5771-4406-B087-4A1D3804624C}" srcId="{4055C212-A907-4356-95DB-2FC0FFC43C50}" destId="{42CF41FB-F5E1-4757-B241-D4E21681437F}" srcOrd="0" destOrd="0" parTransId="{6551BEA5-152C-4730-ACC2-8B39A6B5E266}" sibTransId="{0B4FBA67-B1F6-416A-BB6B-9B660137E64A}"/>
    <dgm:cxn modelId="{8F2B1DE2-2949-4C4F-A1A8-AABF2CEF94D7}" type="presOf" srcId="{F3B120DE-BF95-4F7D-9566-5ECD3572B176}" destId="{6E335DA5-667F-4474-AB33-795897946765}" srcOrd="0" destOrd="0" presId="urn:microsoft.com/office/officeart/2005/8/layout/hChevron3"/>
    <dgm:cxn modelId="{70D13DEE-AEAB-4C5A-B34D-0FB18994521F}" srcId="{4055C212-A907-4356-95DB-2FC0FFC43C50}" destId="{F3B120DE-BF95-4F7D-9566-5ECD3572B176}" srcOrd="1" destOrd="0" parTransId="{89B05996-7827-4AEC-91D6-22E715DFDFB1}" sibTransId="{59AD9EAB-9271-44C5-8B44-5077E4C17A4C}"/>
    <dgm:cxn modelId="{6754CAF9-11FE-4325-A83B-29625A1F3F3C}" type="presParOf" srcId="{4EB47680-3AF5-4ABC-88E8-5B4ED95BCBAB}" destId="{5DCB53B1-7323-43FE-86A5-BCD2A9E9181E}" srcOrd="0" destOrd="0" presId="urn:microsoft.com/office/officeart/2005/8/layout/hChevron3"/>
    <dgm:cxn modelId="{C603BB3F-0BAF-4DF5-91EA-51F1FD10B1AC}" type="presParOf" srcId="{4EB47680-3AF5-4ABC-88E8-5B4ED95BCBAB}" destId="{1F812192-C11D-44C1-8FFA-E63A52159C9C}" srcOrd="1" destOrd="0" presId="urn:microsoft.com/office/officeart/2005/8/layout/hChevron3"/>
    <dgm:cxn modelId="{525A3782-1D9C-4217-B947-1DDA470A3F57}" type="presParOf" srcId="{4EB47680-3AF5-4ABC-88E8-5B4ED95BCBAB}" destId="{6E335DA5-667F-4474-AB33-795897946765}" srcOrd="2" destOrd="0" presId="urn:microsoft.com/office/officeart/2005/8/layout/hChevron3"/>
    <dgm:cxn modelId="{3A693686-39BB-4C82-A899-951446058A34}" type="presParOf" srcId="{4EB47680-3AF5-4ABC-88E8-5B4ED95BCBAB}" destId="{C10E1AEB-9EB9-42E9-9790-4842A762035A}" srcOrd="3" destOrd="0" presId="urn:microsoft.com/office/officeart/2005/8/layout/hChevron3"/>
    <dgm:cxn modelId="{D2A0EEB3-5739-4FBA-9081-A4524853279F}" type="presParOf" srcId="{4EB47680-3AF5-4ABC-88E8-5B4ED95BCBAB}" destId="{53070D3D-957C-48D5-83E4-2B62FDC69DB6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77699E0-98AD-4A9E-B760-46572E96AB73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SG"/>
        </a:p>
      </dgm:t>
    </dgm:pt>
    <dgm:pt modelId="{56B8DCA9-1E5B-4272-A494-AF2C3ABD0708}">
      <dgm:prSet phldrT="[Text]"/>
      <dgm:spPr/>
      <dgm:t>
        <a:bodyPr/>
        <a:lstStyle/>
        <a:p>
          <a:r>
            <a:rPr lang="en-US" dirty="0"/>
            <a:t>Industrialization </a:t>
          </a:r>
          <a:endParaRPr lang="en-SG" dirty="0"/>
        </a:p>
      </dgm:t>
    </dgm:pt>
    <dgm:pt modelId="{F16B9835-1500-4CA1-A27C-45091B9A68AD}" type="parTrans" cxnId="{8B773143-FE70-4869-87CD-622AF30E8611}">
      <dgm:prSet/>
      <dgm:spPr/>
      <dgm:t>
        <a:bodyPr/>
        <a:lstStyle/>
        <a:p>
          <a:endParaRPr lang="en-SG"/>
        </a:p>
      </dgm:t>
    </dgm:pt>
    <dgm:pt modelId="{8A63D322-ED76-4B66-A9AF-4148AF037B31}" type="sibTrans" cxnId="{8B773143-FE70-4869-87CD-622AF30E8611}">
      <dgm:prSet/>
      <dgm:spPr/>
      <dgm:t>
        <a:bodyPr/>
        <a:lstStyle/>
        <a:p>
          <a:endParaRPr lang="en-SG"/>
        </a:p>
      </dgm:t>
    </dgm:pt>
    <dgm:pt modelId="{33EE1061-50EA-491D-8B17-D460558221A9}">
      <dgm:prSet phldrT="[Text]"/>
      <dgm:spPr/>
      <dgm:t>
        <a:bodyPr/>
        <a:lstStyle/>
        <a:p>
          <a:r>
            <a:rPr lang="en-US" dirty="0"/>
            <a:t>Pollution </a:t>
          </a:r>
          <a:endParaRPr lang="en-SG" dirty="0"/>
        </a:p>
      </dgm:t>
    </dgm:pt>
    <dgm:pt modelId="{31036CF0-3F7C-4B74-A838-7A77E0FACF8F}" type="parTrans" cxnId="{7473FACC-78BC-4F0E-A42A-7FDF71F63326}">
      <dgm:prSet/>
      <dgm:spPr/>
      <dgm:t>
        <a:bodyPr/>
        <a:lstStyle/>
        <a:p>
          <a:endParaRPr lang="en-SG"/>
        </a:p>
      </dgm:t>
    </dgm:pt>
    <dgm:pt modelId="{F9C2346E-A861-46B4-A8E9-ED8CF72F5508}" type="sibTrans" cxnId="{7473FACC-78BC-4F0E-A42A-7FDF71F63326}">
      <dgm:prSet/>
      <dgm:spPr/>
      <dgm:t>
        <a:bodyPr/>
        <a:lstStyle/>
        <a:p>
          <a:endParaRPr lang="en-SG"/>
        </a:p>
      </dgm:t>
    </dgm:pt>
    <dgm:pt modelId="{50D6C7D5-E508-4F08-BF3D-A12480ABFDD4}">
      <dgm:prSet phldrT="[Text]"/>
      <dgm:spPr/>
      <dgm:t>
        <a:bodyPr/>
        <a:lstStyle/>
        <a:p>
          <a:r>
            <a:rPr lang="en-US" dirty="0"/>
            <a:t>Rising temperature </a:t>
          </a:r>
          <a:endParaRPr lang="en-SG" dirty="0"/>
        </a:p>
      </dgm:t>
    </dgm:pt>
    <dgm:pt modelId="{5F335F0C-5443-4370-B6E5-50B176772406}" type="parTrans" cxnId="{97A28245-4503-4416-B468-08B9C1FC96BB}">
      <dgm:prSet/>
      <dgm:spPr/>
      <dgm:t>
        <a:bodyPr/>
        <a:lstStyle/>
        <a:p>
          <a:endParaRPr lang="en-SG"/>
        </a:p>
      </dgm:t>
    </dgm:pt>
    <dgm:pt modelId="{7A70BEFF-333A-4F81-BD15-42D3A5780942}" type="sibTrans" cxnId="{97A28245-4503-4416-B468-08B9C1FC96BB}">
      <dgm:prSet/>
      <dgm:spPr/>
      <dgm:t>
        <a:bodyPr/>
        <a:lstStyle/>
        <a:p>
          <a:endParaRPr lang="en-SG"/>
        </a:p>
      </dgm:t>
    </dgm:pt>
    <dgm:pt modelId="{DDFF4D93-6509-41E1-8E20-7DCC15671879}">
      <dgm:prSet phldrT="[Text]"/>
      <dgm:spPr/>
      <dgm:t>
        <a:bodyPr/>
        <a:lstStyle/>
        <a:p>
          <a:r>
            <a:rPr lang="en-US" dirty="0"/>
            <a:t>Rising sea level</a:t>
          </a:r>
          <a:endParaRPr lang="en-SG" dirty="0"/>
        </a:p>
      </dgm:t>
    </dgm:pt>
    <dgm:pt modelId="{4355B44E-5AE5-46D2-8526-6CA2923BE689}" type="parTrans" cxnId="{38407771-D66A-4D08-BB16-9ED1A78C2F4E}">
      <dgm:prSet/>
      <dgm:spPr/>
      <dgm:t>
        <a:bodyPr/>
        <a:lstStyle/>
        <a:p>
          <a:endParaRPr lang="en-SG"/>
        </a:p>
      </dgm:t>
    </dgm:pt>
    <dgm:pt modelId="{EE8F45C4-2FFE-470D-BB7A-4EA30086383E}" type="sibTrans" cxnId="{38407771-D66A-4D08-BB16-9ED1A78C2F4E}">
      <dgm:prSet/>
      <dgm:spPr/>
      <dgm:t>
        <a:bodyPr/>
        <a:lstStyle/>
        <a:p>
          <a:endParaRPr lang="en-SG"/>
        </a:p>
      </dgm:t>
    </dgm:pt>
    <dgm:pt modelId="{D2A32AC5-DB63-4AC2-BA66-615008E2894E}">
      <dgm:prSet/>
      <dgm:spPr/>
      <dgm:t>
        <a:bodyPr/>
        <a:lstStyle/>
        <a:p>
          <a:r>
            <a:rPr lang="en-US" dirty="0"/>
            <a:t>CLIMATE CHANGE </a:t>
          </a:r>
          <a:endParaRPr lang="en-SG" dirty="0"/>
        </a:p>
      </dgm:t>
    </dgm:pt>
    <dgm:pt modelId="{B3273CE0-D72E-46D4-A6F1-636D6AF9F505}" type="parTrans" cxnId="{11F28AB0-99DC-4391-BFDD-D2CDC033977E}">
      <dgm:prSet/>
      <dgm:spPr/>
      <dgm:t>
        <a:bodyPr/>
        <a:lstStyle/>
        <a:p>
          <a:endParaRPr lang="en-SG"/>
        </a:p>
      </dgm:t>
    </dgm:pt>
    <dgm:pt modelId="{A1B54472-4D5D-4233-B755-9477866A016A}" type="sibTrans" cxnId="{11F28AB0-99DC-4391-BFDD-D2CDC033977E}">
      <dgm:prSet/>
      <dgm:spPr/>
      <dgm:t>
        <a:bodyPr/>
        <a:lstStyle/>
        <a:p>
          <a:endParaRPr lang="en-SG"/>
        </a:p>
      </dgm:t>
    </dgm:pt>
    <dgm:pt modelId="{41B3D593-6438-40F9-9DC9-94BD180C4B6B}" type="pres">
      <dgm:prSet presAssocID="{377699E0-98AD-4A9E-B760-46572E96AB73}" presName="CompostProcess" presStyleCnt="0">
        <dgm:presLayoutVars>
          <dgm:dir/>
          <dgm:resizeHandles val="exact"/>
        </dgm:presLayoutVars>
      </dgm:prSet>
      <dgm:spPr/>
    </dgm:pt>
    <dgm:pt modelId="{9131D4EA-FE2B-4CAE-AFB0-D00F1B086792}" type="pres">
      <dgm:prSet presAssocID="{377699E0-98AD-4A9E-B760-46572E96AB73}" presName="arrow" presStyleLbl="bgShp" presStyleIdx="0" presStyleCnt="1"/>
      <dgm:spPr/>
    </dgm:pt>
    <dgm:pt modelId="{C77F7EA5-B47B-49FD-ACDB-C56044560B60}" type="pres">
      <dgm:prSet presAssocID="{377699E0-98AD-4A9E-B760-46572E96AB73}" presName="linearProcess" presStyleCnt="0"/>
      <dgm:spPr/>
    </dgm:pt>
    <dgm:pt modelId="{CFF18F8D-9C64-4CAD-B3AB-AC010ACB2D04}" type="pres">
      <dgm:prSet presAssocID="{56B8DCA9-1E5B-4272-A494-AF2C3ABD0708}" presName="textNode" presStyleLbl="node1" presStyleIdx="0" presStyleCnt="5">
        <dgm:presLayoutVars>
          <dgm:bulletEnabled val="1"/>
        </dgm:presLayoutVars>
      </dgm:prSet>
      <dgm:spPr/>
    </dgm:pt>
    <dgm:pt modelId="{D7A099E1-E056-4FB5-B7D0-3BCCBF1EB866}" type="pres">
      <dgm:prSet presAssocID="{8A63D322-ED76-4B66-A9AF-4148AF037B31}" presName="sibTrans" presStyleCnt="0"/>
      <dgm:spPr/>
    </dgm:pt>
    <dgm:pt modelId="{A743CE59-013D-4700-97DD-0AE066B1144F}" type="pres">
      <dgm:prSet presAssocID="{33EE1061-50EA-491D-8B17-D460558221A9}" presName="textNode" presStyleLbl="node1" presStyleIdx="1" presStyleCnt="5">
        <dgm:presLayoutVars>
          <dgm:bulletEnabled val="1"/>
        </dgm:presLayoutVars>
      </dgm:prSet>
      <dgm:spPr/>
    </dgm:pt>
    <dgm:pt modelId="{458CFB9C-0E15-4683-B0A3-34B4D4FFFA51}" type="pres">
      <dgm:prSet presAssocID="{F9C2346E-A861-46B4-A8E9-ED8CF72F5508}" presName="sibTrans" presStyleCnt="0"/>
      <dgm:spPr/>
    </dgm:pt>
    <dgm:pt modelId="{F6455413-18A9-4D91-89FE-EDD2A0207D39}" type="pres">
      <dgm:prSet presAssocID="{50D6C7D5-E508-4F08-BF3D-A12480ABFDD4}" presName="textNode" presStyleLbl="node1" presStyleIdx="2" presStyleCnt="5">
        <dgm:presLayoutVars>
          <dgm:bulletEnabled val="1"/>
        </dgm:presLayoutVars>
      </dgm:prSet>
      <dgm:spPr/>
    </dgm:pt>
    <dgm:pt modelId="{327AA3E4-A2CC-463B-960D-ED0AC4BE4C57}" type="pres">
      <dgm:prSet presAssocID="{7A70BEFF-333A-4F81-BD15-42D3A5780942}" presName="sibTrans" presStyleCnt="0"/>
      <dgm:spPr/>
    </dgm:pt>
    <dgm:pt modelId="{9D28DADA-F8AE-45D5-BE17-176849026AD2}" type="pres">
      <dgm:prSet presAssocID="{DDFF4D93-6509-41E1-8E20-7DCC15671879}" presName="textNode" presStyleLbl="node1" presStyleIdx="3" presStyleCnt="5">
        <dgm:presLayoutVars>
          <dgm:bulletEnabled val="1"/>
        </dgm:presLayoutVars>
      </dgm:prSet>
      <dgm:spPr/>
    </dgm:pt>
    <dgm:pt modelId="{E7D07854-1343-4EB2-B116-708E6F21CCCC}" type="pres">
      <dgm:prSet presAssocID="{EE8F45C4-2FFE-470D-BB7A-4EA30086383E}" presName="sibTrans" presStyleCnt="0"/>
      <dgm:spPr/>
    </dgm:pt>
    <dgm:pt modelId="{7A1C39A1-E5CC-4918-B706-5F33B2991483}" type="pres">
      <dgm:prSet presAssocID="{D2A32AC5-DB63-4AC2-BA66-615008E2894E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8B773143-FE70-4869-87CD-622AF30E8611}" srcId="{377699E0-98AD-4A9E-B760-46572E96AB73}" destId="{56B8DCA9-1E5B-4272-A494-AF2C3ABD0708}" srcOrd="0" destOrd="0" parTransId="{F16B9835-1500-4CA1-A27C-45091B9A68AD}" sibTransId="{8A63D322-ED76-4B66-A9AF-4148AF037B31}"/>
    <dgm:cxn modelId="{97A28245-4503-4416-B468-08B9C1FC96BB}" srcId="{377699E0-98AD-4A9E-B760-46572E96AB73}" destId="{50D6C7D5-E508-4F08-BF3D-A12480ABFDD4}" srcOrd="2" destOrd="0" parTransId="{5F335F0C-5443-4370-B6E5-50B176772406}" sibTransId="{7A70BEFF-333A-4F81-BD15-42D3A5780942}"/>
    <dgm:cxn modelId="{38407771-D66A-4D08-BB16-9ED1A78C2F4E}" srcId="{377699E0-98AD-4A9E-B760-46572E96AB73}" destId="{DDFF4D93-6509-41E1-8E20-7DCC15671879}" srcOrd="3" destOrd="0" parTransId="{4355B44E-5AE5-46D2-8526-6CA2923BE689}" sibTransId="{EE8F45C4-2FFE-470D-BB7A-4EA30086383E}"/>
    <dgm:cxn modelId="{47F5AB79-FCA2-4D55-B1C4-BA574BFAB1FB}" type="presOf" srcId="{50D6C7D5-E508-4F08-BF3D-A12480ABFDD4}" destId="{F6455413-18A9-4D91-89FE-EDD2A0207D39}" srcOrd="0" destOrd="0" presId="urn:microsoft.com/office/officeart/2005/8/layout/hProcess9"/>
    <dgm:cxn modelId="{EEB0C98E-079A-4C37-B248-E51684A119C3}" type="presOf" srcId="{33EE1061-50EA-491D-8B17-D460558221A9}" destId="{A743CE59-013D-4700-97DD-0AE066B1144F}" srcOrd="0" destOrd="0" presId="urn:microsoft.com/office/officeart/2005/8/layout/hProcess9"/>
    <dgm:cxn modelId="{3A714B9A-ABA6-4EF0-935F-BBBD5C441617}" type="presOf" srcId="{DDFF4D93-6509-41E1-8E20-7DCC15671879}" destId="{9D28DADA-F8AE-45D5-BE17-176849026AD2}" srcOrd="0" destOrd="0" presId="urn:microsoft.com/office/officeart/2005/8/layout/hProcess9"/>
    <dgm:cxn modelId="{11F28AB0-99DC-4391-BFDD-D2CDC033977E}" srcId="{377699E0-98AD-4A9E-B760-46572E96AB73}" destId="{D2A32AC5-DB63-4AC2-BA66-615008E2894E}" srcOrd="4" destOrd="0" parTransId="{B3273CE0-D72E-46D4-A6F1-636D6AF9F505}" sibTransId="{A1B54472-4D5D-4233-B755-9477866A016A}"/>
    <dgm:cxn modelId="{24EDBFC8-6B8F-469E-9065-A8354B7B1A1D}" type="presOf" srcId="{377699E0-98AD-4A9E-B760-46572E96AB73}" destId="{41B3D593-6438-40F9-9DC9-94BD180C4B6B}" srcOrd="0" destOrd="0" presId="urn:microsoft.com/office/officeart/2005/8/layout/hProcess9"/>
    <dgm:cxn modelId="{7473FACC-78BC-4F0E-A42A-7FDF71F63326}" srcId="{377699E0-98AD-4A9E-B760-46572E96AB73}" destId="{33EE1061-50EA-491D-8B17-D460558221A9}" srcOrd="1" destOrd="0" parTransId="{31036CF0-3F7C-4B74-A838-7A77E0FACF8F}" sibTransId="{F9C2346E-A861-46B4-A8E9-ED8CF72F5508}"/>
    <dgm:cxn modelId="{12EB86DA-5366-4F5E-B74A-EED2DB25D57D}" type="presOf" srcId="{56B8DCA9-1E5B-4272-A494-AF2C3ABD0708}" destId="{CFF18F8D-9C64-4CAD-B3AB-AC010ACB2D04}" srcOrd="0" destOrd="0" presId="urn:microsoft.com/office/officeart/2005/8/layout/hProcess9"/>
    <dgm:cxn modelId="{F19175F9-5CCD-4041-84CA-CC7F93A7036F}" type="presOf" srcId="{D2A32AC5-DB63-4AC2-BA66-615008E2894E}" destId="{7A1C39A1-E5CC-4918-B706-5F33B2991483}" srcOrd="0" destOrd="0" presId="urn:microsoft.com/office/officeart/2005/8/layout/hProcess9"/>
    <dgm:cxn modelId="{2BB7DDE4-4043-4BFB-8207-1976AD6F6669}" type="presParOf" srcId="{41B3D593-6438-40F9-9DC9-94BD180C4B6B}" destId="{9131D4EA-FE2B-4CAE-AFB0-D00F1B086792}" srcOrd="0" destOrd="0" presId="urn:microsoft.com/office/officeart/2005/8/layout/hProcess9"/>
    <dgm:cxn modelId="{4F63290A-ED74-43D7-B9BD-A11E75CBA522}" type="presParOf" srcId="{41B3D593-6438-40F9-9DC9-94BD180C4B6B}" destId="{C77F7EA5-B47B-49FD-ACDB-C56044560B60}" srcOrd="1" destOrd="0" presId="urn:microsoft.com/office/officeart/2005/8/layout/hProcess9"/>
    <dgm:cxn modelId="{5528E5CD-3313-4B88-9FF2-1AC1D30006D2}" type="presParOf" srcId="{C77F7EA5-B47B-49FD-ACDB-C56044560B60}" destId="{CFF18F8D-9C64-4CAD-B3AB-AC010ACB2D04}" srcOrd="0" destOrd="0" presId="urn:microsoft.com/office/officeart/2005/8/layout/hProcess9"/>
    <dgm:cxn modelId="{818E33B1-6A1D-44EE-B997-347FB1DCCCC8}" type="presParOf" srcId="{C77F7EA5-B47B-49FD-ACDB-C56044560B60}" destId="{D7A099E1-E056-4FB5-B7D0-3BCCBF1EB866}" srcOrd="1" destOrd="0" presId="urn:microsoft.com/office/officeart/2005/8/layout/hProcess9"/>
    <dgm:cxn modelId="{9C13A1AF-A346-469F-890F-304FA6D1C59E}" type="presParOf" srcId="{C77F7EA5-B47B-49FD-ACDB-C56044560B60}" destId="{A743CE59-013D-4700-97DD-0AE066B1144F}" srcOrd="2" destOrd="0" presId="urn:microsoft.com/office/officeart/2005/8/layout/hProcess9"/>
    <dgm:cxn modelId="{58A82C8F-FBF7-4E26-B444-0D9626D25CCE}" type="presParOf" srcId="{C77F7EA5-B47B-49FD-ACDB-C56044560B60}" destId="{458CFB9C-0E15-4683-B0A3-34B4D4FFFA51}" srcOrd="3" destOrd="0" presId="urn:microsoft.com/office/officeart/2005/8/layout/hProcess9"/>
    <dgm:cxn modelId="{B93BF9F2-FB79-4247-A664-3E655B932526}" type="presParOf" srcId="{C77F7EA5-B47B-49FD-ACDB-C56044560B60}" destId="{F6455413-18A9-4D91-89FE-EDD2A0207D39}" srcOrd="4" destOrd="0" presId="urn:microsoft.com/office/officeart/2005/8/layout/hProcess9"/>
    <dgm:cxn modelId="{DF3D40D0-071B-419F-BF9E-54C554729FEA}" type="presParOf" srcId="{C77F7EA5-B47B-49FD-ACDB-C56044560B60}" destId="{327AA3E4-A2CC-463B-960D-ED0AC4BE4C57}" srcOrd="5" destOrd="0" presId="urn:microsoft.com/office/officeart/2005/8/layout/hProcess9"/>
    <dgm:cxn modelId="{F413E5D1-0F3E-40DD-B015-1CD64C8E29F0}" type="presParOf" srcId="{C77F7EA5-B47B-49FD-ACDB-C56044560B60}" destId="{9D28DADA-F8AE-45D5-BE17-176849026AD2}" srcOrd="6" destOrd="0" presId="urn:microsoft.com/office/officeart/2005/8/layout/hProcess9"/>
    <dgm:cxn modelId="{AE4FF69F-C44E-4158-9ED4-94E3BA6BBAA2}" type="presParOf" srcId="{C77F7EA5-B47B-49FD-ACDB-C56044560B60}" destId="{E7D07854-1343-4EB2-B116-708E6F21CCCC}" srcOrd="7" destOrd="0" presId="urn:microsoft.com/office/officeart/2005/8/layout/hProcess9"/>
    <dgm:cxn modelId="{80EA94F1-7C3B-48C0-B945-655EE82CBDFD}" type="presParOf" srcId="{C77F7EA5-B47B-49FD-ACDB-C56044560B60}" destId="{7A1C39A1-E5CC-4918-B706-5F33B2991483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DAF470-B381-4D71-9119-45AE24395A8A}">
      <dsp:nvSpPr>
        <dsp:cNvPr id="0" name=""/>
        <dsp:cNvSpPr/>
      </dsp:nvSpPr>
      <dsp:spPr>
        <a:xfrm rot="5400000">
          <a:off x="2948791" y="-613941"/>
          <a:ext cx="1985248" cy="370956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700" kern="1200" dirty="0"/>
            <a:t>Income Inequality 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Aging population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700" kern="1200" dirty="0"/>
            <a:t>Environment and climate change </a:t>
          </a:r>
          <a:endParaRPr lang="en-US" sz="2700" kern="1200" dirty="0"/>
        </a:p>
      </dsp:txBody>
      <dsp:txXfrm rot="-5400000">
        <a:off x="2086631" y="345131"/>
        <a:ext cx="3612656" cy="1791424"/>
      </dsp:txXfrm>
    </dsp:sp>
    <dsp:sp modelId="{39888C54-4C2F-4419-97A5-2C506F97CFF6}">
      <dsp:nvSpPr>
        <dsp:cNvPr id="0" name=""/>
        <dsp:cNvSpPr/>
      </dsp:nvSpPr>
      <dsp:spPr>
        <a:xfrm>
          <a:off x="0" y="62"/>
          <a:ext cx="2086632" cy="24815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900" kern="1200" dirty="0"/>
            <a:t>Key challenges </a:t>
          </a:r>
          <a:endParaRPr lang="en-US" sz="2900" kern="1200" dirty="0"/>
        </a:p>
      </dsp:txBody>
      <dsp:txXfrm>
        <a:off x="101861" y="101923"/>
        <a:ext cx="1882910" cy="2277838"/>
      </dsp:txXfrm>
    </dsp:sp>
    <dsp:sp modelId="{CC447311-AE6A-49DA-8082-F93F2C7D5A2D}">
      <dsp:nvSpPr>
        <dsp:cNvPr id="0" name=""/>
        <dsp:cNvSpPr/>
      </dsp:nvSpPr>
      <dsp:spPr>
        <a:xfrm rot="5400000">
          <a:off x="2910648" y="1992154"/>
          <a:ext cx="1985248" cy="3709568"/>
        </a:xfrm>
        <a:prstGeom prst="round2SameRect">
          <a:avLst/>
        </a:prstGeom>
        <a:solidFill>
          <a:schemeClr val="accent2">
            <a:tint val="40000"/>
            <a:alpha val="90000"/>
            <a:hueOff val="3208860"/>
            <a:satOff val="-57041"/>
            <a:lumOff val="-4127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3208860"/>
              <a:satOff val="-57041"/>
              <a:lumOff val="-412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Asia Divide vs Collaboration </a:t>
          </a:r>
        </a:p>
      </dsp:txBody>
      <dsp:txXfrm rot="-5400000">
        <a:off x="2048488" y="2951226"/>
        <a:ext cx="3612656" cy="1791424"/>
      </dsp:txXfrm>
    </dsp:sp>
    <dsp:sp modelId="{A8BB3821-DD56-4F0A-ACE9-2E5BD28FF070}">
      <dsp:nvSpPr>
        <dsp:cNvPr id="0" name=""/>
        <dsp:cNvSpPr/>
      </dsp:nvSpPr>
      <dsp:spPr>
        <a:xfrm>
          <a:off x="0" y="2605701"/>
          <a:ext cx="2086632" cy="2481560"/>
        </a:xfrm>
        <a:prstGeom prst="roundRect">
          <a:avLst/>
        </a:prstGeom>
        <a:solidFill>
          <a:schemeClr val="accent2">
            <a:hueOff val="1954454"/>
            <a:satOff val="-31534"/>
            <a:lumOff val="-549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900" kern="1200" dirty="0"/>
            <a:t>Future </a:t>
          </a:r>
          <a:endParaRPr lang="en-US" sz="2900" kern="1200" dirty="0"/>
        </a:p>
      </dsp:txBody>
      <dsp:txXfrm>
        <a:off x="101861" y="2707562"/>
        <a:ext cx="1882910" cy="22778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F436D-4B82-4278-BD83-13FC0BD1BC90}">
      <dsp:nvSpPr>
        <dsp:cNvPr id="0" name=""/>
        <dsp:cNvSpPr/>
      </dsp:nvSpPr>
      <dsp:spPr>
        <a:xfrm>
          <a:off x="1238333" y="0"/>
          <a:ext cx="1463040" cy="8128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0000"/>
              </a:solidFill>
            </a:rPr>
            <a:t>Development </a:t>
          </a:r>
          <a:endParaRPr lang="en-SG" sz="1700" b="1" kern="1200" dirty="0">
            <a:solidFill>
              <a:srgbClr val="FF0000"/>
            </a:solidFill>
          </a:endParaRPr>
        </a:p>
      </dsp:txBody>
      <dsp:txXfrm>
        <a:off x="1262139" y="23806"/>
        <a:ext cx="1415428" cy="765188"/>
      </dsp:txXfrm>
    </dsp:sp>
    <dsp:sp modelId="{ECB62824-F4BB-484B-BAE4-6B9F1684C982}">
      <dsp:nvSpPr>
        <dsp:cNvPr id="0" name=""/>
        <dsp:cNvSpPr/>
      </dsp:nvSpPr>
      <dsp:spPr>
        <a:xfrm>
          <a:off x="3373120" y="0"/>
          <a:ext cx="1463040" cy="8128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Growth </a:t>
          </a:r>
          <a:endParaRPr lang="en-SG" sz="1700" kern="1200" dirty="0"/>
        </a:p>
      </dsp:txBody>
      <dsp:txXfrm>
        <a:off x="3396926" y="23806"/>
        <a:ext cx="1415428" cy="765188"/>
      </dsp:txXfrm>
    </dsp:sp>
    <dsp:sp modelId="{39697D78-05CD-46F6-BB56-434680726627}">
      <dsp:nvSpPr>
        <dsp:cNvPr id="0" name=""/>
        <dsp:cNvSpPr/>
      </dsp:nvSpPr>
      <dsp:spPr>
        <a:xfrm>
          <a:off x="2743200" y="3454400"/>
          <a:ext cx="609600" cy="609600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FADDB4-75E5-47DB-8537-021AAF2E96BF}">
      <dsp:nvSpPr>
        <dsp:cNvPr id="0" name=""/>
        <dsp:cNvSpPr/>
      </dsp:nvSpPr>
      <dsp:spPr>
        <a:xfrm rot="240000">
          <a:off x="1218641" y="3193179"/>
          <a:ext cx="3658717" cy="2558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504A2F-86AB-49B5-8718-F0DA56C70DD9}">
      <dsp:nvSpPr>
        <dsp:cNvPr id="0" name=""/>
        <dsp:cNvSpPr/>
      </dsp:nvSpPr>
      <dsp:spPr>
        <a:xfrm rot="240000">
          <a:off x="3415383" y="2553510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Rising spending </a:t>
          </a:r>
          <a:endParaRPr lang="en-SG" sz="1700" kern="1200" dirty="0"/>
        </a:p>
      </dsp:txBody>
      <dsp:txXfrm>
        <a:off x="3448583" y="2586710"/>
        <a:ext cx="1393393" cy="613714"/>
      </dsp:txXfrm>
    </dsp:sp>
    <dsp:sp modelId="{B2B05407-7F58-4BAA-BEEB-A9141768277B}">
      <dsp:nvSpPr>
        <dsp:cNvPr id="0" name=""/>
        <dsp:cNvSpPr/>
      </dsp:nvSpPr>
      <dsp:spPr>
        <a:xfrm rot="240000">
          <a:off x="3468215" y="1821990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Rising income  </a:t>
          </a:r>
          <a:endParaRPr lang="en-SG" sz="1700" kern="1200" dirty="0"/>
        </a:p>
      </dsp:txBody>
      <dsp:txXfrm>
        <a:off x="3501415" y="1855190"/>
        <a:ext cx="1393393" cy="613714"/>
      </dsp:txXfrm>
    </dsp:sp>
    <dsp:sp modelId="{89B5B4E5-5D29-4F74-98DE-1B4A88A314CE}">
      <dsp:nvSpPr>
        <dsp:cNvPr id="0" name=""/>
        <dsp:cNvSpPr/>
      </dsp:nvSpPr>
      <dsp:spPr>
        <a:xfrm rot="240000">
          <a:off x="3521047" y="110672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Rising production </a:t>
          </a:r>
          <a:endParaRPr lang="en-SG" sz="1700" kern="1200" dirty="0"/>
        </a:p>
      </dsp:txBody>
      <dsp:txXfrm>
        <a:off x="3554247" y="1139926"/>
        <a:ext cx="1393393" cy="613714"/>
      </dsp:txXfrm>
    </dsp:sp>
    <dsp:sp modelId="{5B23319F-BCBE-4FD1-A820-C17F09FD4802}">
      <dsp:nvSpPr>
        <dsp:cNvPr id="0" name=""/>
        <dsp:cNvSpPr/>
      </dsp:nvSpPr>
      <dsp:spPr>
        <a:xfrm rot="240000">
          <a:off x="1322423" y="240720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Quality of life </a:t>
          </a:r>
          <a:endParaRPr lang="en-SG" sz="1700" kern="1200" dirty="0"/>
        </a:p>
      </dsp:txBody>
      <dsp:txXfrm>
        <a:off x="1355623" y="2440406"/>
        <a:ext cx="1393393" cy="613714"/>
      </dsp:txXfrm>
    </dsp:sp>
    <dsp:sp modelId="{DC1B9E40-E973-4973-AC60-9F377C8008F1}">
      <dsp:nvSpPr>
        <dsp:cNvPr id="0" name=""/>
        <dsp:cNvSpPr/>
      </dsp:nvSpPr>
      <dsp:spPr>
        <a:xfrm rot="240000">
          <a:off x="1375255" y="167568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Standard of living </a:t>
          </a:r>
          <a:endParaRPr lang="en-SG" sz="1700" kern="1200" dirty="0"/>
        </a:p>
      </dsp:txBody>
      <dsp:txXfrm>
        <a:off x="1408455" y="1708886"/>
        <a:ext cx="1393393" cy="6137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EA163-9B14-4772-A09A-0F4CE6FE0CD5}">
      <dsp:nvSpPr>
        <dsp:cNvPr id="0" name=""/>
        <dsp:cNvSpPr/>
      </dsp:nvSpPr>
      <dsp:spPr>
        <a:xfrm>
          <a:off x="1104985" y="1079373"/>
          <a:ext cx="2069421" cy="138030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FDI gains by enterprise , repatriated back </a:t>
          </a:r>
          <a:endParaRPr lang="en-SG" sz="1600" kern="1200" dirty="0"/>
        </a:p>
      </dsp:txBody>
      <dsp:txXfrm>
        <a:off x="1436092" y="1079373"/>
        <a:ext cx="1738313" cy="1380303"/>
      </dsp:txXfrm>
    </dsp:sp>
    <dsp:sp modelId="{33E84A03-6C17-4E17-AD08-D6991DA93E7B}">
      <dsp:nvSpPr>
        <dsp:cNvPr id="0" name=""/>
        <dsp:cNvSpPr/>
      </dsp:nvSpPr>
      <dsp:spPr>
        <a:xfrm>
          <a:off x="1104985" y="2459677"/>
          <a:ext cx="2069421" cy="1380303"/>
        </a:xfrm>
        <a:prstGeom prst="rect">
          <a:avLst/>
        </a:prstGeom>
        <a:solidFill>
          <a:schemeClr val="accent5">
            <a:tint val="40000"/>
            <a:alpha val="90000"/>
            <a:hueOff val="3855787"/>
            <a:satOff val="6667"/>
            <a:lumOff val="824"/>
            <a:alphaOff val="0"/>
          </a:schemeClr>
        </a:solidFill>
        <a:ln w="10795" cap="flat" cmpd="sng" algn="ctr">
          <a:solidFill>
            <a:schemeClr val="accent5">
              <a:tint val="40000"/>
              <a:alpha val="90000"/>
              <a:hueOff val="3855787"/>
              <a:satOff val="6667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Smaller rise in wages to the lowly skilled workers </a:t>
          </a:r>
          <a:endParaRPr lang="en-SG" sz="1600" kern="1200" dirty="0"/>
        </a:p>
      </dsp:txBody>
      <dsp:txXfrm>
        <a:off x="1436092" y="2459677"/>
        <a:ext cx="1738313" cy="1380303"/>
      </dsp:txXfrm>
    </dsp:sp>
    <dsp:sp modelId="{605F5F04-E30E-430D-B087-E62A3B1DA4C9}">
      <dsp:nvSpPr>
        <dsp:cNvPr id="0" name=""/>
        <dsp:cNvSpPr/>
      </dsp:nvSpPr>
      <dsp:spPr>
        <a:xfrm>
          <a:off x="1293" y="527527"/>
          <a:ext cx="1379614" cy="137961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Trade and production </a:t>
          </a:r>
          <a:endParaRPr lang="en-SG" sz="1600" kern="1200" dirty="0"/>
        </a:p>
      </dsp:txBody>
      <dsp:txXfrm>
        <a:off x="203333" y="729567"/>
        <a:ext cx="975534" cy="975534"/>
      </dsp:txXfrm>
    </dsp:sp>
    <dsp:sp modelId="{14C9BFAC-51CE-4B0F-BCC0-DD1EFDFD1C7E}">
      <dsp:nvSpPr>
        <dsp:cNvPr id="0" name=""/>
        <dsp:cNvSpPr/>
      </dsp:nvSpPr>
      <dsp:spPr>
        <a:xfrm>
          <a:off x="4554020" y="1079373"/>
          <a:ext cx="2069421" cy="1380303"/>
        </a:xfrm>
        <a:prstGeom prst="rect">
          <a:avLst/>
        </a:prstGeom>
        <a:solidFill>
          <a:schemeClr val="accent5">
            <a:tint val="40000"/>
            <a:alpha val="90000"/>
            <a:hueOff val="7711575"/>
            <a:satOff val="13335"/>
            <a:lumOff val="1649"/>
            <a:alphaOff val="0"/>
          </a:schemeClr>
        </a:solidFill>
        <a:ln w="10795" cap="flat" cmpd="sng" algn="ctr">
          <a:solidFill>
            <a:schemeClr val="accent5">
              <a:tint val="40000"/>
              <a:alpha val="90000"/>
              <a:hueOff val="7711575"/>
              <a:satOff val="13335"/>
              <a:lumOff val="16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Inflow of capital into assets market boost stock market and property market </a:t>
          </a:r>
          <a:endParaRPr lang="en-SG" sz="1600" kern="1200" dirty="0"/>
        </a:p>
      </dsp:txBody>
      <dsp:txXfrm>
        <a:off x="4885127" y="1079373"/>
        <a:ext cx="1738313" cy="1380303"/>
      </dsp:txXfrm>
    </dsp:sp>
    <dsp:sp modelId="{AABDE7BA-8CD1-4422-BBDA-D59D04026C38}">
      <dsp:nvSpPr>
        <dsp:cNvPr id="0" name=""/>
        <dsp:cNvSpPr/>
      </dsp:nvSpPr>
      <dsp:spPr>
        <a:xfrm>
          <a:off x="4554020" y="2459677"/>
          <a:ext cx="2069421" cy="1380303"/>
        </a:xfrm>
        <a:prstGeom prst="rect">
          <a:avLst/>
        </a:prstGeom>
        <a:solidFill>
          <a:schemeClr val="accent5">
            <a:tint val="40000"/>
            <a:alpha val="90000"/>
            <a:hueOff val="11567362"/>
            <a:satOff val="20002"/>
            <a:lumOff val="2473"/>
            <a:alphaOff val="0"/>
          </a:schemeClr>
        </a:solidFill>
        <a:ln w="10795" cap="flat" cmpd="sng" algn="ctr">
          <a:solidFill>
            <a:schemeClr val="accent5">
              <a:tint val="40000"/>
              <a:alpha val="90000"/>
              <a:hueOff val="11567362"/>
              <a:satOff val="20002"/>
              <a:lumOff val="24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Inflation and higher cost of living </a:t>
          </a:r>
          <a:endParaRPr lang="en-SG" sz="1600" kern="1200" dirty="0"/>
        </a:p>
      </dsp:txBody>
      <dsp:txXfrm>
        <a:off x="4885127" y="2459677"/>
        <a:ext cx="1738313" cy="1380303"/>
      </dsp:txXfrm>
    </dsp:sp>
    <dsp:sp modelId="{B57EC9A6-1F19-4389-B8DF-D7C6703759D7}">
      <dsp:nvSpPr>
        <dsp:cNvPr id="0" name=""/>
        <dsp:cNvSpPr/>
      </dsp:nvSpPr>
      <dsp:spPr>
        <a:xfrm>
          <a:off x="3450328" y="527527"/>
          <a:ext cx="1379614" cy="1379614"/>
        </a:xfrm>
        <a:prstGeom prst="ellipse">
          <a:avLst/>
        </a:prstGeom>
        <a:solidFill>
          <a:schemeClr val="accent5">
            <a:hueOff val="11178319"/>
            <a:satOff val="-9634"/>
            <a:lumOff val="12746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FDI</a:t>
          </a:r>
          <a:endParaRPr lang="en-SG" sz="1600" kern="1200" dirty="0"/>
        </a:p>
      </dsp:txBody>
      <dsp:txXfrm>
        <a:off x="3652368" y="729567"/>
        <a:ext cx="975534" cy="9755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C1A666-7E59-4868-A7BA-DC8C3CC586FE}">
      <dsp:nvSpPr>
        <dsp:cNvPr id="0" name=""/>
        <dsp:cNvSpPr/>
      </dsp:nvSpPr>
      <dsp:spPr>
        <a:xfrm>
          <a:off x="97439" y="81"/>
          <a:ext cx="1910841" cy="19108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Aging population </a:t>
          </a:r>
          <a:endParaRPr lang="en-SG" sz="1800" b="1" kern="1200" dirty="0">
            <a:solidFill>
              <a:schemeClr val="tx1"/>
            </a:solidFill>
          </a:endParaRPr>
        </a:p>
      </dsp:txBody>
      <dsp:txXfrm>
        <a:off x="377275" y="279917"/>
        <a:ext cx="1351169" cy="1351169"/>
      </dsp:txXfrm>
    </dsp:sp>
    <dsp:sp modelId="{559208E3-5295-4548-85BB-042C16633B4D}">
      <dsp:nvSpPr>
        <dsp:cNvPr id="0" name=""/>
        <dsp:cNvSpPr/>
      </dsp:nvSpPr>
      <dsp:spPr>
        <a:xfrm>
          <a:off x="2163441" y="401357"/>
          <a:ext cx="1108288" cy="1108288"/>
        </a:xfrm>
        <a:prstGeom prst="mathPlus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800" b="1" kern="1200" dirty="0">
            <a:solidFill>
              <a:schemeClr val="tx1"/>
            </a:solidFill>
          </a:endParaRPr>
        </a:p>
      </dsp:txBody>
      <dsp:txXfrm>
        <a:off x="2310345" y="825166"/>
        <a:ext cx="814480" cy="260670"/>
      </dsp:txXfrm>
    </dsp:sp>
    <dsp:sp modelId="{DF672CC5-9517-4D0B-B18D-0326C1D0C318}">
      <dsp:nvSpPr>
        <dsp:cNvPr id="0" name=""/>
        <dsp:cNvSpPr/>
      </dsp:nvSpPr>
      <dsp:spPr>
        <a:xfrm>
          <a:off x="3426889" y="81"/>
          <a:ext cx="1910841" cy="19108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Falling birth rates </a:t>
          </a:r>
          <a:endParaRPr lang="en-SG" sz="1800" b="1" kern="1200" dirty="0">
            <a:solidFill>
              <a:schemeClr val="tx1"/>
            </a:solidFill>
          </a:endParaRPr>
        </a:p>
      </dsp:txBody>
      <dsp:txXfrm>
        <a:off x="3706725" y="279917"/>
        <a:ext cx="1351169" cy="1351169"/>
      </dsp:txXfrm>
    </dsp:sp>
    <dsp:sp modelId="{AA49D7F2-EF0B-4C2C-AA9C-6D362DE8952E}">
      <dsp:nvSpPr>
        <dsp:cNvPr id="0" name=""/>
        <dsp:cNvSpPr/>
      </dsp:nvSpPr>
      <dsp:spPr>
        <a:xfrm>
          <a:off x="5492891" y="401357"/>
          <a:ext cx="1108288" cy="1108288"/>
        </a:xfrm>
        <a:prstGeom prst="mathEqual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800" b="1" kern="1200" dirty="0">
            <a:solidFill>
              <a:schemeClr val="tx1"/>
            </a:solidFill>
          </a:endParaRPr>
        </a:p>
      </dsp:txBody>
      <dsp:txXfrm>
        <a:off x="5639795" y="629664"/>
        <a:ext cx="814480" cy="651674"/>
      </dsp:txXfrm>
    </dsp:sp>
    <dsp:sp modelId="{E7B5EA8D-1C71-4743-AA7D-6B9273D8B1C9}">
      <dsp:nvSpPr>
        <dsp:cNvPr id="0" name=""/>
        <dsp:cNvSpPr/>
      </dsp:nvSpPr>
      <dsp:spPr>
        <a:xfrm>
          <a:off x="6756339" y="81"/>
          <a:ext cx="1910841" cy="19108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Rising </a:t>
          </a:r>
          <a:r>
            <a:rPr lang="en-US" sz="1600" b="1" kern="1200" dirty="0">
              <a:solidFill>
                <a:schemeClr val="tx1"/>
              </a:solidFill>
            </a:rPr>
            <a:t>DEPENDENCY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RATIO </a:t>
          </a:r>
          <a:endParaRPr lang="en-SG" sz="1600" b="1" kern="1200" dirty="0">
            <a:solidFill>
              <a:schemeClr val="tx1"/>
            </a:solidFill>
          </a:endParaRPr>
        </a:p>
      </dsp:txBody>
      <dsp:txXfrm>
        <a:off x="7036175" y="279917"/>
        <a:ext cx="1351169" cy="13511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95109A-48AA-46F0-9EE6-94A7D7435E3F}">
      <dsp:nvSpPr>
        <dsp:cNvPr id="0" name=""/>
        <dsp:cNvSpPr/>
      </dsp:nvSpPr>
      <dsp:spPr>
        <a:xfrm>
          <a:off x="834836" y="811"/>
          <a:ext cx="1002937" cy="1002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tx1"/>
              </a:solidFill>
            </a:rPr>
            <a:t>Trade </a:t>
          </a:r>
          <a:endParaRPr lang="en-SG" sz="2000" kern="1200" dirty="0">
            <a:solidFill>
              <a:schemeClr val="tx1"/>
            </a:solidFill>
          </a:endParaRPr>
        </a:p>
      </dsp:txBody>
      <dsp:txXfrm>
        <a:off x="981713" y="147688"/>
        <a:ext cx="709183" cy="709183"/>
      </dsp:txXfrm>
    </dsp:sp>
    <dsp:sp modelId="{E9E9B114-0B1C-46D5-B122-1F712DF7FEC3}">
      <dsp:nvSpPr>
        <dsp:cNvPr id="0" name=""/>
        <dsp:cNvSpPr/>
      </dsp:nvSpPr>
      <dsp:spPr>
        <a:xfrm>
          <a:off x="1045453" y="1085187"/>
          <a:ext cx="581703" cy="581703"/>
        </a:xfrm>
        <a:prstGeom prst="mathPlus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900" kern="1200" dirty="0">
            <a:solidFill>
              <a:schemeClr val="tx1"/>
            </a:solidFill>
          </a:endParaRPr>
        </a:p>
      </dsp:txBody>
      <dsp:txXfrm>
        <a:off x="1122558" y="1307630"/>
        <a:ext cx="427493" cy="136817"/>
      </dsp:txXfrm>
    </dsp:sp>
    <dsp:sp modelId="{B4D08624-BCEF-4D4F-8132-1B25D2AD0123}">
      <dsp:nvSpPr>
        <dsp:cNvPr id="0" name=""/>
        <dsp:cNvSpPr/>
      </dsp:nvSpPr>
      <dsp:spPr>
        <a:xfrm>
          <a:off x="792090" y="1748329"/>
          <a:ext cx="1002937" cy="1002937"/>
        </a:xfrm>
        <a:prstGeom prst="ellipse">
          <a:avLst/>
        </a:prstGeom>
        <a:solidFill>
          <a:schemeClr val="accent3">
            <a:hueOff val="-1495338"/>
            <a:satOff val="12512"/>
            <a:lumOff val="2353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solidFill>
                <a:schemeClr val="tx1"/>
              </a:solidFill>
            </a:rPr>
            <a:t>Industrialisation </a:t>
          </a:r>
          <a:endParaRPr lang="en-SG" sz="1100" kern="1200" dirty="0">
            <a:solidFill>
              <a:schemeClr val="tx1"/>
            </a:solidFill>
          </a:endParaRPr>
        </a:p>
      </dsp:txBody>
      <dsp:txXfrm>
        <a:off x="938967" y="1895206"/>
        <a:ext cx="709183" cy="709183"/>
      </dsp:txXfrm>
    </dsp:sp>
    <dsp:sp modelId="{F195A101-0816-42E3-8953-B0EF85DCF63F}">
      <dsp:nvSpPr>
        <dsp:cNvPr id="0" name=""/>
        <dsp:cNvSpPr/>
      </dsp:nvSpPr>
      <dsp:spPr>
        <a:xfrm>
          <a:off x="1988214" y="1189493"/>
          <a:ext cx="318934" cy="3730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2990677"/>
            <a:satOff val="25025"/>
            <a:lumOff val="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600" kern="1200" dirty="0">
            <a:solidFill>
              <a:schemeClr val="tx1"/>
            </a:solidFill>
          </a:endParaRPr>
        </a:p>
      </dsp:txBody>
      <dsp:txXfrm>
        <a:off x="1988214" y="1264111"/>
        <a:ext cx="223254" cy="223856"/>
      </dsp:txXfrm>
    </dsp:sp>
    <dsp:sp modelId="{B76EAF48-F9CF-42DB-9680-8E2A48FB451E}">
      <dsp:nvSpPr>
        <dsp:cNvPr id="0" name=""/>
        <dsp:cNvSpPr/>
      </dsp:nvSpPr>
      <dsp:spPr>
        <a:xfrm>
          <a:off x="2439536" y="373101"/>
          <a:ext cx="2005875" cy="2005875"/>
        </a:xfrm>
        <a:prstGeom prst="ellipse">
          <a:avLst/>
        </a:prstGeom>
        <a:solidFill>
          <a:schemeClr val="accent3">
            <a:hueOff val="-2990677"/>
            <a:satOff val="25025"/>
            <a:lumOff val="4706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>
              <a:solidFill>
                <a:schemeClr val="tx1"/>
              </a:solidFill>
            </a:rPr>
            <a:t>Factory output &amp; GDP </a:t>
          </a:r>
          <a:endParaRPr lang="en-SG" sz="3100" kern="1200" dirty="0">
            <a:solidFill>
              <a:schemeClr val="tx1"/>
            </a:solidFill>
          </a:endParaRPr>
        </a:p>
      </dsp:txBody>
      <dsp:txXfrm>
        <a:off x="2733290" y="666855"/>
        <a:ext cx="1418367" cy="14183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B53B1-7323-43FE-86A5-BCD2A9E9181E}">
      <dsp:nvSpPr>
        <dsp:cNvPr id="0" name=""/>
        <dsp:cNvSpPr/>
      </dsp:nvSpPr>
      <dsp:spPr>
        <a:xfrm>
          <a:off x="3339" y="647938"/>
          <a:ext cx="2920429" cy="1168171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82" tIns="61341" rIns="30671" bIns="6134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Industrialization </a:t>
          </a:r>
          <a:endParaRPr lang="en-SG" sz="2300" kern="1200" dirty="0"/>
        </a:p>
      </dsp:txBody>
      <dsp:txXfrm>
        <a:off x="3339" y="647938"/>
        <a:ext cx="2628386" cy="1168171"/>
      </dsp:txXfrm>
    </dsp:sp>
    <dsp:sp modelId="{6E335DA5-667F-4474-AB33-795897946765}">
      <dsp:nvSpPr>
        <dsp:cNvPr id="0" name=""/>
        <dsp:cNvSpPr/>
      </dsp:nvSpPr>
      <dsp:spPr>
        <a:xfrm>
          <a:off x="2339683" y="647938"/>
          <a:ext cx="2920429" cy="1168171"/>
        </a:xfrm>
        <a:prstGeom prst="chevron">
          <a:avLst/>
        </a:prstGeom>
        <a:solidFill>
          <a:schemeClr val="accent5">
            <a:hueOff val="5589159"/>
            <a:satOff val="-4817"/>
            <a:lumOff val="6373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Urbanization </a:t>
          </a:r>
          <a:endParaRPr lang="en-SG" sz="2300" kern="1200" dirty="0"/>
        </a:p>
      </dsp:txBody>
      <dsp:txXfrm>
        <a:off x="2923769" y="647938"/>
        <a:ext cx="1752258" cy="1168171"/>
      </dsp:txXfrm>
    </dsp:sp>
    <dsp:sp modelId="{53070D3D-957C-48D5-83E4-2B62FDC69DB6}">
      <dsp:nvSpPr>
        <dsp:cNvPr id="0" name=""/>
        <dsp:cNvSpPr/>
      </dsp:nvSpPr>
      <dsp:spPr>
        <a:xfrm>
          <a:off x="4676026" y="647938"/>
          <a:ext cx="2920429" cy="1168171"/>
        </a:xfrm>
        <a:prstGeom prst="chevron">
          <a:avLst/>
        </a:prstGeom>
        <a:solidFill>
          <a:schemeClr val="accent5">
            <a:hueOff val="11178319"/>
            <a:satOff val="-9634"/>
            <a:lumOff val="12746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Rising demand for energy</a:t>
          </a:r>
          <a:endParaRPr lang="en-SG" sz="2300" kern="1200" dirty="0"/>
        </a:p>
      </dsp:txBody>
      <dsp:txXfrm>
        <a:off x="5260112" y="647938"/>
        <a:ext cx="1752258" cy="116817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31D4EA-FE2B-4CAE-AFB0-D00F1B086792}">
      <dsp:nvSpPr>
        <dsp:cNvPr id="0" name=""/>
        <dsp:cNvSpPr/>
      </dsp:nvSpPr>
      <dsp:spPr>
        <a:xfrm>
          <a:off x="612042" y="0"/>
          <a:ext cx="6936482" cy="3112120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18F8D-9C64-4CAD-B3AB-AC010ACB2D04}">
      <dsp:nvSpPr>
        <dsp:cNvPr id="0" name=""/>
        <dsp:cNvSpPr/>
      </dsp:nvSpPr>
      <dsp:spPr>
        <a:xfrm>
          <a:off x="3187" y="933636"/>
          <a:ext cx="1549232" cy="124484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Industrialization </a:t>
          </a:r>
          <a:endParaRPr lang="en-SG" sz="1500" kern="1200" dirty="0"/>
        </a:p>
      </dsp:txBody>
      <dsp:txXfrm>
        <a:off x="63955" y="994404"/>
        <a:ext cx="1427696" cy="1123312"/>
      </dsp:txXfrm>
    </dsp:sp>
    <dsp:sp modelId="{A743CE59-013D-4700-97DD-0AE066B1144F}">
      <dsp:nvSpPr>
        <dsp:cNvPr id="0" name=""/>
        <dsp:cNvSpPr/>
      </dsp:nvSpPr>
      <dsp:spPr>
        <a:xfrm>
          <a:off x="1654427" y="933636"/>
          <a:ext cx="1549232" cy="1244848"/>
        </a:xfrm>
        <a:prstGeom prst="roundRect">
          <a:avLst/>
        </a:prstGeom>
        <a:solidFill>
          <a:schemeClr val="accent5">
            <a:hueOff val="2794580"/>
            <a:satOff val="-2409"/>
            <a:lumOff val="3187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Pollution </a:t>
          </a:r>
          <a:endParaRPr lang="en-SG" sz="1500" kern="1200" dirty="0"/>
        </a:p>
      </dsp:txBody>
      <dsp:txXfrm>
        <a:off x="1715195" y="994404"/>
        <a:ext cx="1427696" cy="1123312"/>
      </dsp:txXfrm>
    </dsp:sp>
    <dsp:sp modelId="{F6455413-18A9-4D91-89FE-EDD2A0207D39}">
      <dsp:nvSpPr>
        <dsp:cNvPr id="0" name=""/>
        <dsp:cNvSpPr/>
      </dsp:nvSpPr>
      <dsp:spPr>
        <a:xfrm>
          <a:off x="3305667" y="933636"/>
          <a:ext cx="1549232" cy="1244848"/>
        </a:xfrm>
        <a:prstGeom prst="roundRect">
          <a:avLst/>
        </a:prstGeom>
        <a:solidFill>
          <a:schemeClr val="accent5">
            <a:hueOff val="5589159"/>
            <a:satOff val="-4817"/>
            <a:lumOff val="6373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Rising temperature </a:t>
          </a:r>
          <a:endParaRPr lang="en-SG" sz="1500" kern="1200" dirty="0"/>
        </a:p>
      </dsp:txBody>
      <dsp:txXfrm>
        <a:off x="3366435" y="994404"/>
        <a:ext cx="1427696" cy="1123312"/>
      </dsp:txXfrm>
    </dsp:sp>
    <dsp:sp modelId="{9D28DADA-F8AE-45D5-BE17-176849026AD2}">
      <dsp:nvSpPr>
        <dsp:cNvPr id="0" name=""/>
        <dsp:cNvSpPr/>
      </dsp:nvSpPr>
      <dsp:spPr>
        <a:xfrm>
          <a:off x="4956907" y="933636"/>
          <a:ext cx="1549232" cy="1244848"/>
        </a:xfrm>
        <a:prstGeom prst="roundRect">
          <a:avLst/>
        </a:prstGeom>
        <a:solidFill>
          <a:schemeClr val="accent5">
            <a:hueOff val="8383739"/>
            <a:satOff val="-7226"/>
            <a:lumOff val="956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Rising sea level</a:t>
          </a:r>
          <a:endParaRPr lang="en-SG" sz="1500" kern="1200" dirty="0"/>
        </a:p>
      </dsp:txBody>
      <dsp:txXfrm>
        <a:off x="5017675" y="994404"/>
        <a:ext cx="1427696" cy="1123312"/>
      </dsp:txXfrm>
    </dsp:sp>
    <dsp:sp modelId="{7A1C39A1-E5CC-4918-B706-5F33B2991483}">
      <dsp:nvSpPr>
        <dsp:cNvPr id="0" name=""/>
        <dsp:cNvSpPr/>
      </dsp:nvSpPr>
      <dsp:spPr>
        <a:xfrm>
          <a:off x="6608147" y="933636"/>
          <a:ext cx="1549232" cy="1244848"/>
        </a:xfrm>
        <a:prstGeom prst="roundRect">
          <a:avLst/>
        </a:prstGeom>
        <a:solidFill>
          <a:schemeClr val="accent5">
            <a:hueOff val="11178319"/>
            <a:satOff val="-9634"/>
            <a:lumOff val="12746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CLIMATE CHANGE </a:t>
          </a:r>
          <a:endParaRPr lang="en-SG" sz="1500" kern="1200" dirty="0"/>
        </a:p>
      </dsp:txBody>
      <dsp:txXfrm>
        <a:off x="6668915" y="994404"/>
        <a:ext cx="1427696" cy="1123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0BDD292-E394-41AC-ACAB-A6D2E97386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42420B-43A3-4B4B-A392-E6FE135AC6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82056-6DEE-45EB-B1E9-0287EA7A6165}" type="datetimeFigureOut">
              <a:rPr lang="en-GB" smtClean="0"/>
              <a:t>18/08/2026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04974-E9C2-466A-B259-710634EDDD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D84BA-8202-45CB-9A37-F7C7A70902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D36FD3-CDE7-4355-B80D-1C2D19EB91B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2329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702DC-624B-4F8B-BB6C-0697D8C791ED}" type="datetimeFigureOut">
              <a:rPr lang="en-AU" smtClean="0"/>
              <a:t>18/08/2026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7192B-78A9-4B3D-9BCA-E16952003B05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11137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7192B-78A9-4B3D-9BCA-E16952003B05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8172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7192B-78A9-4B3D-9BCA-E16952003B05}" type="slidenum">
              <a:rPr lang="en-AU" smtClean="0"/>
              <a:t>14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6751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7192B-78A9-4B3D-9BCA-E16952003B05}" type="slidenum">
              <a:rPr lang="en-AU" smtClean="0"/>
              <a:t>20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926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CB4A970F-7A1E-9CAB-F5BA-2BFDDD3F3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8616483C-63D0-41A4-9340-5AF60D20A1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281F9AE4-CBF0-B699-B24A-FF84B67792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35218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1D61-0760-43D3-8D5A-92F2529C0CB8}" type="datetime1">
              <a:rPr lang="en-AU" smtClean="0"/>
              <a:t>18/08/2026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Kankesu Jayanthakumaran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37346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2CC42-D970-4699-B74F-12081D63D0AE}" type="datetime1">
              <a:rPr lang="en-AU" smtClean="0"/>
              <a:t>18/08/2026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Kankesu Jayanthakumaran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28648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74BA2-40D6-41F6-9005-91684F1E980B}" type="datetime1">
              <a:rPr lang="en-AU" smtClean="0"/>
              <a:t>18/08/2026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Kankesu Jayanthakumaran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18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5C358-50AD-4780-908C-E70172B0DC23}" type="datetime1">
              <a:rPr lang="en-AU" smtClean="0"/>
              <a:t>18/08/2026</a:t>
            </a:fld>
            <a:endParaRPr lang="en-A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Kankesu Jayanthakumaran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3562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C3FB-D635-490D-8046-BFEC2910647C}" type="datetime1">
              <a:rPr lang="en-AU" smtClean="0"/>
              <a:t>18/08/2026</a:t>
            </a:fld>
            <a:endParaRPr lang="en-AU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Kankesu Jayanthakumaran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440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00E-C547-4214-84D1-B0ADBC8869BA}" type="datetime1">
              <a:rPr lang="en-AU" smtClean="0"/>
              <a:t>18/08/2026</a:t>
            </a:fld>
            <a:endParaRPr lang="en-AU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Kankesu Jayanthakumaran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91354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48542-E65A-4E2C-86EF-356E2BD09380}" type="datetime1">
              <a:rPr lang="en-AU" smtClean="0"/>
              <a:t>18/08/2026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Kankesu Jayanthakumaran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3581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4845-28DD-4BCC-B83E-41E07F104F87}" type="datetime1">
              <a:rPr lang="en-AU" smtClean="0"/>
              <a:t>18/08/2026</a:t>
            </a:fld>
            <a:endParaRPr lang="en-A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Kankesu Jayanthakumaran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88132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0EF02-48C8-4E6A-8147-211E15DFB649}" type="datetime1">
              <a:rPr lang="en-AU" smtClean="0"/>
              <a:t>18/08/2026</a:t>
            </a:fld>
            <a:endParaRPr lang="en-A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r>
              <a:rPr lang="en-AU" dirty="0"/>
              <a:t>Kankesu Jayanthakumaran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29626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9C6B7-D35C-4C66-85F3-FE3BF8C8B4FF}" type="datetime1">
              <a:rPr lang="en-AU" smtClean="0"/>
              <a:t>18/08/2026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Kankesu Jayanthakumaran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1884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BCEE-E5FA-4620-A87A-15E2EC89DF69}" type="datetime1">
              <a:rPr lang="en-AU" smtClean="0"/>
              <a:t>18/08/2026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Kankesu Jayanthakumaran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907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1E97CB0-028A-45FF-9140-87E04FF968B4}" type="datetime1">
              <a:rPr lang="en-AU" smtClean="0"/>
              <a:t>18/08/2026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Kankesu Jayanthakumaran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7A2C4A9A-BC6D-4B8E-AB96-92CE47D6F99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92467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p-M30CRGtI?feature=oembe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youtu.be/BtVNO0H7yLU?si=Ct1ZgJQQci5GkHdc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0.sv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s://www.edb.gov.sg/en/news-and-events/insights/innovation/understanding-southeast-asias-middle-class.html" TargetMode="External"/><Relationship Id="rId4" Type="http://schemas.openxmlformats.org/officeDocument/2006/relationships/hyperlink" Target="https://pxhere.com/en/photo/909416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edb.gov.sg/en/news-and-events/insights/innovation/understanding-southeast-asias-middle-class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EkFJF_nI2MQ" TargetMode="Externa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hyperlink" Target="https://youtu.be/EkFJF_nI2MQ" TargetMode="Externa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McKinsey/videos/future-of-asia-climate-change/2660511377525150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EbF4s2LF_kg" TargetMode="Externa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EkFJF_nI2MQ?si=i96MT7NN--7l4bW9" TargetMode="Externa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QHyQ8vylLk4?si=qr6obNoR_Kx33hv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loveteachingenglish.com/en/free-lessons/elementary/verbs/future.html" TargetMode="External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-nd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6C7A97A-A7DE-4DFB-8542-1E4BF24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111DB0-3D73-4D20-9D57-CEF5A0D8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481671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2600" y="1298448"/>
            <a:ext cx="2763802" cy="3255264"/>
          </a:xfrm>
        </p:spPr>
        <p:txBody>
          <a:bodyPr>
            <a:normAutofit fontScale="90000"/>
          </a:bodyPr>
          <a:lstStyle/>
          <a:p>
            <a:r>
              <a:rPr lang="en-AU" dirty="0"/>
              <a:t>ECON251</a:t>
            </a:r>
            <a:br>
              <a:rPr lang="en-AU" dirty="0"/>
            </a:br>
            <a:r>
              <a:rPr lang="en-AU" dirty="0"/>
              <a:t>Industry and Trade in Asia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2600" y="4670246"/>
            <a:ext cx="2763802" cy="914400"/>
          </a:xfrm>
        </p:spPr>
        <p:txBody>
          <a:bodyPr>
            <a:normAutofit fontScale="77500" lnSpcReduction="20000"/>
          </a:bodyPr>
          <a:lstStyle/>
          <a:p>
            <a:r>
              <a:rPr lang="en-AU" sz="3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 and future of Asia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80114A-654E-439B-AA52-87A57B2CAE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40480" y="759599"/>
            <a:ext cx="4775453" cy="533065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27ADCA0-A066-4B16-8E1F-3C248394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098AF-3CB5-4246-B90A-640DE037A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48475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C9C63-8C67-8CB4-C32D-158A4F4D1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Lesson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5DC63-DEEF-2A26-F887-83E5A88A8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At the end of the lesson students should be able to </a:t>
            </a:r>
          </a:p>
          <a:p>
            <a:pPr marL="457200" indent="-457200">
              <a:buAutoNum type="arabicPeriod"/>
            </a:pPr>
            <a:r>
              <a:rPr lang="en-SG" dirty="0"/>
              <a:t>Explain the development issues such as poverty , income distribution, aging population, environmental degradation in Asia </a:t>
            </a:r>
          </a:p>
          <a:p>
            <a:pPr marL="457200" indent="-457200">
              <a:buAutoNum type="arabicPeriod"/>
            </a:pPr>
            <a:r>
              <a:rPr lang="en-SG" dirty="0"/>
              <a:t>Explain how the development issues may affect the economic growth of Asia economies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E5B65-B985-72E7-A309-D77B69EFD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634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C7949-44FC-410E-B557-70EEC0BB7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The journey thus far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A2B75-30C5-4099-899F-D708B9138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816" y="868680"/>
            <a:ext cx="5760640" cy="5120640"/>
          </a:xfrm>
        </p:spPr>
        <p:txBody>
          <a:bodyPr anchor="t">
            <a:normAutofit/>
          </a:bodyPr>
          <a:lstStyle/>
          <a:p>
            <a:r>
              <a:rPr lang="en-SG" sz="3200" dirty="0"/>
              <a:t>World Bank : </a:t>
            </a:r>
            <a:r>
              <a:rPr lang="en-SG" sz="3200" b="0" i="0" dirty="0">
                <a:solidFill>
                  <a:srgbClr val="333333"/>
                </a:solidFill>
                <a:effectLst/>
                <a:latin typeface="Andes"/>
              </a:rPr>
              <a:t>Stronger Open Trade Policies Enable Economic Growth for All</a:t>
            </a:r>
          </a:p>
          <a:p>
            <a:r>
              <a:rPr lang="en-SG" sz="4000" dirty="0"/>
              <a:t>https://youtu.be/Ap-M30CRGtI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E0DED-75B4-4014-8789-E6183C35E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3</a:t>
            </a:fld>
            <a:endParaRPr lang="en-AU" dirty="0"/>
          </a:p>
        </p:txBody>
      </p:sp>
      <p:pic>
        <p:nvPicPr>
          <p:cNvPr id="5" name="Online Media 4" title="The Role of Trade in Supporting Growth and Reducing Poverty">
            <a:hlinkClick r:id="" action="ppaction://media"/>
            <a:extLst>
              <a:ext uri="{FF2B5EF4-FFF2-40B4-BE49-F238E27FC236}">
                <a16:creationId xmlns:a16="http://schemas.microsoft.com/office/drawing/2014/main" id="{E4090D40-F9CD-4B6F-B41A-BDBCF887ECC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39552" y="2266071"/>
            <a:ext cx="7920880" cy="447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9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4601183"/>
          </a:xfrm>
        </p:spPr>
        <p:txBody>
          <a:bodyPr>
            <a:normAutofit/>
          </a:bodyPr>
          <a:lstStyle/>
          <a:p>
            <a:r>
              <a:rPr lang="en-AU" sz="2300" dirty="0"/>
              <a:t>Challenges 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71539A7-51A4-4813-8C78-FAF4E708C5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2025076"/>
              </p:ext>
            </p:extLst>
          </p:nvPr>
        </p:nvGraphicFramePr>
        <p:xfrm>
          <a:off x="2819922" y="885459"/>
          <a:ext cx="5796200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291C3-0C56-4696-A69A-99145632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6483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D5C296-F4B1-4AE5-8EEB-9FEB7ED17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1ACE66-194D-48C4-A14A-6933B3528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481671" cy="5334001"/>
          </a:xfrm>
          <a:prstGeom prst="rect">
            <a:avLst/>
          </a:prstGeom>
          <a:solidFill>
            <a:schemeClr val="accent1">
              <a:lumMod val="5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BE2F1-BC02-4E5C-82DB-E43033813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1298448"/>
            <a:ext cx="2763802" cy="3255264"/>
          </a:xfrm>
        </p:spPr>
        <p:txBody>
          <a:bodyPr>
            <a:normAutofit/>
          </a:bodyPr>
          <a:lstStyle/>
          <a:p>
            <a:r>
              <a:rPr lang="en-US" sz="4400" dirty="0"/>
              <a:t>Current Challenges </a:t>
            </a:r>
            <a:endParaRPr lang="en-SG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1601C-7535-49FE-B97C-256C8C3B3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4670246"/>
            <a:ext cx="2763802" cy="914400"/>
          </a:xfrm>
        </p:spPr>
        <p:txBody>
          <a:bodyPr>
            <a:normAutofit/>
          </a:bodyPr>
          <a:lstStyle/>
          <a:p>
            <a:r>
              <a:rPr lang="en-US" dirty="0"/>
              <a:t>Introduction </a:t>
            </a:r>
            <a:endParaRPr lang="en-S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5B886A-7ED1-4B77-819B-76ACBEFB0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C0607-8EAF-427A-8FED-8A22A779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A2C4A9A-BC6D-4B8E-AB96-92CE47D6F997}" type="slidenum">
              <a:rPr lang="en-AU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AU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11010-C429-4E0C-8E2B-8BD49151D87A}"/>
              </a:ext>
            </a:extLst>
          </p:cNvPr>
          <p:cNvSpPr txBox="1"/>
          <p:nvPr/>
        </p:nvSpPr>
        <p:spPr>
          <a:xfrm>
            <a:off x="3856209" y="730302"/>
            <a:ext cx="47525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With the past discussions of Asia’s growth, though hampered by the two major crisis, these economies are still in the radar of international attention on their considerably stellar economic performance 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We now like to consider the </a:t>
            </a:r>
            <a:r>
              <a:rPr lang="en-US" sz="1600" b="1" i="1" dirty="0"/>
              <a:t>economic development </a:t>
            </a:r>
            <a:r>
              <a:rPr lang="en-US" sz="1600" dirty="0"/>
              <a:t>of these economies </a:t>
            </a:r>
            <a:endParaRPr lang="en-SG" sz="1600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01CD20E-D89B-431E-9E73-773E7A4E66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109269"/>
              </p:ext>
            </p:extLst>
          </p:nvPr>
        </p:nvGraphicFramePr>
        <p:xfrm>
          <a:off x="2831163" y="2692871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6806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26BCD-7EBE-411E-A498-B3B70B4E8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951" y="1484784"/>
            <a:ext cx="3265558" cy="2706616"/>
          </a:xfrm>
        </p:spPr>
        <p:txBody>
          <a:bodyPr/>
          <a:lstStyle/>
          <a:p>
            <a:r>
              <a:rPr lang="en-US" dirty="0"/>
              <a:t>Current Challenges 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1D9D1-6FAC-44FE-878D-551304ECD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4293096"/>
            <a:ext cx="5486400" cy="914400"/>
          </a:xfrm>
        </p:spPr>
        <p:txBody>
          <a:bodyPr>
            <a:normAutofit/>
          </a:bodyPr>
          <a:lstStyle/>
          <a:p>
            <a:r>
              <a:rPr lang="en-US" sz="2800" dirty="0"/>
              <a:t>Income Inequality </a:t>
            </a:r>
            <a:endParaRPr lang="en-SG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FFB09-BBEC-434A-9F00-EC2B19465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6</a:t>
            </a:fld>
            <a:endParaRPr lang="en-AU" dirty="0"/>
          </a:p>
        </p:txBody>
      </p:sp>
      <p:pic>
        <p:nvPicPr>
          <p:cNvPr id="1026" name="Picture 2" descr="The consequences of economic inequality">
            <a:extLst>
              <a:ext uri="{FF2B5EF4-FFF2-40B4-BE49-F238E27FC236}">
                <a16:creationId xmlns:a16="http://schemas.microsoft.com/office/drawing/2014/main" id="{A4CF5985-C20B-4757-A87C-ABFD2DE2C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022" y="1052736"/>
            <a:ext cx="5697775" cy="439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798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402BE-39BC-4076-98D0-9DA00019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Income Inequality 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1574C-1A41-4FC9-AD64-3FA10B688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1800" y="188640"/>
            <a:ext cx="6048672" cy="2816384"/>
          </a:xfrm>
        </p:spPr>
        <p:txBody>
          <a:bodyPr anchor="t">
            <a:normAutofit fontScale="85000" lnSpcReduction="20000"/>
          </a:bodyPr>
          <a:lstStyle/>
          <a:p>
            <a:pPr algn="just"/>
            <a:endParaRPr lang="en-GB" sz="3600" dirty="0"/>
          </a:p>
          <a:p>
            <a:pPr marL="0" indent="0" algn="just">
              <a:buNone/>
            </a:pPr>
            <a:r>
              <a:rPr lang="en-GB" sz="3600" dirty="0"/>
              <a:t>A case of wealth not fairly distributed amongst the people in the country </a:t>
            </a:r>
          </a:p>
          <a:p>
            <a:pPr marL="0" indent="0" algn="just">
              <a:buNone/>
            </a:pPr>
            <a:r>
              <a:rPr lang="en-GB" sz="3600" dirty="0"/>
              <a:t>This phenomenon is not new but did globalisation worsen it, esp in Asia ? </a:t>
            </a:r>
          </a:p>
          <a:p>
            <a:pPr marL="0" indent="0" algn="just">
              <a:buNone/>
            </a:pP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C318D-4EBE-43CD-A2E4-E6F3241F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7</a:t>
            </a:fld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30B7B6-35B8-41C4-A08A-E6C99E0AB044}"/>
              </a:ext>
            </a:extLst>
          </p:cNvPr>
          <p:cNvSpPr txBox="1"/>
          <p:nvPr/>
        </p:nvSpPr>
        <p:spPr>
          <a:xfrm>
            <a:off x="323528" y="4149080"/>
            <a:ext cx="20767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Video Link</a:t>
            </a:r>
          </a:p>
          <a:p>
            <a:r>
              <a:rPr lang="en-US" dirty="0">
                <a:hlinkClick r:id="rId2"/>
              </a:rPr>
              <a:t>https://youtu.be/BtVNO0H7yLU?si=Ct1ZgJQQci5GkHdc</a:t>
            </a:r>
            <a:endParaRPr lang="en-US" dirty="0"/>
          </a:p>
          <a:p>
            <a:endParaRPr lang="en-US" dirty="0"/>
          </a:p>
        </p:txBody>
      </p:sp>
      <p:pic>
        <p:nvPicPr>
          <p:cNvPr id="10" name="Picture 9" descr="Globalisation &amp; Global Inequalities - Year 7 Matrix">
            <a:extLst>
              <a:ext uri="{FF2B5EF4-FFF2-40B4-BE49-F238E27FC236}">
                <a16:creationId xmlns:a16="http://schemas.microsoft.com/office/drawing/2014/main" id="{7E7456D8-65A2-1979-FDB6-A14A059D0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969" y="2945112"/>
            <a:ext cx="4476884" cy="372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29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F831B-2667-4CA6-0887-CF8259E52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AF6B0-B01A-E71F-21FE-44D46908B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Income Inequality </a:t>
            </a:r>
            <a:br>
              <a:rPr lang="en-GB" dirty="0"/>
            </a:b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17651-D390-6224-C29C-B07A8B74F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8</a:t>
            </a:fld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3CDBC-FFC9-697F-B2F1-2443DD0EFCE6}"/>
              </a:ext>
            </a:extLst>
          </p:cNvPr>
          <p:cNvSpPr txBox="1"/>
          <p:nvPr/>
        </p:nvSpPr>
        <p:spPr>
          <a:xfrm>
            <a:off x="323528" y="4149080"/>
            <a:ext cx="207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What exactly is it ? </a:t>
            </a:r>
            <a:endParaRPr lang="en-SG" b="1" dirty="0">
              <a:solidFill>
                <a:schemeClr val="bg1"/>
              </a:solidFill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4EFF08BB-0590-8FC3-93A2-4FB01DC1AABE}"/>
              </a:ext>
            </a:extLst>
          </p:cNvPr>
          <p:cNvSpPr/>
          <p:nvPr/>
        </p:nvSpPr>
        <p:spPr>
          <a:xfrm>
            <a:off x="2901951" y="1052736"/>
            <a:ext cx="5558481" cy="3024336"/>
          </a:xfrm>
          <a:prstGeom prst="wedgeRectCallout">
            <a:avLst>
              <a:gd name="adj1" fmla="val 1285"/>
              <a:gd name="adj2" fmla="val -75393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Imagine an island with 10 persons with total GDP of $1000;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GDP per capita = 1000/10 = $ 100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But the true fact is :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if 20% of the population (i.e. 2 persons) own 60% of the income  (i.e. $600), each of them in average gets $300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Then the remaining population i.e. 8 persons share out the $400 , 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each getting $50 or lesser  </a:t>
            </a:r>
            <a:endParaRPr lang="en-SG"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8F4AA4-62BA-FA8B-25BA-0288ACE8BD94}"/>
                  </a:ext>
                </a:extLst>
              </p:cNvPr>
              <p:cNvSpPr txBox="1"/>
              <p:nvPr/>
            </p:nvSpPr>
            <p:spPr>
              <a:xfrm>
                <a:off x="3267780" y="4278546"/>
                <a:ext cx="457515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SG" dirty="0">
                    <a:effectLst/>
                    <a:latin typeface="Google Sans Text"/>
                  </a:rPr>
                  <a:t>Arranging the incomes from lowest to highest: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SG" smtClean="0"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0,$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0,$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0,$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0,$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0,$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0,$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0,$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SG" i="0">
                          <a:latin typeface="Cambria Math" panose="02040503050406030204" pitchFamily="18" charset="0"/>
                        </a:rPr>
                        <m:t>0,$300,$300</m:t>
                      </m:r>
                    </m:oMath>
                  </m:oMathPara>
                </a14:m>
                <a:endParaRPr lang="en-SG" dirty="0">
                  <a:effectLst/>
                  <a:latin typeface="Google Sans Text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8F4AA4-62BA-FA8B-25BA-0288ACE8B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780" y="4278546"/>
                <a:ext cx="4575152" cy="646331"/>
              </a:xfrm>
              <a:prstGeom prst="rect">
                <a:avLst/>
              </a:prstGeom>
              <a:blipFill>
                <a:blip r:embed="rId2"/>
                <a:stretch>
                  <a:fillRect l="-1065" t="-5660" r="-73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Graphic 14" descr="Man outline">
            <a:extLst>
              <a:ext uri="{FF2B5EF4-FFF2-40B4-BE49-F238E27FC236}">
                <a16:creationId xmlns:a16="http://schemas.microsoft.com/office/drawing/2014/main" id="{B0E686B0-03B0-9F79-C2B7-1E9105611F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1412" y="4941168"/>
            <a:ext cx="914400" cy="914400"/>
          </a:xfrm>
          <a:prstGeom prst="rect">
            <a:avLst/>
          </a:prstGeom>
        </p:spPr>
      </p:pic>
      <p:pic>
        <p:nvPicPr>
          <p:cNvPr id="19" name="Graphic 18" descr="Man with solid fill">
            <a:extLst>
              <a:ext uri="{FF2B5EF4-FFF2-40B4-BE49-F238E27FC236}">
                <a16:creationId xmlns:a16="http://schemas.microsoft.com/office/drawing/2014/main" id="{DD642B0E-67AC-B0BF-613A-F7B57C90D6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3848" y="4981818"/>
            <a:ext cx="673224" cy="673224"/>
          </a:xfrm>
          <a:prstGeom prst="rect">
            <a:avLst/>
          </a:prstGeom>
        </p:spPr>
      </p:pic>
      <p:pic>
        <p:nvPicPr>
          <p:cNvPr id="23" name="Graphic 22" descr="Man with solid fill">
            <a:extLst>
              <a:ext uri="{FF2B5EF4-FFF2-40B4-BE49-F238E27FC236}">
                <a16:creationId xmlns:a16="http://schemas.microsoft.com/office/drawing/2014/main" id="{44FAD69D-4A8B-45BD-DF52-0E16A7C871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6470" y="4981818"/>
            <a:ext cx="673224" cy="673224"/>
          </a:xfrm>
          <a:prstGeom prst="rect">
            <a:avLst/>
          </a:prstGeom>
        </p:spPr>
      </p:pic>
      <p:pic>
        <p:nvPicPr>
          <p:cNvPr id="25" name="Graphic 24" descr="Man with solid fill">
            <a:extLst>
              <a:ext uri="{FF2B5EF4-FFF2-40B4-BE49-F238E27FC236}">
                <a16:creationId xmlns:a16="http://schemas.microsoft.com/office/drawing/2014/main" id="{A2EA1DE9-8D86-9BE7-C36A-2B894CF9C7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9092" y="4981818"/>
            <a:ext cx="673224" cy="673224"/>
          </a:xfrm>
          <a:prstGeom prst="rect">
            <a:avLst/>
          </a:prstGeom>
        </p:spPr>
      </p:pic>
      <p:pic>
        <p:nvPicPr>
          <p:cNvPr id="27" name="Graphic 26" descr="Man with solid fill">
            <a:extLst>
              <a:ext uri="{FF2B5EF4-FFF2-40B4-BE49-F238E27FC236}">
                <a16:creationId xmlns:a16="http://schemas.microsoft.com/office/drawing/2014/main" id="{A36ACA90-432C-6FA7-C025-BAF1627F96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1714" y="4981818"/>
            <a:ext cx="673224" cy="673224"/>
          </a:xfrm>
          <a:prstGeom prst="rect">
            <a:avLst/>
          </a:prstGeom>
        </p:spPr>
      </p:pic>
      <p:pic>
        <p:nvPicPr>
          <p:cNvPr id="29" name="Graphic 28" descr="Man with solid fill">
            <a:extLst>
              <a:ext uri="{FF2B5EF4-FFF2-40B4-BE49-F238E27FC236}">
                <a16:creationId xmlns:a16="http://schemas.microsoft.com/office/drawing/2014/main" id="{8984C9C4-F0D8-25BB-6C8A-DDC138772E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4336" y="4981818"/>
            <a:ext cx="673224" cy="673224"/>
          </a:xfrm>
          <a:prstGeom prst="rect">
            <a:avLst/>
          </a:prstGeom>
        </p:spPr>
      </p:pic>
      <p:pic>
        <p:nvPicPr>
          <p:cNvPr id="31" name="Graphic 30" descr="Man with solid fill">
            <a:extLst>
              <a:ext uri="{FF2B5EF4-FFF2-40B4-BE49-F238E27FC236}">
                <a16:creationId xmlns:a16="http://schemas.microsoft.com/office/drawing/2014/main" id="{826CB9A5-B3F4-48F3-0E9E-5329297F76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6958" y="4981818"/>
            <a:ext cx="673224" cy="673224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713AB0EF-58E9-8EBE-CDA4-29732BF53C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9580" y="4981818"/>
            <a:ext cx="673224" cy="673224"/>
          </a:xfrm>
          <a:prstGeom prst="rect">
            <a:avLst/>
          </a:prstGeom>
        </p:spPr>
      </p:pic>
      <p:pic>
        <p:nvPicPr>
          <p:cNvPr id="35" name="Graphic 34" descr="Man with solid fill">
            <a:extLst>
              <a:ext uri="{FF2B5EF4-FFF2-40B4-BE49-F238E27FC236}">
                <a16:creationId xmlns:a16="http://schemas.microsoft.com/office/drawing/2014/main" id="{E6F9CE61-17FF-BB6B-24EA-669AC1B39E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2200" y="4981818"/>
            <a:ext cx="673224" cy="673224"/>
          </a:xfrm>
          <a:prstGeom prst="rect">
            <a:avLst/>
          </a:prstGeom>
        </p:spPr>
      </p:pic>
      <p:pic>
        <p:nvPicPr>
          <p:cNvPr id="37" name="Graphic 36" descr="Man outline">
            <a:extLst>
              <a:ext uri="{FF2B5EF4-FFF2-40B4-BE49-F238E27FC236}">
                <a16:creationId xmlns:a16="http://schemas.microsoft.com/office/drawing/2014/main" id="{F47284A3-9651-F8CC-759D-2556A7BFD9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5732" y="4941168"/>
            <a:ext cx="914400" cy="914400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DF44ED1-6EFE-023A-1207-9088CD4FE5B9}"/>
              </a:ext>
            </a:extLst>
          </p:cNvPr>
          <p:cNvCxnSpPr/>
          <p:nvPr/>
        </p:nvCxnSpPr>
        <p:spPr>
          <a:xfrm>
            <a:off x="7164288" y="6085745"/>
            <a:ext cx="93610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0390A107-A5B5-9891-5229-08EA74455CF1}"/>
              </a:ext>
            </a:extLst>
          </p:cNvPr>
          <p:cNvSpPr/>
          <p:nvPr/>
        </p:nvSpPr>
        <p:spPr>
          <a:xfrm>
            <a:off x="3347864" y="5772560"/>
            <a:ext cx="2160240" cy="896799"/>
          </a:xfrm>
          <a:prstGeom prst="wedgeRoundRectCallout">
            <a:avLst>
              <a:gd name="adj1" fmla="val 118142"/>
              <a:gd name="adj2" fmla="val -3961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20% of population holds 60% of wealth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59939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402BE-39BC-4076-98D0-9DA00019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88" y="1123838"/>
            <a:ext cx="2366087" cy="4601183"/>
          </a:xfrm>
        </p:spPr>
        <p:txBody>
          <a:bodyPr/>
          <a:lstStyle/>
          <a:p>
            <a:r>
              <a:rPr lang="en-GB" dirty="0"/>
              <a:t>2. Income Inequality – Measurement 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1574C-1A41-4FC9-AD64-3FA10B688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1800" y="864109"/>
            <a:ext cx="6120680" cy="5013163"/>
          </a:xfrm>
        </p:spPr>
        <p:txBody>
          <a:bodyPr>
            <a:normAutofit/>
          </a:bodyPr>
          <a:lstStyle/>
          <a:p>
            <a:r>
              <a:rPr lang="en-GB" sz="3200" b="1" dirty="0"/>
              <a:t>Gini coefficient </a:t>
            </a:r>
            <a:r>
              <a:rPr lang="en-GB" sz="2400" dirty="0"/>
              <a:t>is a widely used measure of inequality and takes into account income distribution among residents of a country. </a:t>
            </a:r>
          </a:p>
          <a:p>
            <a:pPr lvl="1"/>
            <a:r>
              <a:rPr lang="en-GB" sz="2000" dirty="0"/>
              <a:t>Range between 0 to 100 where the value of 0 suggest no income inequality and </a:t>
            </a:r>
            <a:r>
              <a:rPr lang="en-GB" sz="2000" dirty="0">
                <a:solidFill>
                  <a:srgbClr val="C00000"/>
                </a:solidFill>
              </a:rPr>
              <a:t>100</a:t>
            </a:r>
            <a:r>
              <a:rPr lang="en-GB" sz="2000" dirty="0"/>
              <a:t> suggest perfect income inequality </a:t>
            </a:r>
          </a:p>
          <a:p>
            <a:r>
              <a:rPr lang="en-GB" sz="2400" dirty="0"/>
              <a:t>The higher the Gini coefficient, the greater is the inequality.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C318D-4EBE-43CD-A2E4-E6F3241F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9</a:t>
            </a:fld>
            <a:endParaRPr lang="en-AU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F1F318D-9024-4474-A101-72C862D07CA9}"/>
              </a:ext>
            </a:extLst>
          </p:cNvPr>
          <p:cNvSpPr/>
          <p:nvPr/>
        </p:nvSpPr>
        <p:spPr>
          <a:xfrm>
            <a:off x="3419872" y="836712"/>
            <a:ext cx="1944216" cy="10090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GINI INDEX</a:t>
            </a:r>
            <a:endParaRPr lang="en-SG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49299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66681A-F474-4451-ADCF-1583CEB78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global trend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C049B3-C5F3-4039-A558-B57043CD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10</a:t>
            </a:fld>
            <a:endParaRPr lang="en-AU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066216C-7267-4F3B-A4C0-080C900063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9752" y="-27384"/>
            <a:ext cx="5214383" cy="6957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Up 3">
            <a:extLst>
              <a:ext uri="{FF2B5EF4-FFF2-40B4-BE49-F238E27FC236}">
                <a16:creationId xmlns:a16="http://schemas.microsoft.com/office/drawing/2014/main" id="{F6628E5D-7DC2-44B3-A102-6431AE20761C}"/>
              </a:ext>
            </a:extLst>
          </p:cNvPr>
          <p:cNvSpPr/>
          <p:nvPr/>
        </p:nvSpPr>
        <p:spPr>
          <a:xfrm>
            <a:off x="6567124" y="6093209"/>
            <a:ext cx="576064" cy="69269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B430A236-E20D-D02D-3616-B80599F49688}"/>
              </a:ext>
            </a:extLst>
          </p:cNvPr>
          <p:cNvSpPr/>
          <p:nvPr/>
        </p:nvSpPr>
        <p:spPr>
          <a:xfrm>
            <a:off x="827584" y="4725144"/>
            <a:ext cx="1440160" cy="1009018"/>
          </a:xfrm>
          <a:prstGeom prst="wedgeRoundRectCallout">
            <a:avLst>
              <a:gd name="adj1" fmla="val 150021"/>
              <a:gd name="adj2" fmla="val 812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Common myth </a:t>
            </a:r>
            <a:endParaRPr lang="en-SG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688F3B-20AD-2CF6-358D-BD38EC039879}"/>
              </a:ext>
            </a:extLst>
          </p:cNvPr>
          <p:cNvCxnSpPr/>
          <p:nvPr/>
        </p:nvCxnSpPr>
        <p:spPr>
          <a:xfrm flipV="1">
            <a:off x="1331640" y="1052736"/>
            <a:ext cx="2808312" cy="648072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681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FB26DF-1058-4FF2-A7D8-CC9D04982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663E57-5EFE-40CA-99A5-7BDB95908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BBEDB9-D4A8-43AA-852A-DE78DEB16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A2C4A9A-BC6D-4B8E-AB96-92CE47D6F997}" type="slidenum">
              <a:rPr lang="en-AU" smtClean="0"/>
              <a:pPr>
                <a:spcAft>
                  <a:spcPts val="600"/>
                </a:spcAft>
              </a:pPr>
              <a:t>11</a:t>
            </a:fld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84D8F-4D12-4FEE-9776-2149260C6815}"/>
              </a:ext>
            </a:extLst>
          </p:cNvPr>
          <p:cNvSpPr txBox="1"/>
          <p:nvPr/>
        </p:nvSpPr>
        <p:spPr>
          <a:xfrm>
            <a:off x="117099" y="2204864"/>
            <a:ext cx="25826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Income inequality in Asia </a:t>
            </a:r>
          </a:p>
        </p:txBody>
      </p:sp>
      <p:pic>
        <p:nvPicPr>
          <p:cNvPr id="11" name="Picture 10" descr="Wealth Inequality in Asia 2024😔 The Gini Index quantifies the wealth disparity between the richest and poorest members of society. A score of zero represents perfect equality (everyone has equal wealth) and">
            <a:extLst>
              <a:ext uri="{FF2B5EF4-FFF2-40B4-BE49-F238E27FC236}">
                <a16:creationId xmlns:a16="http://schemas.microsoft.com/office/drawing/2014/main" id="{0BEB6A36-383E-E15A-879D-B25553E55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908720"/>
            <a:ext cx="5135494" cy="51125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271110-9E57-F6BF-7B5F-F5D4A89DE580}"/>
              </a:ext>
            </a:extLst>
          </p:cNvPr>
          <p:cNvCxnSpPr>
            <a:cxnSpLocks/>
          </p:cNvCxnSpPr>
          <p:nvPr/>
        </p:nvCxnSpPr>
        <p:spPr>
          <a:xfrm flipV="1">
            <a:off x="1331640" y="1484784"/>
            <a:ext cx="2520280" cy="216024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411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4FE4-C927-BDDB-BB72-0CE40FE76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common myths and sayings  </a:t>
            </a:r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C0EDC1-8CC6-7F45-A638-EF5D6CDE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12</a:t>
            </a:fld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F0531-367E-1877-A119-1178EE1F1211}"/>
              </a:ext>
            </a:extLst>
          </p:cNvPr>
          <p:cNvSpPr txBox="1"/>
          <p:nvPr/>
        </p:nvSpPr>
        <p:spPr>
          <a:xfrm>
            <a:off x="2627784" y="836712"/>
            <a:ext cx="59046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Occurs in mainly large populous countries [ Indonesia, India, China]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Occurs where the countries  has a significant urban – rural divide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Rich countries problems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Its inevitable </a:t>
            </a: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2471459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D4D1-A7E4-F7B8-EA3A-A96BE4EAE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it occurs</a:t>
            </a:r>
            <a:br>
              <a:rPr lang="en-GB" dirty="0"/>
            </a:br>
            <a:r>
              <a:rPr lang="en-GB" dirty="0"/>
              <a:t>&amp;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why it is hard to measure  </a:t>
            </a:r>
            <a:endParaRPr lang="en-SG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55A124F-A87E-87AD-92C0-CAE91F89B6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8452983"/>
              </p:ext>
            </p:extLst>
          </p:nvPr>
        </p:nvGraphicFramePr>
        <p:xfrm>
          <a:off x="2051720" y="385369"/>
          <a:ext cx="6624735" cy="4367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6CD3A-01B7-CE3F-6DB4-1B972AA0E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13</a:t>
            </a:fld>
            <a:endParaRPr lang="en-AU" dirty="0"/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33257FFC-F63F-A373-F081-BA1B2B33D7A0}"/>
              </a:ext>
            </a:extLst>
          </p:cNvPr>
          <p:cNvSpPr/>
          <p:nvPr/>
        </p:nvSpPr>
        <p:spPr>
          <a:xfrm>
            <a:off x="3298182" y="4255304"/>
            <a:ext cx="4902310" cy="150976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Infrastructure, education level improves , govt collect more taxes to help the displaced  </a:t>
            </a:r>
            <a:endParaRPr lang="en-SG" dirty="0"/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B4333594-E3B3-3D55-1A02-9DCE1385C9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89146" y="4255305"/>
            <a:ext cx="914400" cy="914400"/>
          </a:xfrm>
          <a:prstGeom prst="rect">
            <a:avLst/>
          </a:prstGeom>
        </p:spPr>
      </p:pic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C6C5478A-4712-39DE-58EB-AE3F3CD56F59}"/>
              </a:ext>
            </a:extLst>
          </p:cNvPr>
          <p:cNvSpPr/>
          <p:nvPr/>
        </p:nvSpPr>
        <p:spPr>
          <a:xfrm>
            <a:off x="6084168" y="5445224"/>
            <a:ext cx="2610828" cy="911127"/>
          </a:xfrm>
          <a:prstGeom prst="cloudCallout">
            <a:avLst>
              <a:gd name="adj1" fmla="val 22690"/>
              <a:gd name="adj2" fmla="val 106906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Slow down trade and industrialisation ? 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120108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9D55C8-EFBF-8C65-578C-8470E11F65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22968" y="125663"/>
            <a:ext cx="3486133" cy="52292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5043" y="333014"/>
            <a:ext cx="5904656" cy="5812756"/>
          </a:xfrm>
        </p:spPr>
        <p:txBody>
          <a:bodyPr anchor="t">
            <a:normAutofit/>
          </a:bodyPr>
          <a:lstStyle/>
          <a:p>
            <a:pPr algn="just"/>
            <a:r>
              <a:rPr lang="en-AU" sz="2400" dirty="0"/>
              <a:t>Growth-focused economies often </a:t>
            </a:r>
            <a:r>
              <a:rPr lang="en-AU" sz="2400" dirty="0">
                <a:solidFill>
                  <a:srgbClr val="FF0000"/>
                </a:solidFill>
              </a:rPr>
              <a:t>ignore the poverty and income </a:t>
            </a:r>
            <a:r>
              <a:rPr lang="en-AU" sz="2000" dirty="0">
                <a:solidFill>
                  <a:srgbClr val="FF0000"/>
                </a:solidFill>
              </a:rPr>
              <a:t>inequality</a:t>
            </a:r>
            <a:r>
              <a:rPr lang="en-AU" sz="2400" dirty="0"/>
              <a:t> on the expectation that </a:t>
            </a:r>
            <a:r>
              <a:rPr lang="en-AU" sz="2400" dirty="0">
                <a:highlight>
                  <a:srgbClr val="FFFF00"/>
                </a:highlight>
              </a:rPr>
              <a:t>income will trickle down. </a:t>
            </a:r>
          </a:p>
          <a:p>
            <a:pPr algn="just"/>
            <a:r>
              <a:rPr lang="en-AU" sz="2400" dirty="0"/>
              <a:t>Tackle income inequality “Move more to middle class income “</a:t>
            </a:r>
            <a:endParaRPr lang="en-AU" sz="2400" dirty="0">
              <a:highlight>
                <a:srgbClr val="FFFF00"/>
              </a:highlight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079E8-CF8E-4CF0-847E-598EE750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14</a:t>
            </a:fld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72E4B-E09F-45C9-A135-28AD8103B59F}"/>
              </a:ext>
            </a:extLst>
          </p:cNvPr>
          <p:cNvSpPr txBox="1"/>
          <p:nvPr/>
        </p:nvSpPr>
        <p:spPr>
          <a:xfrm>
            <a:off x="463061" y="5085184"/>
            <a:ext cx="208165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solidFill>
                  <a:srgbClr val="FF0000"/>
                </a:solidFill>
              </a:rPr>
              <a:t>(</a:t>
            </a:r>
            <a:r>
              <a:rPr lang="en-GB" sz="1100" dirty="0">
                <a:solidFill>
                  <a:srgbClr val="FF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https://www.edb.gov.sg/en/news-and-events/insights/innovation/understanding-southeast-asias-middle-class.html</a:t>
            </a:r>
            <a:r>
              <a:rPr lang="en-GB" sz="1100" dirty="0">
                <a:solidFill>
                  <a:srgbClr val="FF0000"/>
                </a:solidFill>
              </a:rPr>
              <a:t>) </a:t>
            </a:r>
            <a:endParaRPr lang="en-AU" sz="1100" dirty="0">
              <a:solidFill>
                <a:srgbClr val="FF0000"/>
              </a:solidFill>
            </a:endParaRPr>
          </a:p>
        </p:txBody>
      </p:sp>
      <p:pic>
        <p:nvPicPr>
          <p:cNvPr id="9" name="Picture 8" descr="Shooting an elephant">
            <a:extLst>
              <a:ext uri="{FF2B5EF4-FFF2-40B4-BE49-F238E27FC236}">
                <a16:creationId xmlns:a16="http://schemas.microsoft.com/office/drawing/2014/main" id="{1621C889-9523-66A3-43F5-3C57AFC7B5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1669" y="2210161"/>
            <a:ext cx="3600400" cy="3935609"/>
          </a:xfrm>
          <a:prstGeom prst="rect">
            <a:avLst/>
          </a:prstGeom>
        </p:spPr>
      </p:pic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BE68845C-FCD5-94CD-2CE9-9C836C1BA9D7}"/>
              </a:ext>
            </a:extLst>
          </p:cNvPr>
          <p:cNvSpPr/>
          <p:nvPr/>
        </p:nvSpPr>
        <p:spPr>
          <a:xfrm>
            <a:off x="4860032" y="4149080"/>
            <a:ext cx="1368152" cy="93610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Middle income </a:t>
            </a:r>
            <a:endParaRPr lang="en-SG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40BD6C1-E9B0-90EB-2174-73C2C774E0E7}"/>
              </a:ext>
            </a:extLst>
          </p:cNvPr>
          <p:cNvSpPr/>
          <p:nvPr/>
        </p:nvSpPr>
        <p:spPr>
          <a:xfrm rot="16200000">
            <a:off x="3938803" y="3961941"/>
            <a:ext cx="432048" cy="4320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3F16E5C-AEBA-F114-3D9F-046F2DC4E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81185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400" b="1" dirty="0"/>
              <a:t>Why it matters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5776" y="332656"/>
            <a:ext cx="6103422" cy="2428380"/>
          </a:xfrm>
        </p:spPr>
        <p:txBody>
          <a:bodyPr>
            <a:normAutofit/>
          </a:bodyPr>
          <a:lstStyle/>
          <a:p>
            <a:pPr lvl="1" algn="just"/>
            <a:r>
              <a:rPr lang="en-AU" sz="3600" b="1" dirty="0">
                <a:solidFill>
                  <a:srgbClr val="FF0000"/>
                </a:solidFill>
              </a:rPr>
              <a:t>The poor and the middle class </a:t>
            </a:r>
            <a:r>
              <a:rPr lang="en-AU" sz="2400" b="1" dirty="0">
                <a:solidFill>
                  <a:srgbClr val="FF0000"/>
                </a:solidFill>
              </a:rPr>
              <a:t>can be the driving force for growth</a:t>
            </a:r>
            <a:r>
              <a:rPr lang="en-AU" sz="2400" b="1" dirty="0"/>
              <a:t> </a:t>
            </a:r>
            <a:r>
              <a:rPr lang="en-AU" sz="2000" dirty="0"/>
              <a:t>via interrelated economic, social and political channels.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079E8-CF8E-4CF0-847E-598EE750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15</a:t>
            </a:fld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72E4B-E09F-45C9-A135-28AD8103B59F}"/>
              </a:ext>
            </a:extLst>
          </p:cNvPr>
          <p:cNvSpPr txBox="1"/>
          <p:nvPr/>
        </p:nvSpPr>
        <p:spPr>
          <a:xfrm>
            <a:off x="266686" y="6115795"/>
            <a:ext cx="7920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</a:t>
            </a:r>
            <a:r>
              <a:rPr lang="en-GB" dirty="0">
                <a:hlinkClick r:id="rId2"/>
              </a:rPr>
              <a:t>https://www.edb.gov.sg/en/news-and-events/insights/innovation/understanding-southeast-asias-middle-class.html</a:t>
            </a:r>
            <a:r>
              <a:rPr lang="en-GB" dirty="0"/>
              <a:t>) </a:t>
            </a:r>
            <a:endParaRPr lang="en-AU" dirty="0"/>
          </a:p>
          <a:p>
            <a:endParaRPr lang="en-GB" dirty="0"/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406286DC-BA47-4947-9575-B0730505E573}"/>
              </a:ext>
            </a:extLst>
          </p:cNvPr>
          <p:cNvSpPr/>
          <p:nvPr/>
        </p:nvSpPr>
        <p:spPr>
          <a:xfrm>
            <a:off x="4427984" y="-315416"/>
            <a:ext cx="3977699" cy="936104"/>
          </a:xfrm>
          <a:prstGeom prst="wedgeRectCallout">
            <a:avLst>
              <a:gd name="adj1" fmla="val -29365"/>
              <a:gd name="adj2" fmla="val 1053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Esp. for the populous Asia economies </a:t>
            </a:r>
            <a:endParaRPr lang="en-SG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E878CE-0BC7-C566-B1F2-949F63959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391" y="2246532"/>
            <a:ext cx="5583650" cy="386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591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9E8A6-30E2-B3A5-3D5D-4BA5F3495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" name="Rectangle 205">
            <a:extLst>
              <a:ext uri="{FF2B5EF4-FFF2-40B4-BE49-F238E27FC236}">
                <a16:creationId xmlns:a16="http://schemas.microsoft.com/office/drawing/2014/main" id="{69373E92-F88D-4F0A-94DF-393703E7D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203" y="466531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C629DAA0-ADF6-43FD-9C99-483F722B5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4569666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A3B37-CEA8-8D16-913F-1C0237B37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3529350" cy="3255264"/>
          </a:xfrm>
        </p:spPr>
        <p:txBody>
          <a:bodyPr>
            <a:normAutofit/>
          </a:bodyPr>
          <a:lstStyle/>
          <a:p>
            <a:r>
              <a:rPr lang="en-US" dirty="0"/>
              <a:t>Current Challenges 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08DE5-81E9-BAF1-3EE8-01360E57E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3506725" cy="914400"/>
          </a:xfrm>
        </p:spPr>
        <p:txBody>
          <a:bodyPr>
            <a:normAutofit/>
          </a:bodyPr>
          <a:lstStyle/>
          <a:p>
            <a:r>
              <a:rPr lang="en-US" dirty="0"/>
              <a:t>2. </a:t>
            </a:r>
            <a:r>
              <a:rPr lang="en-US" b="1" dirty="0"/>
              <a:t>Aging Population</a:t>
            </a:r>
            <a:endParaRPr lang="en-SG" dirty="0"/>
          </a:p>
        </p:txBody>
      </p:sp>
      <p:pic>
        <p:nvPicPr>
          <p:cNvPr id="7" name="Picture 6" descr="A Global Risk Weighs: The Aging Population Crisis – My Hospital Now">
            <a:extLst>
              <a:ext uri="{FF2B5EF4-FFF2-40B4-BE49-F238E27FC236}">
                <a16:creationId xmlns:a16="http://schemas.microsoft.com/office/drawing/2014/main" id="{88A7C1AE-0CD4-AEFA-514D-527019EDC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946" y="759599"/>
            <a:ext cx="3558208" cy="5330650"/>
          </a:xfrm>
          <a:prstGeom prst="rect">
            <a:avLst/>
          </a:prstGeom>
        </p:spPr>
      </p:pic>
      <p:sp>
        <p:nvSpPr>
          <p:cNvPr id="210" name="Rectangle 209">
            <a:extLst>
              <a:ext uri="{FF2B5EF4-FFF2-40B4-BE49-F238E27FC236}">
                <a16:creationId xmlns:a16="http://schemas.microsoft.com/office/drawing/2014/main" id="{F32C8C35-BF44-4CFB-9754-81F07C98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BCE96-CA87-0946-A76F-8AFC2BE7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A2C4A9A-BC6D-4B8E-AB96-92CE47D6F997}" type="slidenum">
              <a:rPr lang="en-AU" smtClean="0"/>
              <a:pPr>
                <a:spcAft>
                  <a:spcPts val="600"/>
                </a:spcAft>
              </a:pPr>
              <a:t>16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56675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9" name="Rectangle 198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8780525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1E0CC4-F277-4AF1-AD19-E6DF90F26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386" y="4590661"/>
            <a:ext cx="7658146" cy="1065690"/>
          </a:xfrm>
        </p:spPr>
        <p:txBody>
          <a:bodyPr>
            <a:normAutofit/>
          </a:bodyPr>
          <a:lstStyle/>
          <a:p>
            <a:r>
              <a:rPr lang="en-US" dirty="0"/>
              <a:t>Dependency ratio 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465D4-851B-464F-89B2-43C415AC6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505" y="5521580"/>
            <a:ext cx="7635522" cy="542592"/>
          </a:xfrm>
        </p:spPr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Effects of aging population and declining birth rates  : Dependency ratio rises </a:t>
            </a: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10242" name="Picture 2" descr="Dependency Ratio (Definition,Formula) | Example of Dependency Ratio">
            <a:extLst>
              <a:ext uri="{FF2B5EF4-FFF2-40B4-BE49-F238E27FC236}">
                <a16:creationId xmlns:a16="http://schemas.microsoft.com/office/drawing/2014/main" id="{D82E810D-A4E9-46F9-8358-0EF6BB075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505" y="484632"/>
            <a:ext cx="7903900" cy="355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B1BE7-1BAE-4020-B8F8-F076E46F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A2C4A9A-BC6D-4B8E-AB96-92CE47D6F997}" type="slidenum">
              <a:rPr lang="en-AU" smtClean="0"/>
              <a:pPr>
                <a:spcAft>
                  <a:spcPts val="600"/>
                </a:spcAft>
              </a:pPr>
              <a:t>17</a:t>
            </a:fld>
            <a:endParaRPr lang="en-AU" dirty="0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45F1D373-2E42-40DD-E17E-19787BF511C4}"/>
              </a:ext>
            </a:extLst>
          </p:cNvPr>
          <p:cNvSpPr/>
          <p:nvPr/>
        </p:nvSpPr>
        <p:spPr>
          <a:xfrm>
            <a:off x="1437123" y="3271441"/>
            <a:ext cx="2520280" cy="1296144"/>
          </a:xfrm>
          <a:prstGeom prst="wedgeRoundRectCallout">
            <a:avLst>
              <a:gd name="adj1" fmla="val 55468"/>
              <a:gd name="adj2" fmla="val -8885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Ie the labour force </a:t>
            </a:r>
            <a:endParaRPr lang="en-SG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C54F643-A617-D2B2-8F89-1C4237729176}"/>
              </a:ext>
            </a:extLst>
          </p:cNvPr>
          <p:cNvSpPr/>
          <p:nvPr/>
        </p:nvSpPr>
        <p:spPr>
          <a:xfrm rot="5400000">
            <a:off x="7832433" y="2913224"/>
            <a:ext cx="680133" cy="57606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3C69728-24DB-6A83-EB77-D4CED15CFBDF}"/>
              </a:ext>
            </a:extLst>
          </p:cNvPr>
          <p:cNvSpPr/>
          <p:nvPr/>
        </p:nvSpPr>
        <p:spPr>
          <a:xfrm rot="16200000">
            <a:off x="3023828" y="761913"/>
            <a:ext cx="720080" cy="792088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75047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E11A0068-FEF4-44DB-A95E-01F94BBC0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C43FB93D-F8D4-4DFA-9893-8D6D5C523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" y="758952"/>
            <a:ext cx="19679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pic>
        <p:nvPicPr>
          <p:cNvPr id="8194" name="Picture 2" descr="Asia's ageing challenge">
            <a:extLst>
              <a:ext uri="{FF2B5EF4-FFF2-40B4-BE49-F238E27FC236}">
                <a16:creationId xmlns:a16="http://schemas.microsoft.com/office/drawing/2014/main" id="{F7B330A7-771A-4803-A321-5334ACECA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498" y="1202196"/>
            <a:ext cx="4151548" cy="3401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3" name="Rectangle 8202">
            <a:extLst>
              <a:ext uri="{FF2B5EF4-FFF2-40B4-BE49-F238E27FC236}">
                <a16:creationId xmlns:a16="http://schemas.microsoft.com/office/drawing/2014/main" id="{4A635A8B-6A6F-406F-ABC4-98B5D0CD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695" y="758951"/>
            <a:ext cx="4151548" cy="882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1A0EB721-D3D5-4018-8E2F-A95DA7F5D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497" y="5207429"/>
            <a:ext cx="4151548" cy="882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sia's ageing challenge">
            <a:extLst>
              <a:ext uri="{FF2B5EF4-FFF2-40B4-BE49-F238E27FC236}">
                <a16:creationId xmlns:a16="http://schemas.microsoft.com/office/drawing/2014/main" id="{D1569DEA-3BE1-93B8-A8D9-A76E2C233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89695" y="2245538"/>
            <a:ext cx="4151548" cy="3401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7" name="Rectangle 8206">
            <a:extLst>
              <a:ext uri="{FF2B5EF4-FFF2-40B4-BE49-F238E27FC236}">
                <a16:creationId xmlns:a16="http://schemas.microsoft.com/office/drawing/2014/main" id="{A213CA47-0818-4DE3-ACFB-6688B7819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608D3-DECD-40A9-8503-95407246D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A2C4A9A-BC6D-4B8E-AB96-92CE47D6F997}" type="slidenum">
              <a:rPr lang="en-AU" smtClean="0"/>
              <a:pPr>
                <a:spcAft>
                  <a:spcPts val="600"/>
                </a:spcAft>
              </a:pPr>
              <a:t>18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68449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1956-9301-4A76-BAB9-FC2D4925C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5DFB9-5E17-4933-A95E-A0D836F24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70025-6E03-4619-B844-C1B02E24C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19</a:t>
            </a:fld>
            <a:endParaRPr lang="en-AU" dirty="0"/>
          </a:p>
        </p:txBody>
      </p:sp>
      <p:pic>
        <p:nvPicPr>
          <p:cNvPr id="6" name="Picture 2" descr="Huali Wang">
            <a:extLst>
              <a:ext uri="{FF2B5EF4-FFF2-40B4-BE49-F238E27FC236}">
                <a16:creationId xmlns:a16="http://schemas.microsoft.com/office/drawing/2014/main" id="{A213D769-8F9F-4A02-816A-158A3B3BB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5536" y="864108"/>
            <a:ext cx="7488832" cy="561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295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8" y="1123838"/>
            <a:ext cx="7785913" cy="4601183"/>
          </a:xfrm>
        </p:spPr>
        <p:txBody>
          <a:bodyPr anchor="t"/>
          <a:lstStyle/>
          <a:p>
            <a:r>
              <a:rPr lang="en-AU" dirty="0">
                <a:solidFill>
                  <a:schemeClr val="tx1"/>
                </a:solidFill>
              </a:rPr>
              <a:t>Aging population and dependency ratio and economic implications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1779" y="332656"/>
            <a:ext cx="6552728" cy="5184576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en-AU" altLang="en-US" dirty="0">
                <a:solidFill>
                  <a:srgbClr val="FF0000"/>
                </a:solidFill>
              </a:rPr>
              <a:t>.</a:t>
            </a:r>
          </a:p>
          <a:p>
            <a:pPr lvl="1">
              <a:buFont typeface="Arial" pitchFamily="34" charset="0"/>
              <a:buChar char="•"/>
              <a:defRPr/>
            </a:pPr>
            <a:endParaRPr lang="en-AU" dirty="0"/>
          </a:p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D9CA3-DF42-42D7-BFE6-0C9F41D0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2" y="5080099"/>
            <a:ext cx="1148195" cy="365125"/>
          </a:xfrm>
        </p:spPr>
        <p:txBody>
          <a:bodyPr/>
          <a:lstStyle/>
          <a:p>
            <a:fld id="{7A2C4A9A-BC6D-4B8E-AB96-92CE47D6F997}" type="slidenum">
              <a:rPr lang="en-AU" smtClean="0"/>
              <a:t>20</a:t>
            </a:fld>
            <a:endParaRPr lang="en-AU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C960973-06F9-4A54-A723-A7E78C6CEE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0086604"/>
              </p:ext>
            </p:extLst>
          </p:nvPr>
        </p:nvGraphicFramePr>
        <p:xfrm>
          <a:off x="169886" y="1936724"/>
          <a:ext cx="8764621" cy="1911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Arrow: Down 5">
            <a:extLst>
              <a:ext uri="{FF2B5EF4-FFF2-40B4-BE49-F238E27FC236}">
                <a16:creationId xmlns:a16="http://schemas.microsoft.com/office/drawing/2014/main" id="{82E51947-5F58-4CE6-BC00-B7033931ADC2}"/>
              </a:ext>
            </a:extLst>
          </p:cNvPr>
          <p:cNvSpPr/>
          <p:nvPr/>
        </p:nvSpPr>
        <p:spPr>
          <a:xfrm>
            <a:off x="827584" y="3448892"/>
            <a:ext cx="792088" cy="792088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E2E3EB-A602-4522-867F-89E8BD7B7053}"/>
              </a:ext>
            </a:extLst>
          </p:cNvPr>
          <p:cNvSpPr txBox="1"/>
          <p:nvPr/>
        </p:nvSpPr>
        <p:spPr>
          <a:xfrm>
            <a:off x="209493" y="4240980"/>
            <a:ext cx="21302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Greater govt spending  on healthcare and infrastructure for elderly </a:t>
            </a:r>
          </a:p>
          <a:p>
            <a:r>
              <a:rPr lang="en-US" dirty="0"/>
              <a:t>Lower tax collection </a:t>
            </a:r>
            <a:endParaRPr lang="en-SG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16F3FA11-F4DC-41DA-911A-7E36D8F7ECAB}"/>
              </a:ext>
            </a:extLst>
          </p:cNvPr>
          <p:cNvSpPr/>
          <p:nvPr/>
        </p:nvSpPr>
        <p:spPr>
          <a:xfrm>
            <a:off x="7526002" y="3492072"/>
            <a:ext cx="792088" cy="792088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FDED6B-97AC-4F80-8384-1774B8149446}"/>
              </a:ext>
            </a:extLst>
          </p:cNvPr>
          <p:cNvSpPr txBox="1"/>
          <p:nvPr/>
        </p:nvSpPr>
        <p:spPr>
          <a:xfrm>
            <a:off x="4565516" y="3672351"/>
            <a:ext cx="3498411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Labour shortages </a:t>
            </a:r>
          </a:p>
          <a:p>
            <a:r>
              <a:rPr lang="en-US" dirty="0"/>
              <a:t>Younger generation pay higher taxes </a:t>
            </a:r>
          </a:p>
          <a:p>
            <a:r>
              <a:rPr lang="en-US" dirty="0"/>
              <a:t>Work longer hours</a:t>
            </a:r>
            <a:endParaRPr lang="en-SG" dirty="0"/>
          </a:p>
        </p:txBody>
      </p:sp>
      <p:sp>
        <p:nvSpPr>
          <p:cNvPr id="12" name="Arrow: Curved Up 11">
            <a:extLst>
              <a:ext uri="{FF2B5EF4-FFF2-40B4-BE49-F238E27FC236}">
                <a16:creationId xmlns:a16="http://schemas.microsoft.com/office/drawing/2014/main" id="{FADB56EA-5AF8-460D-8FFC-AC7309EC1394}"/>
              </a:ext>
            </a:extLst>
          </p:cNvPr>
          <p:cNvSpPr/>
          <p:nvPr/>
        </p:nvSpPr>
        <p:spPr>
          <a:xfrm flipH="1">
            <a:off x="5898900" y="4748413"/>
            <a:ext cx="1872208" cy="79208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008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4BB61-E09C-5C59-FFA9-D50E24CE4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9" name="Rectangle 198">
            <a:extLst>
              <a:ext uri="{FF2B5EF4-FFF2-40B4-BE49-F238E27FC236}">
                <a16:creationId xmlns:a16="http://schemas.microsoft.com/office/drawing/2014/main" id="{82DDFBEB-E0C8-EC08-973F-9153D10E1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DEC2AD96-363D-A9E0-6226-FF9C09AF1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8780525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A084A7-E178-B894-DB88-C6C61E7C0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386" y="4590661"/>
            <a:ext cx="7658146" cy="1065690"/>
          </a:xfrm>
        </p:spPr>
        <p:txBody>
          <a:bodyPr>
            <a:normAutofit/>
          </a:bodyPr>
          <a:lstStyle/>
          <a:p>
            <a:r>
              <a:rPr lang="en-US" dirty="0"/>
              <a:t>Lower Dependency Ratio 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0B75E-FCE0-138F-B45C-ACB0AE966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010" y="5666792"/>
            <a:ext cx="7635522" cy="542592"/>
          </a:xfrm>
        </p:spPr>
        <p:txBody>
          <a:bodyPr>
            <a:normAutofit/>
          </a:bodyPr>
          <a:lstStyle/>
          <a:p>
            <a:endParaRPr lang="en-SG" dirty="0"/>
          </a:p>
        </p:txBody>
      </p:sp>
      <p:pic>
        <p:nvPicPr>
          <p:cNvPr id="10242" name="Picture 2" descr="Dependency Ratio (Definition,Formula) | Example of Dependency Ratio">
            <a:extLst>
              <a:ext uri="{FF2B5EF4-FFF2-40B4-BE49-F238E27FC236}">
                <a16:creationId xmlns:a16="http://schemas.microsoft.com/office/drawing/2014/main" id="{506E6D22-1CB8-2615-7327-5D7CEFD1F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505" y="484632"/>
            <a:ext cx="7903900" cy="355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F8EBA-F73C-1301-B15D-C632C0A77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A2C4A9A-BC6D-4B8E-AB96-92CE47D6F997}" type="slidenum">
              <a:rPr lang="en-AU" smtClean="0"/>
              <a:pPr>
                <a:spcAft>
                  <a:spcPts val="600"/>
                </a:spcAft>
              </a:pPr>
              <a:t>21</a:t>
            </a:fld>
            <a:endParaRPr lang="en-AU" dirty="0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08C26F2B-913D-5405-7EE9-0EAF1383BF97}"/>
              </a:ext>
            </a:extLst>
          </p:cNvPr>
          <p:cNvSpPr/>
          <p:nvPr/>
        </p:nvSpPr>
        <p:spPr>
          <a:xfrm>
            <a:off x="6156176" y="2770061"/>
            <a:ext cx="2520280" cy="1852185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Effects of increasing retirement age ? </a:t>
            </a:r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F3C0C7F-C34A-FE19-B266-0A7BC8F6F7F1}"/>
              </a:ext>
            </a:extLst>
          </p:cNvPr>
          <p:cNvSpPr/>
          <p:nvPr/>
        </p:nvSpPr>
        <p:spPr>
          <a:xfrm>
            <a:off x="1437123" y="3271441"/>
            <a:ext cx="2520280" cy="1296144"/>
          </a:xfrm>
          <a:prstGeom prst="wedgeRoundRectCallout">
            <a:avLst>
              <a:gd name="adj1" fmla="val 55468"/>
              <a:gd name="adj2" fmla="val -8885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Increase the labour force : Asean collaboration </a:t>
            </a:r>
          </a:p>
          <a:p>
            <a:pPr algn="ctr"/>
            <a:r>
              <a:rPr lang="en-GB" dirty="0"/>
              <a:t>Use of AI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21955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876B69-D347-499E-A1CF-6AD593ED98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***Current Challenges ***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AU" sz="4400" dirty="0">
                <a:solidFill>
                  <a:srgbClr val="FF0000"/>
                </a:solidFill>
              </a:rPr>
              <a:t>Energy and Environment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7FD23-954F-46CF-B046-07CCEE06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22</a:t>
            </a:fld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5E8568-4B72-A36A-59A6-12F56F3C9D61}"/>
              </a:ext>
            </a:extLst>
          </p:cNvPr>
          <p:cNvSpPr txBox="1"/>
          <p:nvPr/>
        </p:nvSpPr>
        <p:spPr>
          <a:xfrm>
            <a:off x="755576" y="4725144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Video Links </a:t>
            </a:r>
          </a:p>
          <a:p>
            <a:r>
              <a:rPr lang="en-SG" sz="2400" dirty="0">
                <a:hlinkClick r:id="rId2"/>
              </a:rPr>
              <a:t>https://youtu.be/EkFJF_nI2MQ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662239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564904"/>
            <a:ext cx="2210612" cy="4601183"/>
          </a:xfrm>
        </p:spPr>
        <p:txBody>
          <a:bodyPr/>
          <a:lstStyle/>
          <a:p>
            <a:r>
              <a:rPr lang="en-GB" altLang="en-US" dirty="0">
                <a:cs typeface="Times New Roman" pitchFamily="18" charset="0"/>
              </a:rPr>
              <a:t>Economic growth and energy consumption </a:t>
            </a:r>
            <a:endParaRPr lang="en-US" altLang="en-US" dirty="0"/>
          </a:p>
        </p:txBody>
      </p:sp>
      <p:sp>
        <p:nvSpPr>
          <p:cNvPr id="61445" name="Rectangle 3"/>
          <p:cNvSpPr>
            <a:spLocks noChangeArrowheads="1"/>
          </p:cNvSpPr>
          <p:nvPr/>
        </p:nvSpPr>
        <p:spPr bwMode="auto">
          <a:xfrm>
            <a:off x="2328863" y="2243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2400" dirty="0">
              <a:latin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D69818-957D-4CCD-904E-4CCDA7EF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23</a:t>
            </a:fld>
            <a:endParaRPr lang="en-AU" dirty="0"/>
          </a:p>
        </p:txBody>
      </p:sp>
      <p:pic>
        <p:nvPicPr>
          <p:cNvPr id="1092" name="Picture 68">
            <a:extLst>
              <a:ext uri="{FF2B5EF4-FFF2-40B4-BE49-F238E27FC236}">
                <a16:creationId xmlns:a16="http://schemas.microsoft.com/office/drawing/2014/main" id="{B182308B-6ABD-4A4B-8676-E4698EF38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b="-22863"/>
          <a:stretch/>
        </p:blipFill>
        <p:spPr bwMode="auto">
          <a:xfrm>
            <a:off x="4355976" y="692696"/>
            <a:ext cx="3744416" cy="4580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33EF376-24C7-E653-AECD-8D4659C771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6619755"/>
              </p:ext>
            </p:extLst>
          </p:nvPr>
        </p:nvGraphicFramePr>
        <p:xfrm>
          <a:off x="-252536" y="867098"/>
          <a:ext cx="5280248" cy="2752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7527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EB8AA617-0537-4ED7-91B6-66511A64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2E8BF1F-CE61-45C5-92AC-552D23176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8780525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pic>
        <p:nvPicPr>
          <p:cNvPr id="10242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8863F15F-48BB-4753-A929-9752E06EEE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 bwMode="auto">
          <a:xfrm>
            <a:off x="899592" y="509831"/>
            <a:ext cx="7978140" cy="355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60C63A-1B24-4E8B-A685-334D0C62D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A2C4A9A-BC6D-4B8E-AB96-92CE47D6F997}" type="slidenum">
              <a:rPr lang="en-US" sz="1200" smtClean="0"/>
              <a:pPr>
                <a:spcAft>
                  <a:spcPts val="600"/>
                </a:spcAft>
              </a:pPr>
              <a:t>24</a:t>
            </a:fld>
            <a:endParaRPr lang="en-US" sz="12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29937E4-38E1-409E-840C-FA58216395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164109"/>
              </p:ext>
            </p:extLst>
          </p:nvPr>
        </p:nvGraphicFramePr>
        <p:xfrm>
          <a:off x="633325" y="4012952"/>
          <a:ext cx="7599796" cy="2464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673720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5C19F-B0A5-4934-9F4F-7183B16B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23CC94-0CA8-48BC-85BD-85584787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25</a:t>
            </a:fld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6D68F-A3CD-4AA5-8B61-36A002E2B75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846" y="476672"/>
            <a:ext cx="7524756" cy="57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472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4601183"/>
          </a:xfrm>
        </p:spPr>
        <p:txBody>
          <a:bodyPr anchor="t">
            <a:normAutofit/>
          </a:bodyPr>
          <a:lstStyle/>
          <a:p>
            <a:r>
              <a:rPr lang="en-AU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Environmental degradation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7784" y="1109759"/>
            <a:ext cx="6120680" cy="4601183"/>
          </a:xfrm>
        </p:spPr>
        <p:txBody>
          <a:bodyPr>
            <a:noAutofit/>
          </a:bodyPr>
          <a:lstStyle/>
          <a:p>
            <a:r>
              <a:rPr lang="en-AU" sz="2000" dirty="0"/>
              <a:t>In 2010, China emitted around 8.3 billion tons of CO</a:t>
            </a:r>
            <a:r>
              <a:rPr lang="en-AU" sz="2000" baseline="-25000" dirty="0"/>
              <a:t>2</a:t>
            </a:r>
            <a:r>
              <a:rPr lang="en-AU" sz="2000" dirty="0"/>
              <a:t>.</a:t>
            </a:r>
          </a:p>
          <a:p>
            <a:pPr lvl="1"/>
            <a:r>
              <a:rPr lang="en-AU" sz="1800" dirty="0"/>
              <a:t>more than the combined total of Brazil (0.4 billion), France (0.3 billion), Germany (0.7 billion), United Kingdom (0.5 billion) and the US (5.4 billion). </a:t>
            </a:r>
          </a:p>
          <a:p>
            <a:pPr lvl="1"/>
            <a:endParaRPr lang="en-AU" sz="1800" dirty="0"/>
          </a:p>
          <a:p>
            <a:r>
              <a:rPr lang="en-AU" sz="2000" dirty="0"/>
              <a:t>India and Japan together emit 3.1 billion tons annually (ADB, 2014). </a:t>
            </a:r>
          </a:p>
          <a:p>
            <a:pPr lvl="1"/>
            <a:r>
              <a:rPr lang="en-AU" sz="1800" dirty="0"/>
              <a:t>This was more than Germany’s emissions in 2010 (0.7 billion). </a:t>
            </a:r>
          </a:p>
          <a:p>
            <a:pPr lvl="1"/>
            <a:endParaRPr lang="en-AU" sz="1800" dirty="0"/>
          </a:p>
          <a:p>
            <a:pPr lvl="1"/>
            <a:r>
              <a:rPr lang="en-AU" sz="3200" dirty="0">
                <a:solidFill>
                  <a:srgbClr val="C00000"/>
                </a:solidFill>
              </a:rPr>
              <a:t>Thus, Asia is a major contributor </a:t>
            </a:r>
            <a:r>
              <a:rPr lang="en-AU" sz="3200" dirty="0">
                <a:solidFill>
                  <a:srgbClr val="C00000"/>
                </a:solidFill>
                <a:highlight>
                  <a:srgbClr val="FFFF00"/>
                </a:highlight>
              </a:rPr>
              <a:t>of CO</a:t>
            </a:r>
            <a:r>
              <a:rPr lang="en-AU" sz="3200" baseline="-25000" dirty="0">
                <a:solidFill>
                  <a:srgbClr val="C00000"/>
                </a:solidFill>
                <a:highlight>
                  <a:srgbClr val="FFFF00"/>
                </a:highlight>
              </a:rPr>
              <a:t>2</a:t>
            </a:r>
            <a:r>
              <a:rPr lang="en-AU" sz="3200" dirty="0">
                <a:solidFill>
                  <a:srgbClr val="C00000"/>
                </a:solidFill>
                <a:highlight>
                  <a:srgbClr val="FFFF00"/>
                </a:highlight>
              </a:rPr>
              <a:t> emissions i</a:t>
            </a:r>
            <a:r>
              <a:rPr lang="en-AU" sz="3200" dirty="0">
                <a:solidFill>
                  <a:srgbClr val="C00000"/>
                </a:solidFill>
              </a:rPr>
              <a:t>n absolute terms (ADB, 2014).</a:t>
            </a:r>
          </a:p>
          <a:p>
            <a:endParaRPr lang="en-AU" sz="2000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B1B9D022-85BE-4DE4-A338-55A4C2F17E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 bwMode="auto">
          <a:xfrm>
            <a:off x="189689" y="1988840"/>
            <a:ext cx="2006047" cy="3941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8643-6AA1-439C-BAC3-48BD18F3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A2C4A9A-BC6D-4B8E-AB96-92CE47D6F997}" type="slidenum">
              <a:rPr lang="en-AU" smtClean="0"/>
              <a:pPr>
                <a:spcAft>
                  <a:spcPts val="600"/>
                </a:spcAft>
              </a:pPr>
              <a:t>26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6344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C0B6C-C723-4E22-BADB-792ECD20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2591E-0804-4929-AF7D-E124A787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27</a:t>
            </a:fld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CA7290-1893-44FE-84F5-E938C5902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6746F7FC-2BA3-4E6F-B30F-6C8D6505E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9689" y="655088"/>
            <a:ext cx="8532440" cy="553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9508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F3CE2-6A0F-4643-8C90-0D329579F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Climate change </a:t>
            </a:r>
            <a:br>
              <a:rPr lang="en-US" dirty="0"/>
            </a:br>
            <a:r>
              <a:rPr lang="en-US" dirty="0"/>
              <a:t>How and  Who will be affected </a:t>
            </a:r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DA0F2E-95D5-4D06-B0EC-E1133101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28</a:t>
            </a:fld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3DC8AC-14E1-4170-A267-E83E761CE841}"/>
              </a:ext>
            </a:extLst>
          </p:cNvPr>
          <p:cNvSpPr txBox="1"/>
          <p:nvPr/>
        </p:nvSpPr>
        <p:spPr>
          <a:xfrm>
            <a:off x="2843808" y="908720"/>
            <a:ext cx="60486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highlight>
                  <a:srgbClr val="FFFF00"/>
                </a:highlight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Floods and storms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Forest fire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Drought </a:t>
            </a:r>
          </a:p>
          <a:p>
            <a:endParaRPr lang="en-US" sz="2400" dirty="0"/>
          </a:p>
          <a:p>
            <a:r>
              <a:rPr lang="en-US" sz="2400" dirty="0"/>
              <a:t>Video Links </a:t>
            </a:r>
          </a:p>
          <a:p>
            <a:r>
              <a:rPr lang="en-SG" sz="2400" dirty="0">
                <a:hlinkClick r:id="rId2"/>
              </a:rPr>
              <a:t>https://youtu.be/EkFJF_nI2MQ</a:t>
            </a:r>
            <a:endParaRPr lang="en-SG" sz="2400" dirty="0"/>
          </a:p>
          <a:p>
            <a:endParaRPr lang="en-SG" sz="2400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F214CB3-38FC-4931-AF97-2CB00D8311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9470101"/>
              </p:ext>
            </p:extLst>
          </p:nvPr>
        </p:nvGraphicFramePr>
        <p:xfrm>
          <a:off x="251520" y="3861048"/>
          <a:ext cx="8160568" cy="3112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80619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94C1E9-C112-4611-A9E8-C5AC4439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29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C7653-47D0-4845-9DCC-C50F4214D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476672"/>
            <a:ext cx="9155165" cy="53285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49CEF9-85D7-4E54-BE87-C29E3326FF85}"/>
              </a:ext>
            </a:extLst>
          </p:cNvPr>
          <p:cNvSpPr txBox="1"/>
          <p:nvPr/>
        </p:nvSpPr>
        <p:spPr>
          <a:xfrm>
            <a:off x="1043608" y="5877272"/>
            <a:ext cx="6696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http://accept.aseanenergy.org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13907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23836"/>
            <a:ext cx="2210612" cy="4601183"/>
          </a:xfrm>
        </p:spPr>
        <p:txBody>
          <a:bodyPr>
            <a:normAutofit/>
          </a:bodyPr>
          <a:lstStyle/>
          <a:p>
            <a:r>
              <a:rPr lang="en-AU" sz="2400" dirty="0"/>
              <a:t>Cost of climate Change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AU" sz="2800" b="1" dirty="0">
                <a:highlight>
                  <a:srgbClr val="FFFF00"/>
                </a:highlight>
              </a:rPr>
              <a:t>*** Climate Change </a:t>
            </a:r>
          </a:p>
          <a:p>
            <a:pPr algn="just"/>
            <a:r>
              <a:rPr lang="en-AU" sz="2400" dirty="0"/>
              <a:t> The cost has been increasing, particularly for South, East and Southeast Asia.</a:t>
            </a:r>
          </a:p>
          <a:p>
            <a:pPr algn="just"/>
            <a:r>
              <a:rPr lang="en-AU" sz="2400" dirty="0"/>
              <a:t>Cost of climate Change : https://youtu.be/5nGYkH9ifzM [ From 4:50 to </a:t>
            </a:r>
          </a:p>
          <a:p>
            <a:pPr algn="just"/>
            <a:r>
              <a:rPr lang="en-AU" sz="2400" dirty="0"/>
              <a:t>Loss of GDP but also a financial crisis 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2599A-AA66-4D72-97FC-3CE362B8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30</a:t>
            </a:fld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34416-D41C-4BE2-ADB7-33C0B073BA9B}"/>
              </a:ext>
            </a:extLst>
          </p:cNvPr>
          <p:cNvSpPr txBox="1"/>
          <p:nvPr/>
        </p:nvSpPr>
        <p:spPr>
          <a:xfrm>
            <a:off x="3851920" y="5445224"/>
            <a:ext cx="45364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Video Link</a:t>
            </a:r>
          </a:p>
          <a:p>
            <a:r>
              <a:rPr lang="en-SG" dirty="0">
                <a:hlinkClick r:id="rId2"/>
              </a:rPr>
              <a:t>https://www.facebook.com/McKinsey/videos/future-of-asia-climate-change/2660511377525150/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1719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E715-463C-49B3-A6AC-4D0648FB3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Climate change – Economic costs </a:t>
            </a:r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BFD48-244F-4A08-B490-2983F5E6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31</a:t>
            </a:fld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4DEB1-44EB-4B0C-B594-C1BA4A3DB03B}"/>
              </a:ext>
            </a:extLst>
          </p:cNvPr>
          <p:cNvSpPr txBox="1"/>
          <p:nvPr/>
        </p:nvSpPr>
        <p:spPr>
          <a:xfrm>
            <a:off x="2771800" y="1196752"/>
            <a:ext cx="56166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Food Security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SG" sz="3600" dirty="0">
                <a:highlight>
                  <a:srgbClr val="FFFF00"/>
                </a:highlight>
              </a:rPr>
              <a:t>Agriculture sector </a:t>
            </a:r>
            <a:r>
              <a:rPr lang="en-SG" sz="3600" dirty="0"/>
              <a:t>is most vulnerable to climate risk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SG" sz="3600" dirty="0"/>
              <a:t>Disruption in crop yields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SG" sz="3600" dirty="0"/>
              <a:t>Quality of crops </a:t>
            </a:r>
          </a:p>
        </p:txBody>
      </p:sp>
    </p:spTree>
    <p:extLst>
      <p:ext uri="{BB962C8B-B14F-4D97-AF65-F5344CB8AC3E}">
        <p14:creationId xmlns:p14="http://schemas.microsoft.com/office/powerpoint/2010/main" val="41641706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E715-463C-49B3-A6AC-4D0648FB3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Cost of climate costs </a:t>
            </a:r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BFD48-244F-4A08-B490-2983F5E6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32</a:t>
            </a:fld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4DEB1-44EB-4B0C-B594-C1BA4A3DB03B}"/>
              </a:ext>
            </a:extLst>
          </p:cNvPr>
          <p:cNvSpPr txBox="1"/>
          <p:nvPr/>
        </p:nvSpPr>
        <p:spPr>
          <a:xfrm>
            <a:off x="2771800" y="1196752"/>
            <a:ext cx="561662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Infrastructure</a:t>
            </a:r>
          </a:p>
          <a:p>
            <a:pPr marL="571500" indent="-571500">
              <a:buFontTx/>
              <a:buChar char="-"/>
            </a:pPr>
            <a:r>
              <a:rPr lang="en-US" sz="3600" dirty="0"/>
              <a:t>Threats and impacts of flooding </a:t>
            </a:r>
          </a:p>
          <a:p>
            <a:pPr marL="571500" indent="-571500">
              <a:buFontTx/>
              <a:buChar char="-"/>
            </a:pPr>
            <a:r>
              <a:rPr lang="en-US" sz="3600" dirty="0"/>
              <a:t>Loss of value of assets </a:t>
            </a:r>
          </a:p>
          <a:p>
            <a:pPr marL="571500" indent="-571500">
              <a:buFontTx/>
              <a:buChar char="-"/>
            </a:pPr>
            <a:r>
              <a:rPr lang="en-US" sz="3600" dirty="0"/>
              <a:t>Disruption to communication system via optic fiber network</a:t>
            </a:r>
          </a:p>
          <a:p>
            <a:pPr marL="571500" indent="-571500">
              <a:buFontTx/>
              <a:buChar char="-"/>
            </a:pPr>
            <a:r>
              <a:rPr lang="en-US" sz="3600" dirty="0">
                <a:highlight>
                  <a:srgbClr val="FFFF00"/>
                </a:highlight>
              </a:rPr>
              <a:t>Flow of FDI  </a:t>
            </a:r>
          </a:p>
          <a:p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22902780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E715-463C-49B3-A6AC-4D0648FB3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Climate change </a:t>
            </a:r>
            <a:br>
              <a:rPr lang="en-US" dirty="0"/>
            </a:br>
            <a:r>
              <a:rPr lang="en-US" dirty="0"/>
              <a:t>Why it matters? </a:t>
            </a:r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BFD48-244F-4A08-B490-2983F5E6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33</a:t>
            </a:fld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4DEB1-44EB-4B0C-B594-C1BA4A3DB03B}"/>
              </a:ext>
            </a:extLst>
          </p:cNvPr>
          <p:cNvSpPr txBox="1"/>
          <p:nvPr/>
        </p:nvSpPr>
        <p:spPr>
          <a:xfrm>
            <a:off x="2699792" y="792939"/>
            <a:ext cx="61206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Market Distortions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Production disruption &amp; Supply chain disruptions  increase operational costs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Prices distorted due to govt policy to mitigate climate change : Carbon tax [See video link </a:t>
            </a:r>
            <a:r>
              <a:rPr lang="en-US" sz="2800" dirty="0">
                <a:hlinkClick r:id="rId2"/>
              </a:rPr>
              <a:t>https://youtu.be/EbF4s2LF_kg</a:t>
            </a:r>
            <a:r>
              <a:rPr lang="en-US" sz="2800" dirty="0"/>
              <a:t>]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Govt rechanneling of resources to tackle climate change </a:t>
            </a:r>
          </a:p>
        </p:txBody>
      </p:sp>
    </p:spTree>
    <p:extLst>
      <p:ext uri="{BB962C8B-B14F-4D97-AF65-F5344CB8AC3E}">
        <p14:creationId xmlns:p14="http://schemas.microsoft.com/office/powerpoint/2010/main" val="6522548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C0FF85-905C-4184-BC26-BBADBC52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34</a:t>
            </a:fld>
            <a:endParaRPr lang="en-AU" dirty="0"/>
          </a:p>
        </p:txBody>
      </p:sp>
      <p:pic>
        <p:nvPicPr>
          <p:cNvPr id="3074" name="Picture 2" descr="Can technology save ASEAN&amp;#39;s food supplies from climate change? | The  Interpreter">
            <a:extLst>
              <a:ext uri="{FF2B5EF4-FFF2-40B4-BE49-F238E27FC236}">
                <a16:creationId xmlns:a16="http://schemas.microsoft.com/office/drawing/2014/main" id="{7DB64A2C-6BB4-4D2D-A1F2-17662588B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4563"/>
            <a:ext cx="9144000" cy="496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4514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6275B6-5BEC-1749-01C5-25E6AECC29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Climate change The role of Asia </a:t>
            </a:r>
            <a:endParaRPr lang="en-SG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2A9B0DF-5830-3AC6-8528-F940D15108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>
                <a:hlinkClick r:id="rId2"/>
              </a:rPr>
              <a:t>https://youtu.be/EkFJF_nI2MQ?si=i96MT7NN--7l4bW9</a:t>
            </a:r>
            <a:endParaRPr lang="en-SG" dirty="0"/>
          </a:p>
          <a:p>
            <a:endParaRPr lang="en-S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0E9E00-B032-3D60-CF84-96399D425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35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39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4FD5F9-2039-67D6-7483-0EB443B82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36</a:t>
            </a:fld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3489E-5A67-74EC-4C0A-1C9066087C04}"/>
              </a:ext>
            </a:extLst>
          </p:cNvPr>
          <p:cNvSpPr txBox="1"/>
          <p:nvPr/>
        </p:nvSpPr>
        <p:spPr>
          <a:xfrm>
            <a:off x="539552" y="59738"/>
            <a:ext cx="7560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b="1" dirty="0"/>
              <a:t>Asia Collaboration : </a:t>
            </a:r>
          </a:p>
          <a:p>
            <a:r>
              <a:rPr lang="en-SG" sz="2800" b="1" dirty="0"/>
              <a:t>cross-border flows of renewable energy</a:t>
            </a:r>
          </a:p>
        </p:txBody>
      </p:sp>
      <p:pic>
        <p:nvPicPr>
          <p:cNvPr id="6" name="Picture 5" descr="⚡ The ASEAN Power Grid dream started in 1997. In 2025–2026, it's finally  moving from vision to infrastructure. 🔌 Thailand-Malaysia HVDC link: 300  MW operating now, expanding toward ~600 MW by 2026–2027 (">
            <a:extLst>
              <a:ext uri="{FF2B5EF4-FFF2-40B4-BE49-F238E27FC236}">
                <a16:creationId xmlns:a16="http://schemas.microsoft.com/office/drawing/2014/main" id="{0E84675A-75CA-83E7-4788-F8B2AA9FA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1046138"/>
            <a:ext cx="3819525" cy="4743450"/>
          </a:xfrm>
          <a:prstGeom prst="rect">
            <a:avLst/>
          </a:prstGeom>
        </p:spPr>
      </p:pic>
      <p:pic>
        <p:nvPicPr>
          <p:cNvPr id="3" name="Picture 2" descr="Building ASEAN's power grid | The ASEAN Post">
            <a:extLst>
              <a:ext uri="{FF2B5EF4-FFF2-40B4-BE49-F238E27FC236}">
                <a16:creationId xmlns:a16="http://schemas.microsoft.com/office/drawing/2014/main" id="{CD0434C1-EDDA-90C3-8D67-B61B15BA2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196753"/>
            <a:ext cx="4956550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563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BBB681-F4D2-40F2-ACC3-DE0B4B488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5A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388ED0-1FEF-4E11-B488-BD661D1AC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58470"/>
            <a:ext cx="8428482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9F1B66-D6F8-83F1-E23A-F97B21DF3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A2C4A9A-BC6D-4B8E-AB96-92CE47D6F997}" type="slidenum">
              <a:rPr lang="en-AU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37</a:t>
            </a:fld>
            <a:endParaRPr lang="en-AU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00F1D1-CA6D-0C81-3EC2-BBB5F38C4FD8}"/>
              </a:ext>
            </a:extLst>
          </p:cNvPr>
          <p:cNvSpPr txBox="1"/>
          <p:nvPr/>
        </p:nvSpPr>
        <p:spPr>
          <a:xfrm>
            <a:off x="611560" y="1268760"/>
            <a:ext cx="7128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5">
                    <a:lumMod val="75000"/>
                  </a:schemeClr>
                </a:solidFill>
              </a:rPr>
              <a:t>Asian Development Bank (ADB)</a:t>
            </a:r>
          </a:p>
          <a:p>
            <a:r>
              <a:rPr lang="en-SG" sz="2400" b="1" dirty="0">
                <a:solidFill>
                  <a:schemeClr val="accent5">
                    <a:lumMod val="75000"/>
                  </a:schemeClr>
                </a:solidFill>
              </a:rPr>
              <a:t>Asian Infrastructure Investment Bank (AIIB) </a:t>
            </a:r>
          </a:p>
        </p:txBody>
      </p:sp>
      <p:pic>
        <p:nvPicPr>
          <p:cNvPr id="5" name="Picture 4" descr="Asian Infrastructure Investment Bank (AIIB) : Members, Headquarters,  Shareholders, AIIB Full-Form, Aims &amp; Objectives - IAS Bio">
            <a:extLst>
              <a:ext uri="{FF2B5EF4-FFF2-40B4-BE49-F238E27FC236}">
                <a16:creationId xmlns:a16="http://schemas.microsoft.com/office/drawing/2014/main" id="{F3AC0C4C-DA30-998F-74F1-85923A36F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119755"/>
            <a:ext cx="640080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40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8F7688-9FE2-21F7-FBD9-42018A7ED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The Future of Asia </a:t>
            </a:r>
            <a:endParaRPr lang="en-SG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46303A2-E08E-F477-E854-527E2A83CE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Collaborate or Compete </a:t>
            </a:r>
          </a:p>
          <a:p>
            <a:endParaRPr lang="en-S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464EA1-8B7E-545F-EBB7-6FA4F614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38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36377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8780525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D5644-DBC8-F38B-9244-5DA07B5A6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86" y="4590661"/>
            <a:ext cx="7658146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spc="-100" dirty="0">
                <a:sym typeface="Plus Jakarta Sans"/>
              </a:rPr>
              <a:t>Changing Trade Patterns</a:t>
            </a:r>
            <a:br>
              <a:rPr lang="en-US" sz="3200" b="1" spc="-100" dirty="0">
                <a:sym typeface="Plus Jakarta Sans"/>
              </a:rPr>
            </a:br>
            <a:r>
              <a:rPr lang="en-US" sz="3200" b="1" spc="-100" dirty="0">
                <a:sym typeface="Plus Jakarta Sans"/>
              </a:rPr>
              <a:t>Video </a:t>
            </a:r>
            <a:r>
              <a:rPr lang="en-US" sz="3200" b="1" spc="-100" dirty="0">
                <a:sym typeface="Plus Jakarta Sans"/>
                <a:hlinkClick r:id="rId3"/>
              </a:rPr>
              <a:t>link</a:t>
            </a:r>
            <a:endParaRPr lang="en-US" sz="3200" spc="-100" dirty="0"/>
          </a:p>
        </p:txBody>
      </p:sp>
      <p:pic>
        <p:nvPicPr>
          <p:cNvPr id="4" name="Picture 3" descr="The future of Asian FTAs and trade blocs after Covid-19 - Asia Power Watch">
            <a:extLst>
              <a:ext uri="{FF2B5EF4-FFF2-40B4-BE49-F238E27FC236}">
                <a16:creationId xmlns:a16="http://schemas.microsoft.com/office/drawing/2014/main" id="{2D47DDA2-7555-5046-2BFF-8D145E49B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39" y="484632"/>
            <a:ext cx="7860232" cy="355675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BAE6CD8F-8ADC-B28A-451C-CF589FABD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>
            <a:extLst>
              <a:ext uri="{FF2B5EF4-FFF2-40B4-BE49-F238E27FC236}">
                <a16:creationId xmlns:a16="http://schemas.microsoft.com/office/drawing/2014/main" id="{60079B52-A3A8-C497-101E-EB15263307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2582464"/>
            <a:ext cx="2397956" cy="3582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02EE8B93-1987-ED80-F589-788D30632F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0893" y="2625328"/>
            <a:ext cx="2619412" cy="3683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02B6B10D-D7D9-4E3A-F5FF-4F97D3CD4B5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75" y="2582464"/>
            <a:ext cx="2619412" cy="358283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803F9FA5-F9A4-7BA5-E8B4-94941F3FA0C5}"/>
              </a:ext>
            </a:extLst>
          </p:cNvPr>
          <p:cNvSpPr txBox="1"/>
          <p:nvPr/>
        </p:nvSpPr>
        <p:spPr>
          <a:xfrm>
            <a:off x="650082" y="3261122"/>
            <a:ext cx="228532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"China +1" Strategy</a:t>
            </a:r>
            <a:endParaRPr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488BE21-15EB-C9AD-1982-7917B94BD720}"/>
              </a:ext>
            </a:extLst>
          </p:cNvPr>
          <p:cNvSpPr txBox="1"/>
          <p:nvPr/>
        </p:nvSpPr>
        <p:spPr>
          <a:xfrm>
            <a:off x="650082" y="3546872"/>
            <a:ext cx="2176499" cy="2262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Corporations are diversifying away from single-source manufacturing in China, redirecting investments to ASEAN (Vietnam, Indonesia, Malaysia) to mitigate geopolitical risk.</a:t>
            </a:r>
            <a:endParaRPr sz="2400" dirty="0"/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14E02A00-5354-490E-9237-7761B077D3F1}"/>
              </a:ext>
            </a:extLst>
          </p:cNvPr>
          <p:cNvSpPr txBox="1"/>
          <p:nvPr/>
        </p:nvSpPr>
        <p:spPr>
          <a:xfrm>
            <a:off x="3483806" y="3261122"/>
            <a:ext cx="22853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RCEP Integration</a:t>
            </a:r>
            <a:endParaRPr sz="2000" dirty="0">
              <a:solidFill>
                <a:srgbClr val="FFC000"/>
              </a:solidFill>
            </a:endParaRPr>
          </a:p>
        </p:txBody>
      </p:sp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935FACCD-FFCE-87DD-2597-A61229A059E8}"/>
              </a:ext>
            </a:extLst>
          </p:cNvPr>
          <p:cNvSpPr txBox="1"/>
          <p:nvPr/>
        </p:nvSpPr>
        <p:spPr>
          <a:xfrm>
            <a:off x="3419872" y="3546872"/>
            <a:ext cx="2240433" cy="23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Regional Comprehensive Economic Partnership streamlines rules of origin across 15 nations, cutting transaction friction and anchoring pan-Asian supply chains.</a:t>
            </a:r>
            <a:endParaRPr sz="2400" dirty="0"/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FCD6D61B-C7A0-3F4C-DBDB-0AB64EFB5BC3}"/>
              </a:ext>
            </a:extLst>
          </p:cNvPr>
          <p:cNvSpPr txBox="1"/>
          <p:nvPr/>
        </p:nvSpPr>
        <p:spPr>
          <a:xfrm>
            <a:off x="6317531" y="3261122"/>
            <a:ext cx="228532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dirty="0">
                <a:solidFill>
                  <a:srgbClr val="92D05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Decentralized Value Networks</a:t>
            </a:r>
            <a:endParaRPr sz="2000" dirty="0">
              <a:solidFill>
                <a:srgbClr val="92D050"/>
              </a:solidFill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7D55D83C-9CD5-7C69-0C49-9A14E9FEC789}"/>
              </a:ext>
            </a:extLst>
          </p:cNvPr>
          <p:cNvSpPr txBox="1"/>
          <p:nvPr/>
        </p:nvSpPr>
        <p:spPr>
          <a:xfrm>
            <a:off x="6317531" y="3931210"/>
            <a:ext cx="2176499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Trade evolution shifts from linear final assembly lines to complex regional value chains (RVCs) scaling intermediate goods exchange throughout Southeast Asia.</a:t>
            </a:r>
            <a:endParaRPr sz="2400" dirty="0"/>
          </a:p>
        </p:txBody>
      </p:sp>
      <p:pic>
        <p:nvPicPr>
          <p:cNvPr id="101" name="Google Shape;101;p14" descr="image.png">
            <a:extLst>
              <a:ext uri="{FF2B5EF4-FFF2-40B4-BE49-F238E27FC236}">
                <a16:creationId xmlns:a16="http://schemas.microsoft.com/office/drawing/2014/main" id="{D0FD56D7-0988-1879-E2E0-9F5D7A4FCBA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0081" y="2832497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>
            <a:extLst>
              <a:ext uri="{FF2B5EF4-FFF2-40B4-BE49-F238E27FC236}">
                <a16:creationId xmlns:a16="http://schemas.microsoft.com/office/drawing/2014/main" id="{1D3F4767-7466-0F21-507E-E0CC621717B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83806" y="2832497"/>
            <a:ext cx="32146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>
            <a:extLst>
              <a:ext uri="{FF2B5EF4-FFF2-40B4-BE49-F238E27FC236}">
                <a16:creationId xmlns:a16="http://schemas.microsoft.com/office/drawing/2014/main" id="{FE7B33F4-9217-357D-E74F-4D923ED3D74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17531" y="2832497"/>
            <a:ext cx="32146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D16BA773-9442-D85E-BD06-E73D250E1961}"/>
              </a:ext>
            </a:extLst>
          </p:cNvPr>
          <p:cNvSpPr txBox="1"/>
          <p:nvPr/>
        </p:nvSpPr>
        <p:spPr>
          <a:xfrm>
            <a:off x="539552" y="719969"/>
            <a:ext cx="8701088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000" b="1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Changing Trade Patterns</a:t>
            </a:r>
          </a:p>
          <a:p>
            <a:r>
              <a:rPr lang="en-US" sz="4000" b="1" dirty="0">
                <a:solidFill>
                  <a:srgbClr val="1E293B"/>
                </a:solidFill>
                <a:latin typeface="Plus Jakarta Sans"/>
                <a:sym typeface="Plus Jakarta Sans"/>
              </a:rPr>
              <a:t>The tides changed 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7B39D4-83E0-02D6-AF32-4759A46972F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56" r="50000"/>
          <a:stretch>
            <a:fillRect/>
          </a:stretch>
        </p:blipFill>
        <p:spPr>
          <a:xfrm>
            <a:off x="6012160" y="178606"/>
            <a:ext cx="2799801" cy="237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710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2682478"/>
            <a:ext cx="2506781" cy="3194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62350" y="2682478"/>
            <a:ext cx="2619412" cy="2043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75" y="2682478"/>
            <a:ext cx="2619412" cy="331827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650082" y="3361134"/>
            <a:ext cx="22853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Critical Minerals Hub</a:t>
            </a:r>
            <a:endParaRPr sz="2000" b="1"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650082" y="3646884"/>
            <a:ext cx="2176499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ASEAN economies (especially Indonesia with nickel) hold vital raw materials essential for electric vehicle (EV) batteries and high-tech electronic components.</a:t>
            </a:r>
            <a:endParaRPr sz="2400"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3483806" y="3361134"/>
            <a:ext cx="228532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Energy Security</a:t>
            </a:r>
            <a:endParaRPr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3483806" y="3646884"/>
            <a:ext cx="2176499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Accelerating industrialization and AI-driven data centers demand massive power scaling, forcing nations to secure reliable, green, and transitional energy grids.</a:t>
            </a:r>
            <a:endParaRPr sz="2400"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6317531" y="3361134"/>
            <a:ext cx="228532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Resource Nationalism</a:t>
            </a:r>
            <a:endParaRPr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6317531" y="3646884"/>
            <a:ext cx="2176499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Export bans on raw ores and industrial policies aim to force domestic refining, turning mineral wealth into higher-value national manufacturing leverage.</a:t>
            </a:r>
            <a:endParaRPr sz="2800" dirty="0"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0081" y="2932509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83806" y="2932509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17531" y="2932509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428625" y="1214438"/>
            <a:ext cx="8701088" cy="102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Changing Trade Patterns</a:t>
            </a:r>
          </a:p>
          <a:p>
            <a:endParaRPr lang="en-US" sz="2138" b="1" dirty="0">
              <a:solidFill>
                <a:srgbClr val="1E293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r>
              <a:rPr lang="en-US" sz="2138" b="1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Geopolitical Race for Minerals and Energy</a:t>
            </a:r>
            <a:endParaRPr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E4059B-90BE-67C5-974C-C8CC0340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42</a:t>
            </a:fld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24542D-A66C-9657-9B46-1953590DD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980728"/>
            <a:ext cx="8820472" cy="32695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73A26A-98E2-FF32-EAE4-64157487F457}"/>
              </a:ext>
            </a:extLst>
          </p:cNvPr>
          <p:cNvSpPr txBox="1"/>
          <p:nvPr/>
        </p:nvSpPr>
        <p:spPr>
          <a:xfrm>
            <a:off x="755576" y="4581128"/>
            <a:ext cx="63752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/>
              <a:t>Source:</a:t>
            </a:r>
            <a:r>
              <a:rPr lang="en-SG" dirty="0"/>
              <a:t> International Energy Agency (IEA) – </a:t>
            </a:r>
            <a:r>
              <a:rPr lang="en-SG" i="1" dirty="0"/>
              <a:t>Global Critical Minerals Outlook</a:t>
            </a:r>
            <a:r>
              <a:rPr lang="en-SG" dirty="0"/>
              <a:t> reports and related energy-security tracking data</a:t>
            </a:r>
          </a:p>
        </p:txBody>
      </p:sp>
    </p:spTree>
    <p:extLst>
      <p:ext uri="{BB962C8B-B14F-4D97-AF65-F5344CB8AC3E}">
        <p14:creationId xmlns:p14="http://schemas.microsoft.com/office/powerpoint/2010/main" val="14917241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51BFD5-BBB8-243B-3CD5-4968A15D9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4A9A-BC6D-4B8E-AB96-92CE47D6F997}" type="slidenum">
              <a:rPr lang="en-AU" smtClean="0"/>
              <a:t>43</a:t>
            </a:fld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5C2B32-9FDE-2855-C9B1-C92113621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24744"/>
            <a:ext cx="7937677" cy="393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072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FDAC42E-BF0D-4839-97E1-4C20C17CF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3A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00614F-796E-3C15-B2C5-E361C038E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830" r="1174" b="-2"/>
          <a:stretch>
            <a:fillRect/>
          </a:stretch>
        </p:blipFill>
        <p:spPr>
          <a:xfrm>
            <a:off x="482600" y="643467"/>
            <a:ext cx="8178799" cy="5571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D958B9-7597-271A-CE46-B0BFF46F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A2C4A9A-BC6D-4B8E-AB96-92CE47D6F997}" type="slidenum">
              <a:rPr lang="en-AU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44</a:t>
            </a:fld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635E03-D54F-455F-A5AF-685FFBF3B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39023-E91B-1E87-4561-132B4A299FCC}"/>
              </a:ext>
            </a:extLst>
          </p:cNvPr>
          <p:cNvSpPr txBox="1"/>
          <p:nvPr/>
        </p:nvSpPr>
        <p:spPr>
          <a:xfrm>
            <a:off x="6131540" y="6014478"/>
            <a:ext cx="2529859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SG" sz="700" dirty="0">
                <a:solidFill>
                  <a:srgbClr val="FFFFFF"/>
                </a:solidFill>
                <a:hlinkClick r:id="rId3" tooltip="https://www.weloveteachingenglish.com/en/free-lessons/elementary/verbs/futur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SG" sz="700" dirty="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SG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460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1358</Words>
  <Application>Microsoft Office PowerPoint</Application>
  <PresentationFormat>On-screen Show (4:3)</PresentationFormat>
  <Paragraphs>229</Paragraphs>
  <Slides>44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Andes</vt:lpstr>
      <vt:lpstr>Google Sans Text</vt:lpstr>
      <vt:lpstr>Inter</vt:lpstr>
      <vt:lpstr>Plus Jakarta Sans</vt:lpstr>
      <vt:lpstr>Arial</vt:lpstr>
      <vt:lpstr>Calibri</vt:lpstr>
      <vt:lpstr>Cambria Math</vt:lpstr>
      <vt:lpstr>Corbel</vt:lpstr>
      <vt:lpstr>Times New Roman</vt:lpstr>
      <vt:lpstr>Wingdings 2</vt:lpstr>
      <vt:lpstr>Frame</vt:lpstr>
      <vt:lpstr>ECON251 Industry and Trade in Asia</vt:lpstr>
      <vt:lpstr>Lesson Objectives </vt:lpstr>
      <vt:lpstr>The journey thus far </vt:lpstr>
      <vt:lpstr>Challenges </vt:lpstr>
      <vt:lpstr>Current Challenges </vt:lpstr>
      <vt:lpstr>Current Challenges </vt:lpstr>
      <vt:lpstr>Income Inequality  </vt:lpstr>
      <vt:lpstr>2. Income Inequality  </vt:lpstr>
      <vt:lpstr>2. Income Inequality – Measurement  </vt:lpstr>
      <vt:lpstr>The global trend </vt:lpstr>
      <vt:lpstr>PowerPoint Presentation</vt:lpstr>
      <vt:lpstr>The common myths and sayings  </vt:lpstr>
      <vt:lpstr>Why it occurs &amp;   why it is hard to measure  </vt:lpstr>
      <vt:lpstr>PowerPoint Presentation</vt:lpstr>
      <vt:lpstr>Why it matters </vt:lpstr>
      <vt:lpstr>Current Challenges </vt:lpstr>
      <vt:lpstr>Dependency ratio </vt:lpstr>
      <vt:lpstr>PowerPoint Presentation</vt:lpstr>
      <vt:lpstr>PowerPoint Presentation</vt:lpstr>
      <vt:lpstr>Aging population and dependency ratio and economic implications  </vt:lpstr>
      <vt:lpstr>Lower Dependency Ratio </vt:lpstr>
      <vt:lpstr>***Current Challenges ***</vt:lpstr>
      <vt:lpstr>Economic growth and energy consumption </vt:lpstr>
      <vt:lpstr>PowerPoint Presentation</vt:lpstr>
      <vt:lpstr>PowerPoint Presentation</vt:lpstr>
      <vt:lpstr>Environmental degradation</vt:lpstr>
      <vt:lpstr>PowerPoint Presentation</vt:lpstr>
      <vt:lpstr>Climate change  How and  Who will be affected </vt:lpstr>
      <vt:lpstr>PowerPoint Presentation</vt:lpstr>
      <vt:lpstr>Cost of climate Change </vt:lpstr>
      <vt:lpstr>Climate change – Economic costs </vt:lpstr>
      <vt:lpstr>Economic Cost of climate costs </vt:lpstr>
      <vt:lpstr>Climate change  Why it matters? </vt:lpstr>
      <vt:lpstr>PowerPoint Presentation</vt:lpstr>
      <vt:lpstr>Climate change The role of Asia </vt:lpstr>
      <vt:lpstr>PowerPoint Presentation</vt:lpstr>
      <vt:lpstr>PowerPoint Presentation</vt:lpstr>
      <vt:lpstr>The Future of Asia </vt:lpstr>
      <vt:lpstr>Changing Trade Patterns Video link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ECON251 Industry and Trade in Asia</dc:title>
  <dc:creator>Clare Kon</dc:creator>
  <cp:lastModifiedBy>Clare Kon</cp:lastModifiedBy>
  <cp:revision>8</cp:revision>
  <dcterms:created xsi:type="dcterms:W3CDTF">2020-08-17T03:00:04Z</dcterms:created>
  <dcterms:modified xsi:type="dcterms:W3CDTF">2026-08-18T03:15:28Z</dcterms:modified>
</cp:coreProperties>
</file>