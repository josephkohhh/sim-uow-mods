
<file path=[Content_Types].xml><?xml version="1.0" encoding="utf-8"?>
<Types xmlns="http://schemas.openxmlformats.org/package/2006/content-types">
  <Default Extension="jpeg" ContentType="image/jpeg"/>
  <Default Extension="jpg" ContentType="image/jpeg"/>
  <Default Extension="m4a" ContentType="audi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notesSlides/notesSlide4.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5.xml" ContentType="application/vnd.openxmlformats-officedocument.presentationml.notesSlide+xml"/>
  <Override PartName="/ppt/ink/ink65.xml" ContentType="application/inkml+xml"/>
  <Override PartName="/ppt/ink/ink66.xml" ContentType="application/inkml+xml"/>
  <Override PartName="/ppt/notesSlides/notesSlide6.xml" ContentType="application/vnd.openxmlformats-officedocument.presentationml.notesSlide+xml"/>
  <Override PartName="/ppt/ink/inkAction1.xml" ContentType="application/vnd.ms-office.inkAction+xml"/>
  <Override PartName="/ppt/notesSlides/notesSlide7.xml" ContentType="application/vnd.openxmlformats-officedocument.presentationml.notesSlide+xml"/>
  <Override PartName="/ppt/ink/ink67.xml" ContentType="application/inkml+xml"/>
  <Override PartName="/ppt/ink/ink68.xml" ContentType="application/inkml+xml"/>
  <Override PartName="/ppt/notesSlides/notesSlide8.xml" ContentType="application/vnd.openxmlformats-officedocument.presentationml.notesSlide+xml"/>
  <Override PartName="/ppt/ink/ink69.xml" ContentType="application/inkml+xml"/>
  <Override PartName="/ppt/ink/ink70.xml" ContentType="application/inkml+xml"/>
  <Override PartName="/ppt/notesSlides/notesSlide9.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ink/ink71.xml" ContentType="application/inkml+xml"/>
  <Override PartName="/ppt/notesSlides/notesSlide1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ink/ink72.xml" ContentType="application/inkml+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73.xml" ContentType="application/inkml+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4.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5.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4423" r:id="rId1"/>
  </p:sldMasterIdLst>
  <p:notesMasterIdLst>
    <p:notesMasterId r:id="rId41"/>
  </p:notesMasterIdLst>
  <p:handoutMasterIdLst>
    <p:handoutMasterId r:id="rId42"/>
  </p:handoutMasterIdLst>
  <p:sldIdLst>
    <p:sldId id="256" r:id="rId2"/>
    <p:sldId id="771" r:id="rId3"/>
    <p:sldId id="844" r:id="rId4"/>
    <p:sldId id="819" r:id="rId5"/>
    <p:sldId id="836" r:id="rId6"/>
    <p:sldId id="847" r:id="rId7"/>
    <p:sldId id="837" r:id="rId8"/>
    <p:sldId id="393" r:id="rId9"/>
    <p:sldId id="843" r:id="rId10"/>
    <p:sldId id="398" r:id="rId11"/>
    <p:sldId id="744" r:id="rId12"/>
    <p:sldId id="776" r:id="rId13"/>
    <p:sldId id="764" r:id="rId14"/>
    <p:sldId id="762" r:id="rId15"/>
    <p:sldId id="333" r:id="rId16"/>
    <p:sldId id="821" r:id="rId17"/>
    <p:sldId id="838" r:id="rId18"/>
    <p:sldId id="845" r:id="rId19"/>
    <p:sldId id="757" r:id="rId20"/>
    <p:sldId id="822" r:id="rId21"/>
    <p:sldId id="851" r:id="rId22"/>
    <p:sldId id="839" r:id="rId23"/>
    <p:sldId id="840" r:id="rId24"/>
    <p:sldId id="777" r:id="rId25"/>
    <p:sldId id="848" r:id="rId26"/>
    <p:sldId id="849" r:id="rId27"/>
    <p:sldId id="811" r:id="rId28"/>
    <p:sldId id="802" r:id="rId29"/>
    <p:sldId id="749" r:id="rId30"/>
    <p:sldId id="765" r:id="rId31"/>
    <p:sldId id="812" r:id="rId32"/>
    <p:sldId id="767" r:id="rId33"/>
    <p:sldId id="755" r:id="rId34"/>
    <p:sldId id="781" r:id="rId35"/>
    <p:sldId id="800" r:id="rId36"/>
    <p:sldId id="257" r:id="rId37"/>
    <p:sldId id="801" r:id="rId38"/>
    <p:sldId id="374" r:id="rId39"/>
    <p:sldId id="795" r:id="rId40"/>
  </p:sldIdLst>
  <p:sldSz cx="12192000" cy="6858000"/>
  <p:notesSz cx="7099300"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lare Kon" initials="CK" lastIdx="1" clrIdx="0">
    <p:extLst>
      <p:ext uri="{19B8F6BF-5375-455C-9EA6-DF929625EA0E}">
        <p15:presenceInfo xmlns:p15="http://schemas.microsoft.com/office/powerpoint/2012/main" userId="Clare K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D3FF"/>
    <a:srgbClr val="FF0066"/>
    <a:srgbClr val="3333CC"/>
    <a:srgbClr val="F6C3FF"/>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329" autoAdjust="0"/>
  </p:normalViewPr>
  <p:slideViewPr>
    <p:cSldViewPr>
      <p:cViewPr varScale="1">
        <p:scale>
          <a:sx n="86" d="100"/>
          <a:sy n="86" d="100"/>
        </p:scale>
        <p:origin x="155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p:cViewPr varScale="1">
        <p:scale>
          <a:sx n="59" d="100"/>
          <a:sy n="59" d="100"/>
        </p:scale>
        <p:origin x="2673" y="5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commentAuthors" Target="commen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3C31D-7694-4931-8D8B-4654644B2812}" type="doc">
      <dgm:prSet loTypeId="urn:microsoft.com/office/officeart/2005/8/layout/vProcess5" loCatId="process" qsTypeId="urn:microsoft.com/office/officeart/2005/8/quickstyle/simple1" qsCatId="simple" csTypeId="urn:microsoft.com/office/officeart/2005/8/colors/colorful4" csCatId="colorful" phldr="1"/>
      <dgm:spPr/>
      <dgm:t>
        <a:bodyPr/>
        <a:lstStyle/>
        <a:p>
          <a:endParaRPr lang="en-US"/>
        </a:p>
      </dgm:t>
    </dgm:pt>
    <dgm:pt modelId="{2C124E12-17EB-4F25-9AC8-39E64F9140F0}">
      <dgm:prSet/>
      <dgm:spPr/>
      <dgm:t>
        <a:bodyPr/>
        <a:lstStyle/>
        <a:p>
          <a:r>
            <a:rPr lang="en-SG" dirty="0">
              <a:solidFill>
                <a:schemeClr val="tx1"/>
              </a:solidFill>
            </a:rPr>
            <a:t>Describe the main features of structuralist approach</a:t>
          </a:r>
          <a:endParaRPr lang="en-US" dirty="0">
            <a:solidFill>
              <a:schemeClr val="tx1"/>
            </a:solidFill>
          </a:endParaRPr>
        </a:p>
      </dgm:t>
    </dgm:pt>
    <dgm:pt modelId="{D8855A68-17FD-44F3-BAA6-B2E446B8AA36}" type="parTrans" cxnId="{DB28E55D-DA6B-43B6-BE77-C375E4242683}">
      <dgm:prSet/>
      <dgm:spPr/>
      <dgm:t>
        <a:bodyPr/>
        <a:lstStyle/>
        <a:p>
          <a:endParaRPr lang="en-US">
            <a:solidFill>
              <a:schemeClr val="tx1"/>
            </a:solidFill>
          </a:endParaRPr>
        </a:p>
      </dgm:t>
    </dgm:pt>
    <dgm:pt modelId="{AB00BB07-D3C6-4E8B-BAB6-B6B6C9ED36B3}" type="sibTrans" cxnId="{DB28E55D-DA6B-43B6-BE77-C375E4242683}">
      <dgm:prSet/>
      <dgm:spPr/>
      <dgm:t>
        <a:bodyPr/>
        <a:lstStyle/>
        <a:p>
          <a:endParaRPr lang="en-US" dirty="0">
            <a:solidFill>
              <a:schemeClr val="tx1"/>
            </a:solidFill>
          </a:endParaRPr>
        </a:p>
      </dgm:t>
    </dgm:pt>
    <dgm:pt modelId="{802F06C5-5EDC-4C02-A302-0644279356D4}">
      <dgm:prSet/>
      <dgm:spPr/>
      <dgm:t>
        <a:bodyPr/>
        <a:lstStyle/>
        <a:p>
          <a:r>
            <a:rPr lang="en-SG" dirty="0">
              <a:solidFill>
                <a:schemeClr val="tx1"/>
              </a:solidFill>
            </a:rPr>
            <a:t>Discuss  and evaluate the import substitution strategies</a:t>
          </a:r>
          <a:endParaRPr lang="en-US" dirty="0">
            <a:solidFill>
              <a:schemeClr val="tx1"/>
            </a:solidFill>
          </a:endParaRPr>
        </a:p>
      </dgm:t>
    </dgm:pt>
    <dgm:pt modelId="{918A770D-173E-48A4-A844-2A870DB9692E}" type="parTrans" cxnId="{05F38B60-34ED-4773-8AB2-794D293EAB12}">
      <dgm:prSet/>
      <dgm:spPr/>
      <dgm:t>
        <a:bodyPr/>
        <a:lstStyle/>
        <a:p>
          <a:endParaRPr lang="en-US">
            <a:solidFill>
              <a:schemeClr val="tx1"/>
            </a:solidFill>
          </a:endParaRPr>
        </a:p>
      </dgm:t>
    </dgm:pt>
    <dgm:pt modelId="{3C5B7E05-CCAD-461A-A8B5-061B4B4EE384}" type="sibTrans" cxnId="{05F38B60-34ED-4773-8AB2-794D293EAB12}">
      <dgm:prSet/>
      <dgm:spPr/>
      <dgm:t>
        <a:bodyPr/>
        <a:lstStyle/>
        <a:p>
          <a:endParaRPr lang="en-US">
            <a:solidFill>
              <a:schemeClr val="tx1"/>
            </a:solidFill>
          </a:endParaRPr>
        </a:p>
      </dgm:t>
    </dgm:pt>
    <dgm:pt modelId="{38012379-172C-4555-8042-C72F28F73ED4}" type="pres">
      <dgm:prSet presAssocID="{3123C31D-7694-4931-8D8B-4654644B2812}" presName="outerComposite" presStyleCnt="0">
        <dgm:presLayoutVars>
          <dgm:chMax val="5"/>
          <dgm:dir/>
          <dgm:resizeHandles val="exact"/>
        </dgm:presLayoutVars>
      </dgm:prSet>
      <dgm:spPr/>
    </dgm:pt>
    <dgm:pt modelId="{1B8C5199-A2EA-4813-ADC9-2F7571595754}" type="pres">
      <dgm:prSet presAssocID="{3123C31D-7694-4931-8D8B-4654644B2812}" presName="dummyMaxCanvas" presStyleCnt="0">
        <dgm:presLayoutVars/>
      </dgm:prSet>
      <dgm:spPr/>
    </dgm:pt>
    <dgm:pt modelId="{38205383-807C-4A20-877D-55662DABFA76}" type="pres">
      <dgm:prSet presAssocID="{3123C31D-7694-4931-8D8B-4654644B2812}" presName="TwoNodes_1" presStyleLbl="node1" presStyleIdx="0" presStyleCnt="2">
        <dgm:presLayoutVars>
          <dgm:bulletEnabled val="1"/>
        </dgm:presLayoutVars>
      </dgm:prSet>
      <dgm:spPr/>
    </dgm:pt>
    <dgm:pt modelId="{E8CEAF28-427B-409F-9748-6BF55C8192F3}" type="pres">
      <dgm:prSet presAssocID="{3123C31D-7694-4931-8D8B-4654644B2812}" presName="TwoNodes_2" presStyleLbl="node1" presStyleIdx="1" presStyleCnt="2">
        <dgm:presLayoutVars>
          <dgm:bulletEnabled val="1"/>
        </dgm:presLayoutVars>
      </dgm:prSet>
      <dgm:spPr/>
    </dgm:pt>
    <dgm:pt modelId="{B002858C-3938-4AE4-B185-D3EE06492337}" type="pres">
      <dgm:prSet presAssocID="{3123C31D-7694-4931-8D8B-4654644B2812}" presName="TwoConn_1-2" presStyleLbl="fgAccFollowNode1" presStyleIdx="0" presStyleCnt="1">
        <dgm:presLayoutVars>
          <dgm:bulletEnabled val="1"/>
        </dgm:presLayoutVars>
      </dgm:prSet>
      <dgm:spPr/>
    </dgm:pt>
    <dgm:pt modelId="{1D5FA11C-A859-47B6-86CA-567A774DA78D}" type="pres">
      <dgm:prSet presAssocID="{3123C31D-7694-4931-8D8B-4654644B2812}" presName="TwoNodes_1_text" presStyleLbl="node1" presStyleIdx="1" presStyleCnt="2">
        <dgm:presLayoutVars>
          <dgm:bulletEnabled val="1"/>
        </dgm:presLayoutVars>
      </dgm:prSet>
      <dgm:spPr/>
    </dgm:pt>
    <dgm:pt modelId="{F01F3668-66C7-4334-8762-51E1051779C7}" type="pres">
      <dgm:prSet presAssocID="{3123C31D-7694-4931-8D8B-4654644B2812}" presName="TwoNodes_2_text" presStyleLbl="node1" presStyleIdx="1" presStyleCnt="2">
        <dgm:presLayoutVars>
          <dgm:bulletEnabled val="1"/>
        </dgm:presLayoutVars>
      </dgm:prSet>
      <dgm:spPr/>
    </dgm:pt>
  </dgm:ptLst>
  <dgm:cxnLst>
    <dgm:cxn modelId="{A90F9D12-3358-482A-9D99-2337ED99B15F}" type="presOf" srcId="{2C124E12-17EB-4F25-9AC8-39E64F9140F0}" destId="{38205383-807C-4A20-877D-55662DABFA76}" srcOrd="0" destOrd="0" presId="urn:microsoft.com/office/officeart/2005/8/layout/vProcess5"/>
    <dgm:cxn modelId="{3D2A852D-3627-408E-AC95-E478169E771C}" type="presOf" srcId="{3123C31D-7694-4931-8D8B-4654644B2812}" destId="{38012379-172C-4555-8042-C72F28F73ED4}" srcOrd="0" destOrd="0" presId="urn:microsoft.com/office/officeart/2005/8/layout/vProcess5"/>
    <dgm:cxn modelId="{DB28E55D-DA6B-43B6-BE77-C375E4242683}" srcId="{3123C31D-7694-4931-8D8B-4654644B2812}" destId="{2C124E12-17EB-4F25-9AC8-39E64F9140F0}" srcOrd="0" destOrd="0" parTransId="{D8855A68-17FD-44F3-BAA6-B2E446B8AA36}" sibTransId="{AB00BB07-D3C6-4E8B-BAB6-B6B6C9ED36B3}"/>
    <dgm:cxn modelId="{05F38B60-34ED-4773-8AB2-794D293EAB12}" srcId="{3123C31D-7694-4931-8D8B-4654644B2812}" destId="{802F06C5-5EDC-4C02-A302-0644279356D4}" srcOrd="1" destOrd="0" parTransId="{918A770D-173E-48A4-A844-2A870DB9692E}" sibTransId="{3C5B7E05-CCAD-461A-A8B5-061B4B4EE384}"/>
    <dgm:cxn modelId="{633B7A62-C801-4B8F-89A4-BE76E67EB443}" type="presOf" srcId="{802F06C5-5EDC-4C02-A302-0644279356D4}" destId="{F01F3668-66C7-4334-8762-51E1051779C7}" srcOrd="1" destOrd="0" presId="urn:microsoft.com/office/officeart/2005/8/layout/vProcess5"/>
    <dgm:cxn modelId="{7DCA39A4-4831-4AF8-B66E-70E772AD7E3D}" type="presOf" srcId="{2C124E12-17EB-4F25-9AC8-39E64F9140F0}" destId="{1D5FA11C-A859-47B6-86CA-567A774DA78D}" srcOrd="1" destOrd="0" presId="urn:microsoft.com/office/officeart/2005/8/layout/vProcess5"/>
    <dgm:cxn modelId="{96CA4DC7-E848-4DB3-A7D2-6850D27D1C50}" type="presOf" srcId="{AB00BB07-D3C6-4E8B-BAB6-B6B6C9ED36B3}" destId="{B002858C-3938-4AE4-B185-D3EE06492337}" srcOrd="0" destOrd="0" presId="urn:microsoft.com/office/officeart/2005/8/layout/vProcess5"/>
    <dgm:cxn modelId="{779833E4-A455-4DFD-9AB6-129B7E2BC4A7}" type="presOf" srcId="{802F06C5-5EDC-4C02-A302-0644279356D4}" destId="{E8CEAF28-427B-409F-9748-6BF55C8192F3}" srcOrd="0" destOrd="0" presId="urn:microsoft.com/office/officeart/2005/8/layout/vProcess5"/>
    <dgm:cxn modelId="{066F328C-85EC-4666-9D92-3A7365049033}" type="presParOf" srcId="{38012379-172C-4555-8042-C72F28F73ED4}" destId="{1B8C5199-A2EA-4813-ADC9-2F7571595754}" srcOrd="0" destOrd="0" presId="urn:microsoft.com/office/officeart/2005/8/layout/vProcess5"/>
    <dgm:cxn modelId="{2CBF5710-D288-4C37-9F01-DAD4E02BF040}" type="presParOf" srcId="{38012379-172C-4555-8042-C72F28F73ED4}" destId="{38205383-807C-4A20-877D-55662DABFA76}" srcOrd="1" destOrd="0" presId="urn:microsoft.com/office/officeart/2005/8/layout/vProcess5"/>
    <dgm:cxn modelId="{6FACA6E5-1D91-429C-9563-24883363BD2D}" type="presParOf" srcId="{38012379-172C-4555-8042-C72F28F73ED4}" destId="{E8CEAF28-427B-409F-9748-6BF55C8192F3}" srcOrd="2" destOrd="0" presId="urn:microsoft.com/office/officeart/2005/8/layout/vProcess5"/>
    <dgm:cxn modelId="{5A3884F6-E6AB-4FCE-9CEA-CD884D56DC4C}" type="presParOf" srcId="{38012379-172C-4555-8042-C72F28F73ED4}" destId="{B002858C-3938-4AE4-B185-D3EE06492337}" srcOrd="3" destOrd="0" presId="urn:microsoft.com/office/officeart/2005/8/layout/vProcess5"/>
    <dgm:cxn modelId="{AF8AF5CB-2B8A-4F5C-A890-CC5FDC6553DC}" type="presParOf" srcId="{38012379-172C-4555-8042-C72F28F73ED4}" destId="{1D5FA11C-A859-47B6-86CA-567A774DA78D}" srcOrd="4" destOrd="0" presId="urn:microsoft.com/office/officeart/2005/8/layout/vProcess5"/>
    <dgm:cxn modelId="{499161F5-7B14-4895-BBF9-1F8F2C8983ED}" type="presParOf" srcId="{38012379-172C-4555-8042-C72F28F73ED4}" destId="{F01F3668-66C7-4334-8762-51E1051779C7}" srcOrd="5"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5D7747E-3603-4F86-AB98-B3DD08238EEE}" type="doc">
      <dgm:prSet loTypeId="urn:microsoft.com/office/officeart/2005/8/layout/balance1" loCatId="relationship" qsTypeId="urn:microsoft.com/office/officeart/2005/8/quickstyle/simple1" qsCatId="simple" csTypeId="urn:microsoft.com/office/officeart/2005/8/colors/accent2_1" csCatId="accent2" phldr="1"/>
      <dgm:spPr/>
      <dgm:t>
        <a:bodyPr/>
        <a:lstStyle/>
        <a:p>
          <a:endParaRPr lang="en-GB"/>
        </a:p>
      </dgm:t>
    </dgm:pt>
    <dgm:pt modelId="{B0D96B6E-C795-41E0-A80B-AEF19B10C318}">
      <dgm:prSet phldrT="[Text]"/>
      <dgm:spPr/>
      <dgm:t>
        <a:bodyPr/>
        <a:lstStyle/>
        <a:p>
          <a:r>
            <a:rPr lang="en-GB" dirty="0"/>
            <a:t>Primary goods</a:t>
          </a:r>
        </a:p>
      </dgm:t>
    </dgm:pt>
    <dgm:pt modelId="{77B1D8B7-5417-4021-9C1E-9B4A6EC6D312}" type="parTrans" cxnId="{9DC998F4-02D8-4D0D-ADDE-DA4C6C4AB9AA}">
      <dgm:prSet/>
      <dgm:spPr/>
      <dgm:t>
        <a:bodyPr/>
        <a:lstStyle/>
        <a:p>
          <a:endParaRPr lang="en-GB"/>
        </a:p>
      </dgm:t>
    </dgm:pt>
    <dgm:pt modelId="{DED6B7E4-3441-4C0A-A9B8-D4BE9E2A5127}" type="sibTrans" cxnId="{9DC998F4-02D8-4D0D-ADDE-DA4C6C4AB9AA}">
      <dgm:prSet/>
      <dgm:spPr/>
      <dgm:t>
        <a:bodyPr/>
        <a:lstStyle/>
        <a:p>
          <a:endParaRPr lang="en-GB"/>
        </a:p>
      </dgm:t>
    </dgm:pt>
    <dgm:pt modelId="{5192C87D-E3E3-4C2E-A889-7A3DB45F98E7}">
      <dgm:prSet phldrT="[Text]"/>
      <dgm:spPr/>
      <dgm:t>
        <a:bodyPr/>
        <a:lstStyle/>
        <a:p>
          <a:r>
            <a:rPr lang="en-GB" dirty="0"/>
            <a:t>Low GDP and growth </a:t>
          </a:r>
        </a:p>
      </dgm:t>
    </dgm:pt>
    <dgm:pt modelId="{FC73DECC-BB43-444B-B0FE-429DF5A77D2E}" type="parTrans" cxnId="{B55D9853-A4B2-47D9-AD12-4F6C78457920}">
      <dgm:prSet/>
      <dgm:spPr/>
      <dgm:t>
        <a:bodyPr/>
        <a:lstStyle/>
        <a:p>
          <a:endParaRPr lang="en-GB"/>
        </a:p>
      </dgm:t>
    </dgm:pt>
    <dgm:pt modelId="{4DDAB2D5-1401-476C-AA5C-24BDA7250843}" type="sibTrans" cxnId="{B55D9853-A4B2-47D9-AD12-4F6C78457920}">
      <dgm:prSet/>
      <dgm:spPr/>
      <dgm:t>
        <a:bodyPr/>
        <a:lstStyle/>
        <a:p>
          <a:endParaRPr lang="en-GB"/>
        </a:p>
      </dgm:t>
    </dgm:pt>
    <dgm:pt modelId="{FC59CC3F-F1B5-442D-9D6A-577E74C96E62}">
      <dgm:prSet phldrT="[Text]"/>
      <dgm:spPr/>
      <dgm:t>
        <a:bodyPr/>
        <a:lstStyle/>
        <a:p>
          <a:r>
            <a:rPr lang="en-GB" dirty="0"/>
            <a:t>Unstable supply </a:t>
          </a:r>
        </a:p>
      </dgm:t>
    </dgm:pt>
    <dgm:pt modelId="{79DF978E-5E63-4D35-84D2-BCA4C620DAA4}" type="parTrans" cxnId="{08822AE8-194C-43AA-8D9F-C992C09BF4F2}">
      <dgm:prSet/>
      <dgm:spPr/>
      <dgm:t>
        <a:bodyPr/>
        <a:lstStyle/>
        <a:p>
          <a:endParaRPr lang="en-GB"/>
        </a:p>
      </dgm:t>
    </dgm:pt>
    <dgm:pt modelId="{7A13B3EB-5305-43BE-89B1-6F52A64A7E40}" type="sibTrans" cxnId="{08822AE8-194C-43AA-8D9F-C992C09BF4F2}">
      <dgm:prSet/>
      <dgm:spPr/>
      <dgm:t>
        <a:bodyPr/>
        <a:lstStyle/>
        <a:p>
          <a:endParaRPr lang="en-GB"/>
        </a:p>
      </dgm:t>
    </dgm:pt>
    <dgm:pt modelId="{2761BCE1-84CC-40AE-AF7E-CB8232E488ED}">
      <dgm:prSet phldrT="[Text]"/>
      <dgm:spPr/>
      <dgm:t>
        <a:bodyPr/>
        <a:lstStyle/>
        <a:p>
          <a:r>
            <a:rPr lang="en-GB" dirty="0"/>
            <a:t>Manufacturing goods</a:t>
          </a:r>
        </a:p>
      </dgm:t>
    </dgm:pt>
    <dgm:pt modelId="{F8ECC763-BEDD-45F6-9611-F12A1BA6BF32}" type="parTrans" cxnId="{685A1071-8F5D-417A-868B-87F73E1045FD}">
      <dgm:prSet/>
      <dgm:spPr/>
      <dgm:t>
        <a:bodyPr/>
        <a:lstStyle/>
        <a:p>
          <a:endParaRPr lang="en-GB"/>
        </a:p>
      </dgm:t>
    </dgm:pt>
    <dgm:pt modelId="{27DB6195-6815-43FE-9B3E-FB2B6CA3F1F8}" type="sibTrans" cxnId="{685A1071-8F5D-417A-868B-87F73E1045FD}">
      <dgm:prSet/>
      <dgm:spPr/>
      <dgm:t>
        <a:bodyPr/>
        <a:lstStyle/>
        <a:p>
          <a:endParaRPr lang="en-GB"/>
        </a:p>
      </dgm:t>
    </dgm:pt>
    <dgm:pt modelId="{85BBFE9B-A8DA-42B7-A4DF-1196CFF1A6A9}">
      <dgm:prSet phldrT="[Text]"/>
      <dgm:spPr/>
      <dgm:t>
        <a:bodyPr/>
        <a:lstStyle/>
        <a:p>
          <a:r>
            <a:rPr lang="en-GB" dirty="0"/>
            <a:t>Engine of growth </a:t>
          </a:r>
        </a:p>
      </dgm:t>
    </dgm:pt>
    <dgm:pt modelId="{65C5A436-2000-4ECE-995D-03CC975E8C0B}" type="parTrans" cxnId="{1DCC89ED-2CEB-48A1-881F-C9DFA636AB1C}">
      <dgm:prSet/>
      <dgm:spPr/>
      <dgm:t>
        <a:bodyPr/>
        <a:lstStyle/>
        <a:p>
          <a:endParaRPr lang="en-GB"/>
        </a:p>
      </dgm:t>
    </dgm:pt>
    <dgm:pt modelId="{3E6A3A6E-1AFE-456A-A8FF-8325C79C2155}" type="sibTrans" cxnId="{1DCC89ED-2CEB-48A1-881F-C9DFA636AB1C}">
      <dgm:prSet/>
      <dgm:spPr/>
      <dgm:t>
        <a:bodyPr/>
        <a:lstStyle/>
        <a:p>
          <a:endParaRPr lang="en-GB"/>
        </a:p>
      </dgm:t>
    </dgm:pt>
    <dgm:pt modelId="{64F85C03-0EC4-440C-9518-55B0468D8F56}">
      <dgm:prSet phldrT="[Text]"/>
      <dgm:spPr/>
      <dgm:t>
        <a:bodyPr/>
        <a:lstStyle/>
        <a:p>
          <a:r>
            <a:rPr lang="en-GB" dirty="0"/>
            <a:t>Stable supply </a:t>
          </a:r>
        </a:p>
      </dgm:t>
    </dgm:pt>
    <dgm:pt modelId="{FCCD8B3F-F6F7-4F88-9704-7FDDE8145A5B}" type="parTrans" cxnId="{F586D675-9DDB-42D2-9A06-650CB9BCA105}">
      <dgm:prSet/>
      <dgm:spPr/>
      <dgm:t>
        <a:bodyPr/>
        <a:lstStyle/>
        <a:p>
          <a:endParaRPr lang="en-GB"/>
        </a:p>
      </dgm:t>
    </dgm:pt>
    <dgm:pt modelId="{F45EA9A3-6F90-41ED-A540-A92CB38F4181}" type="sibTrans" cxnId="{F586D675-9DDB-42D2-9A06-650CB9BCA105}">
      <dgm:prSet/>
      <dgm:spPr/>
      <dgm:t>
        <a:bodyPr/>
        <a:lstStyle/>
        <a:p>
          <a:endParaRPr lang="en-GB"/>
        </a:p>
      </dgm:t>
    </dgm:pt>
    <dgm:pt modelId="{3703BB34-8CF1-4816-AE8B-9805BAA26EC3}">
      <dgm:prSet/>
      <dgm:spPr/>
      <dgm:t>
        <a:bodyPr/>
        <a:lstStyle/>
        <a:p>
          <a:r>
            <a:rPr lang="en-GB" dirty="0"/>
            <a:t>Linkages </a:t>
          </a:r>
        </a:p>
      </dgm:t>
    </dgm:pt>
    <dgm:pt modelId="{70EB04FF-F52B-482E-9C28-21BDB7165B31}" type="parTrans" cxnId="{18A3DCDE-B395-4CA2-87EE-6F21A5E7DA47}">
      <dgm:prSet/>
      <dgm:spPr/>
      <dgm:t>
        <a:bodyPr/>
        <a:lstStyle/>
        <a:p>
          <a:endParaRPr lang="en-GB"/>
        </a:p>
      </dgm:t>
    </dgm:pt>
    <dgm:pt modelId="{FB02B95F-1E08-4B13-BFFD-9C648DC16F2A}" type="sibTrans" cxnId="{18A3DCDE-B395-4CA2-87EE-6F21A5E7DA47}">
      <dgm:prSet/>
      <dgm:spPr/>
      <dgm:t>
        <a:bodyPr/>
        <a:lstStyle/>
        <a:p>
          <a:endParaRPr lang="en-GB"/>
        </a:p>
      </dgm:t>
    </dgm:pt>
    <dgm:pt modelId="{734F4A8B-32C3-41B8-A368-F9F9387B0B4A}">
      <dgm:prSet/>
      <dgm:spPr/>
      <dgm:t>
        <a:bodyPr/>
        <a:lstStyle/>
        <a:p>
          <a:r>
            <a:rPr lang="en-GB" dirty="0"/>
            <a:t>Smaller % of K and A </a:t>
          </a:r>
          <a:endParaRPr lang="en-SG" dirty="0"/>
        </a:p>
      </dgm:t>
    </dgm:pt>
    <dgm:pt modelId="{8A64BF5A-0E97-476D-A759-A3181D923675}" type="parTrans" cxnId="{52A7F27C-C40E-438D-9DEA-97D825AA6348}">
      <dgm:prSet/>
      <dgm:spPr/>
      <dgm:t>
        <a:bodyPr/>
        <a:lstStyle/>
        <a:p>
          <a:endParaRPr lang="en-SG"/>
        </a:p>
      </dgm:t>
    </dgm:pt>
    <dgm:pt modelId="{ABB0E201-A68E-46DE-A53D-1A1CAEAB74D1}" type="sibTrans" cxnId="{52A7F27C-C40E-438D-9DEA-97D825AA6348}">
      <dgm:prSet/>
      <dgm:spPr/>
      <dgm:t>
        <a:bodyPr/>
        <a:lstStyle/>
        <a:p>
          <a:endParaRPr lang="en-SG"/>
        </a:p>
      </dgm:t>
    </dgm:pt>
    <dgm:pt modelId="{0C83368F-E2E3-4BDE-937F-33977A6EC65E}">
      <dgm:prSet/>
      <dgm:spPr/>
      <dgm:t>
        <a:bodyPr/>
        <a:lstStyle/>
        <a:p>
          <a:endParaRPr lang="en-SG" dirty="0"/>
        </a:p>
      </dgm:t>
    </dgm:pt>
    <dgm:pt modelId="{F49489E9-37A4-4136-AEEC-9163E2B6B3B3}" type="parTrans" cxnId="{EC9B1567-A267-4927-960C-C943FF904512}">
      <dgm:prSet/>
      <dgm:spPr/>
      <dgm:t>
        <a:bodyPr/>
        <a:lstStyle/>
        <a:p>
          <a:endParaRPr lang="en-SG"/>
        </a:p>
      </dgm:t>
    </dgm:pt>
    <dgm:pt modelId="{BEA6FD51-60C7-4DFF-A28B-B01860B948E9}" type="sibTrans" cxnId="{EC9B1567-A267-4927-960C-C943FF904512}">
      <dgm:prSet/>
      <dgm:spPr/>
      <dgm:t>
        <a:bodyPr/>
        <a:lstStyle/>
        <a:p>
          <a:endParaRPr lang="en-SG"/>
        </a:p>
      </dgm:t>
    </dgm:pt>
    <dgm:pt modelId="{5A2D4517-0D85-4BCC-B32C-12F01E12E3F9}">
      <dgm:prSet/>
      <dgm:spPr/>
      <dgm:t>
        <a:bodyPr/>
        <a:lstStyle/>
        <a:p>
          <a:r>
            <a:rPr lang="en-GB" dirty="0"/>
            <a:t>Higher % of K and A </a:t>
          </a:r>
          <a:endParaRPr lang="en-SG" dirty="0"/>
        </a:p>
      </dgm:t>
    </dgm:pt>
    <dgm:pt modelId="{0F81DF07-9820-4690-A4D6-2A6192A1A556}" type="parTrans" cxnId="{E969563E-C2D7-40C6-9886-EDCC68A04C56}">
      <dgm:prSet/>
      <dgm:spPr/>
      <dgm:t>
        <a:bodyPr/>
        <a:lstStyle/>
        <a:p>
          <a:endParaRPr lang="en-SG"/>
        </a:p>
      </dgm:t>
    </dgm:pt>
    <dgm:pt modelId="{41FD9082-2705-46F0-9808-271E32C03FBC}" type="sibTrans" cxnId="{E969563E-C2D7-40C6-9886-EDCC68A04C56}">
      <dgm:prSet/>
      <dgm:spPr/>
      <dgm:t>
        <a:bodyPr/>
        <a:lstStyle/>
        <a:p>
          <a:endParaRPr lang="en-SG"/>
        </a:p>
      </dgm:t>
    </dgm:pt>
    <dgm:pt modelId="{55139D70-FE7D-4B18-8DC2-128EB175A778}" type="pres">
      <dgm:prSet presAssocID="{A5D7747E-3603-4F86-AB98-B3DD08238EEE}" presName="outerComposite" presStyleCnt="0">
        <dgm:presLayoutVars>
          <dgm:chMax val="2"/>
          <dgm:animLvl val="lvl"/>
          <dgm:resizeHandles val="exact"/>
        </dgm:presLayoutVars>
      </dgm:prSet>
      <dgm:spPr/>
    </dgm:pt>
    <dgm:pt modelId="{7C9AAEF3-010B-45FA-BE76-019A2C3AF082}" type="pres">
      <dgm:prSet presAssocID="{A5D7747E-3603-4F86-AB98-B3DD08238EEE}" presName="dummyMaxCanvas" presStyleCnt="0"/>
      <dgm:spPr/>
    </dgm:pt>
    <dgm:pt modelId="{47D1B55B-8273-41E8-8EAC-57EC7CDAF3ED}" type="pres">
      <dgm:prSet presAssocID="{A5D7747E-3603-4F86-AB98-B3DD08238EEE}" presName="parentComposite" presStyleCnt="0"/>
      <dgm:spPr/>
    </dgm:pt>
    <dgm:pt modelId="{BE33C736-D47C-4A83-A603-3A83AE3213E6}" type="pres">
      <dgm:prSet presAssocID="{A5D7747E-3603-4F86-AB98-B3DD08238EEE}" presName="parent1" presStyleLbl="alignAccFollowNode1" presStyleIdx="0" presStyleCnt="4">
        <dgm:presLayoutVars>
          <dgm:chMax val="4"/>
        </dgm:presLayoutVars>
      </dgm:prSet>
      <dgm:spPr/>
    </dgm:pt>
    <dgm:pt modelId="{E399046D-5E4B-40BA-8B7A-4D6A524F39D1}" type="pres">
      <dgm:prSet presAssocID="{A5D7747E-3603-4F86-AB98-B3DD08238EEE}" presName="parent2" presStyleLbl="alignAccFollowNode1" presStyleIdx="1" presStyleCnt="4">
        <dgm:presLayoutVars>
          <dgm:chMax val="4"/>
        </dgm:presLayoutVars>
      </dgm:prSet>
      <dgm:spPr/>
    </dgm:pt>
    <dgm:pt modelId="{6D532A7D-0C73-4243-9A44-D904F002D80D}" type="pres">
      <dgm:prSet presAssocID="{A5D7747E-3603-4F86-AB98-B3DD08238EEE}" presName="childrenComposite" presStyleCnt="0"/>
      <dgm:spPr/>
    </dgm:pt>
    <dgm:pt modelId="{28ED47D9-E081-4DA8-872B-636022E85D53}" type="pres">
      <dgm:prSet presAssocID="{A5D7747E-3603-4F86-AB98-B3DD08238EEE}" presName="dummyMaxCanvas_ChildArea" presStyleCnt="0"/>
      <dgm:spPr/>
    </dgm:pt>
    <dgm:pt modelId="{D411A478-2AE5-45D2-9BCD-18C737BC4EF1}" type="pres">
      <dgm:prSet presAssocID="{A5D7747E-3603-4F86-AB98-B3DD08238EEE}" presName="fulcrum" presStyleLbl="alignAccFollowNode1" presStyleIdx="2" presStyleCnt="4"/>
      <dgm:spPr/>
    </dgm:pt>
    <dgm:pt modelId="{DC64C2C5-96C4-4B44-840F-A275C062FCD0}" type="pres">
      <dgm:prSet presAssocID="{A5D7747E-3603-4F86-AB98-B3DD08238EEE}" presName="balance_34" presStyleLbl="alignAccFollowNode1" presStyleIdx="3" presStyleCnt="4">
        <dgm:presLayoutVars>
          <dgm:bulletEnabled val="1"/>
        </dgm:presLayoutVars>
      </dgm:prSet>
      <dgm:spPr/>
    </dgm:pt>
    <dgm:pt modelId="{1A06CEAA-2B0D-4EAA-9792-F9E03ABBBACA}" type="pres">
      <dgm:prSet presAssocID="{A5D7747E-3603-4F86-AB98-B3DD08238EEE}" presName="right_34_1" presStyleLbl="node1" presStyleIdx="0" presStyleCnt="7">
        <dgm:presLayoutVars>
          <dgm:bulletEnabled val="1"/>
        </dgm:presLayoutVars>
      </dgm:prSet>
      <dgm:spPr/>
    </dgm:pt>
    <dgm:pt modelId="{4F995D41-BDB3-4F93-9305-C75F972B0688}" type="pres">
      <dgm:prSet presAssocID="{A5D7747E-3603-4F86-AB98-B3DD08238EEE}" presName="right_34_2" presStyleLbl="node1" presStyleIdx="1" presStyleCnt="7">
        <dgm:presLayoutVars>
          <dgm:bulletEnabled val="1"/>
        </dgm:presLayoutVars>
      </dgm:prSet>
      <dgm:spPr/>
    </dgm:pt>
    <dgm:pt modelId="{111A54ED-E408-4675-9FFB-7466485D4B21}" type="pres">
      <dgm:prSet presAssocID="{A5D7747E-3603-4F86-AB98-B3DD08238EEE}" presName="right_34_3" presStyleLbl="node1" presStyleIdx="2" presStyleCnt="7">
        <dgm:presLayoutVars>
          <dgm:bulletEnabled val="1"/>
        </dgm:presLayoutVars>
      </dgm:prSet>
      <dgm:spPr/>
    </dgm:pt>
    <dgm:pt modelId="{0420EA64-6E2E-4FD8-9B5B-C95803C7CBB9}" type="pres">
      <dgm:prSet presAssocID="{A5D7747E-3603-4F86-AB98-B3DD08238EEE}" presName="right_34_4" presStyleLbl="node1" presStyleIdx="3" presStyleCnt="7">
        <dgm:presLayoutVars>
          <dgm:bulletEnabled val="1"/>
        </dgm:presLayoutVars>
      </dgm:prSet>
      <dgm:spPr/>
    </dgm:pt>
    <dgm:pt modelId="{217365AB-809B-45F4-9325-87A6AF0593D0}" type="pres">
      <dgm:prSet presAssocID="{A5D7747E-3603-4F86-AB98-B3DD08238EEE}" presName="left_34_1" presStyleLbl="node1" presStyleIdx="4" presStyleCnt="7">
        <dgm:presLayoutVars>
          <dgm:bulletEnabled val="1"/>
        </dgm:presLayoutVars>
      </dgm:prSet>
      <dgm:spPr/>
    </dgm:pt>
    <dgm:pt modelId="{892F6E2C-B877-442F-83E7-CBD640F5FA42}" type="pres">
      <dgm:prSet presAssocID="{A5D7747E-3603-4F86-AB98-B3DD08238EEE}" presName="left_34_2" presStyleLbl="node1" presStyleIdx="5" presStyleCnt="7">
        <dgm:presLayoutVars>
          <dgm:bulletEnabled val="1"/>
        </dgm:presLayoutVars>
      </dgm:prSet>
      <dgm:spPr/>
    </dgm:pt>
    <dgm:pt modelId="{FB762DF5-CF73-481E-BA14-85CEB2DB4594}" type="pres">
      <dgm:prSet presAssocID="{A5D7747E-3603-4F86-AB98-B3DD08238EEE}" presName="left_34_3" presStyleLbl="node1" presStyleIdx="6" presStyleCnt="7">
        <dgm:presLayoutVars>
          <dgm:bulletEnabled val="1"/>
        </dgm:presLayoutVars>
      </dgm:prSet>
      <dgm:spPr/>
    </dgm:pt>
  </dgm:ptLst>
  <dgm:cxnLst>
    <dgm:cxn modelId="{99FC4914-A71B-497B-8080-6D3B74A4FA3A}" type="presOf" srcId="{2761BCE1-84CC-40AE-AF7E-CB8232E488ED}" destId="{E399046D-5E4B-40BA-8B7A-4D6A524F39D1}" srcOrd="0" destOrd="0" presId="urn:microsoft.com/office/officeart/2005/8/layout/balance1"/>
    <dgm:cxn modelId="{B1A70A24-4707-4529-8120-105705EE3615}" type="presOf" srcId="{3703BB34-8CF1-4816-AE8B-9805BAA26EC3}" destId="{4F995D41-BDB3-4F93-9305-C75F972B0688}" srcOrd="0" destOrd="0" presId="urn:microsoft.com/office/officeart/2005/8/layout/balance1"/>
    <dgm:cxn modelId="{9092C627-3333-44B9-A450-94A88B3D8528}" type="presOf" srcId="{FC59CC3F-F1B5-442D-9D6A-577E74C96E62}" destId="{892F6E2C-B877-442F-83E7-CBD640F5FA42}" srcOrd="0" destOrd="0" presId="urn:microsoft.com/office/officeart/2005/8/layout/balance1"/>
    <dgm:cxn modelId="{1DBD1B36-2EEC-478D-8060-87B9C6D20654}" type="presOf" srcId="{0C83368F-E2E3-4BDE-937F-33977A6EC65E}" destId="{111A54ED-E408-4675-9FFB-7466485D4B21}" srcOrd="0" destOrd="1" presId="urn:microsoft.com/office/officeart/2005/8/layout/balance1"/>
    <dgm:cxn modelId="{E969563E-C2D7-40C6-9886-EDCC68A04C56}" srcId="{2761BCE1-84CC-40AE-AF7E-CB8232E488ED}" destId="{5A2D4517-0D85-4BCC-B32C-12F01E12E3F9}" srcOrd="3" destOrd="0" parTransId="{0F81DF07-9820-4690-A4D6-2A6192A1A556}" sibTransId="{41FD9082-2705-46F0-9808-271E32C03FBC}"/>
    <dgm:cxn modelId="{EC9B1567-A267-4927-960C-C943FF904512}" srcId="{64F85C03-0EC4-440C-9518-55B0468D8F56}" destId="{0C83368F-E2E3-4BDE-937F-33977A6EC65E}" srcOrd="0" destOrd="0" parTransId="{F49489E9-37A4-4136-AEEC-9163E2B6B3B3}" sibTransId="{BEA6FD51-60C7-4DFF-A28B-B01860B948E9}"/>
    <dgm:cxn modelId="{D50F344C-AA0D-4D7A-BEC3-C85A8BF61643}" type="presOf" srcId="{B0D96B6E-C795-41E0-A80B-AEF19B10C318}" destId="{BE33C736-D47C-4A83-A603-3A83AE3213E6}" srcOrd="0" destOrd="0" presId="urn:microsoft.com/office/officeart/2005/8/layout/balance1"/>
    <dgm:cxn modelId="{685A1071-8F5D-417A-868B-87F73E1045FD}" srcId="{A5D7747E-3603-4F86-AB98-B3DD08238EEE}" destId="{2761BCE1-84CC-40AE-AF7E-CB8232E488ED}" srcOrd="1" destOrd="0" parTransId="{F8ECC763-BEDD-45F6-9611-F12A1BA6BF32}" sibTransId="{27DB6195-6815-43FE-9B3E-FB2B6CA3F1F8}"/>
    <dgm:cxn modelId="{B55D9853-A4B2-47D9-AD12-4F6C78457920}" srcId="{B0D96B6E-C795-41E0-A80B-AEF19B10C318}" destId="{5192C87D-E3E3-4C2E-A889-7A3DB45F98E7}" srcOrd="0" destOrd="0" parTransId="{FC73DECC-BB43-444B-B0FE-429DF5A77D2E}" sibTransId="{4DDAB2D5-1401-476C-AA5C-24BDA7250843}"/>
    <dgm:cxn modelId="{F586D675-9DDB-42D2-9A06-650CB9BCA105}" srcId="{2761BCE1-84CC-40AE-AF7E-CB8232E488ED}" destId="{64F85C03-0EC4-440C-9518-55B0468D8F56}" srcOrd="2" destOrd="0" parTransId="{FCCD8B3F-F6F7-4F88-9704-7FDDE8145A5B}" sibTransId="{F45EA9A3-6F90-41ED-A540-A92CB38F4181}"/>
    <dgm:cxn modelId="{2902B576-07B3-406C-A011-EB37629C0113}" type="presOf" srcId="{64F85C03-0EC4-440C-9518-55B0468D8F56}" destId="{111A54ED-E408-4675-9FFB-7466485D4B21}" srcOrd="0" destOrd="0" presId="urn:microsoft.com/office/officeart/2005/8/layout/balance1"/>
    <dgm:cxn modelId="{52A7F27C-C40E-438D-9DEA-97D825AA6348}" srcId="{B0D96B6E-C795-41E0-A80B-AEF19B10C318}" destId="{734F4A8B-32C3-41B8-A368-F9F9387B0B4A}" srcOrd="2" destOrd="0" parTransId="{8A64BF5A-0E97-476D-A759-A3181D923675}" sibTransId="{ABB0E201-A68E-46DE-A53D-1A1CAEAB74D1}"/>
    <dgm:cxn modelId="{A064FC88-CB67-41E6-9A8E-52DBF0887321}" type="presOf" srcId="{5192C87D-E3E3-4C2E-A889-7A3DB45F98E7}" destId="{217365AB-809B-45F4-9325-87A6AF0593D0}" srcOrd="0" destOrd="0" presId="urn:microsoft.com/office/officeart/2005/8/layout/balance1"/>
    <dgm:cxn modelId="{317CFC8D-0BF5-4E91-A3E5-B514CDBEA975}" type="presOf" srcId="{A5D7747E-3603-4F86-AB98-B3DD08238EEE}" destId="{55139D70-FE7D-4B18-8DC2-128EB175A778}" srcOrd="0" destOrd="0" presId="urn:microsoft.com/office/officeart/2005/8/layout/balance1"/>
    <dgm:cxn modelId="{2ADAF4CF-3CE6-4377-944D-3B0E9FC1D072}" type="presOf" srcId="{734F4A8B-32C3-41B8-A368-F9F9387B0B4A}" destId="{FB762DF5-CF73-481E-BA14-85CEB2DB4594}" srcOrd="0" destOrd="0" presId="urn:microsoft.com/office/officeart/2005/8/layout/balance1"/>
    <dgm:cxn modelId="{18A3DCDE-B395-4CA2-87EE-6F21A5E7DA47}" srcId="{2761BCE1-84CC-40AE-AF7E-CB8232E488ED}" destId="{3703BB34-8CF1-4816-AE8B-9805BAA26EC3}" srcOrd="1" destOrd="0" parTransId="{70EB04FF-F52B-482E-9C28-21BDB7165B31}" sibTransId="{FB02B95F-1E08-4B13-BFFD-9C648DC16F2A}"/>
    <dgm:cxn modelId="{272155E6-584D-4161-97E8-BF48A1CA7A60}" type="presOf" srcId="{5A2D4517-0D85-4BCC-B32C-12F01E12E3F9}" destId="{0420EA64-6E2E-4FD8-9B5B-C95803C7CBB9}" srcOrd="0" destOrd="0" presId="urn:microsoft.com/office/officeart/2005/8/layout/balance1"/>
    <dgm:cxn modelId="{08822AE8-194C-43AA-8D9F-C992C09BF4F2}" srcId="{B0D96B6E-C795-41E0-A80B-AEF19B10C318}" destId="{FC59CC3F-F1B5-442D-9D6A-577E74C96E62}" srcOrd="1" destOrd="0" parTransId="{79DF978E-5E63-4D35-84D2-BCA4C620DAA4}" sibTransId="{7A13B3EB-5305-43BE-89B1-6F52A64A7E40}"/>
    <dgm:cxn modelId="{33197DE8-A1FB-41A7-BBEF-0FCED78B3746}" type="presOf" srcId="{85BBFE9B-A8DA-42B7-A4DF-1196CFF1A6A9}" destId="{1A06CEAA-2B0D-4EAA-9792-F9E03ABBBACA}" srcOrd="0" destOrd="0" presId="urn:microsoft.com/office/officeart/2005/8/layout/balance1"/>
    <dgm:cxn modelId="{1DCC89ED-2CEB-48A1-881F-C9DFA636AB1C}" srcId="{2761BCE1-84CC-40AE-AF7E-CB8232E488ED}" destId="{85BBFE9B-A8DA-42B7-A4DF-1196CFF1A6A9}" srcOrd="0" destOrd="0" parTransId="{65C5A436-2000-4ECE-995D-03CC975E8C0B}" sibTransId="{3E6A3A6E-1AFE-456A-A8FF-8325C79C2155}"/>
    <dgm:cxn modelId="{9DC998F4-02D8-4D0D-ADDE-DA4C6C4AB9AA}" srcId="{A5D7747E-3603-4F86-AB98-B3DD08238EEE}" destId="{B0D96B6E-C795-41E0-A80B-AEF19B10C318}" srcOrd="0" destOrd="0" parTransId="{77B1D8B7-5417-4021-9C1E-9B4A6EC6D312}" sibTransId="{DED6B7E4-3441-4C0A-A9B8-D4BE9E2A5127}"/>
    <dgm:cxn modelId="{598C7C59-1775-4F72-86D5-A1EF9C524FA5}" type="presParOf" srcId="{55139D70-FE7D-4B18-8DC2-128EB175A778}" destId="{7C9AAEF3-010B-45FA-BE76-019A2C3AF082}" srcOrd="0" destOrd="0" presId="urn:microsoft.com/office/officeart/2005/8/layout/balance1"/>
    <dgm:cxn modelId="{6C3A54F4-FED8-4D01-BB6A-DAEA1E2DE97F}" type="presParOf" srcId="{55139D70-FE7D-4B18-8DC2-128EB175A778}" destId="{47D1B55B-8273-41E8-8EAC-57EC7CDAF3ED}" srcOrd="1" destOrd="0" presId="urn:microsoft.com/office/officeart/2005/8/layout/balance1"/>
    <dgm:cxn modelId="{7DDFBECC-6C46-4291-A30F-BFA8C20454B9}" type="presParOf" srcId="{47D1B55B-8273-41E8-8EAC-57EC7CDAF3ED}" destId="{BE33C736-D47C-4A83-A603-3A83AE3213E6}" srcOrd="0" destOrd="0" presId="urn:microsoft.com/office/officeart/2005/8/layout/balance1"/>
    <dgm:cxn modelId="{701FB041-C28F-406F-B2AA-7EE81A13CC4F}" type="presParOf" srcId="{47D1B55B-8273-41E8-8EAC-57EC7CDAF3ED}" destId="{E399046D-5E4B-40BA-8B7A-4D6A524F39D1}" srcOrd="1" destOrd="0" presId="urn:microsoft.com/office/officeart/2005/8/layout/balance1"/>
    <dgm:cxn modelId="{3B08067D-5B0B-43DB-9E7D-ADE85DBD9752}" type="presParOf" srcId="{55139D70-FE7D-4B18-8DC2-128EB175A778}" destId="{6D532A7D-0C73-4243-9A44-D904F002D80D}" srcOrd="2" destOrd="0" presId="urn:microsoft.com/office/officeart/2005/8/layout/balance1"/>
    <dgm:cxn modelId="{C8A30D44-FE36-45A3-B583-258377C0A59F}" type="presParOf" srcId="{6D532A7D-0C73-4243-9A44-D904F002D80D}" destId="{28ED47D9-E081-4DA8-872B-636022E85D53}" srcOrd="0" destOrd="0" presId="urn:microsoft.com/office/officeart/2005/8/layout/balance1"/>
    <dgm:cxn modelId="{C8E7616E-D9C3-41F4-9CA3-57F424849988}" type="presParOf" srcId="{6D532A7D-0C73-4243-9A44-D904F002D80D}" destId="{D411A478-2AE5-45D2-9BCD-18C737BC4EF1}" srcOrd="1" destOrd="0" presId="urn:microsoft.com/office/officeart/2005/8/layout/balance1"/>
    <dgm:cxn modelId="{CEA915F0-28AE-4A72-BC77-88C8FCB2CE76}" type="presParOf" srcId="{6D532A7D-0C73-4243-9A44-D904F002D80D}" destId="{DC64C2C5-96C4-4B44-840F-A275C062FCD0}" srcOrd="2" destOrd="0" presId="urn:microsoft.com/office/officeart/2005/8/layout/balance1"/>
    <dgm:cxn modelId="{B3563764-994C-4B15-AE2B-7C5A9F13F950}" type="presParOf" srcId="{6D532A7D-0C73-4243-9A44-D904F002D80D}" destId="{1A06CEAA-2B0D-4EAA-9792-F9E03ABBBACA}" srcOrd="3" destOrd="0" presId="urn:microsoft.com/office/officeart/2005/8/layout/balance1"/>
    <dgm:cxn modelId="{F0D35428-4CCD-414F-B924-7FBBB405041F}" type="presParOf" srcId="{6D532A7D-0C73-4243-9A44-D904F002D80D}" destId="{4F995D41-BDB3-4F93-9305-C75F972B0688}" srcOrd="4" destOrd="0" presId="urn:microsoft.com/office/officeart/2005/8/layout/balance1"/>
    <dgm:cxn modelId="{37BDF3B4-9FC2-43AD-B034-3A8C7145FC92}" type="presParOf" srcId="{6D532A7D-0C73-4243-9A44-D904F002D80D}" destId="{111A54ED-E408-4675-9FFB-7466485D4B21}" srcOrd="5" destOrd="0" presId="urn:microsoft.com/office/officeart/2005/8/layout/balance1"/>
    <dgm:cxn modelId="{A01A63E4-74A6-43C6-BD68-8CDFC660B10D}" type="presParOf" srcId="{6D532A7D-0C73-4243-9A44-D904F002D80D}" destId="{0420EA64-6E2E-4FD8-9B5B-C95803C7CBB9}" srcOrd="6" destOrd="0" presId="urn:microsoft.com/office/officeart/2005/8/layout/balance1"/>
    <dgm:cxn modelId="{BAB16644-5D9A-4C71-9E9C-3F02BE21DF99}" type="presParOf" srcId="{6D532A7D-0C73-4243-9A44-D904F002D80D}" destId="{217365AB-809B-45F4-9325-87A6AF0593D0}" srcOrd="7" destOrd="0" presId="urn:microsoft.com/office/officeart/2005/8/layout/balance1"/>
    <dgm:cxn modelId="{924B43D4-999D-4768-A47D-2E49C138BA41}" type="presParOf" srcId="{6D532A7D-0C73-4243-9A44-D904F002D80D}" destId="{892F6E2C-B877-442F-83E7-CBD640F5FA42}" srcOrd="8" destOrd="0" presId="urn:microsoft.com/office/officeart/2005/8/layout/balance1"/>
    <dgm:cxn modelId="{610D8E71-0E27-4DDF-AF4A-5181851F3BB6}" type="presParOf" srcId="{6D532A7D-0C73-4243-9A44-D904F002D80D}" destId="{FB762DF5-CF73-481E-BA14-85CEB2DB4594}"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1B0973F-EA1D-4513-BCED-6F147E0336D8}" type="doc">
      <dgm:prSet loTypeId="urn:microsoft.com/office/officeart/2009/3/layout/OpposingIdeas" loCatId="relationship" qsTypeId="urn:microsoft.com/office/officeart/2005/8/quickstyle/simple1" qsCatId="simple" csTypeId="urn:microsoft.com/office/officeart/2005/8/colors/accent1_2" csCatId="accent1" phldr="1"/>
      <dgm:spPr/>
      <dgm:t>
        <a:bodyPr/>
        <a:lstStyle/>
        <a:p>
          <a:endParaRPr lang="en-GB"/>
        </a:p>
      </dgm:t>
    </dgm:pt>
    <dgm:pt modelId="{878442ED-C231-4971-A5BC-0B6978C0D644}">
      <dgm:prSet phldrT="[Text]"/>
      <dgm:spPr/>
      <dgm:t>
        <a:bodyPr/>
        <a:lstStyle/>
        <a:p>
          <a:r>
            <a:rPr lang="en-GB" dirty="0">
              <a:highlight>
                <a:srgbClr val="FFFF00"/>
              </a:highlight>
            </a:rPr>
            <a:t>Inward orientation </a:t>
          </a:r>
        </a:p>
      </dgm:t>
    </dgm:pt>
    <dgm:pt modelId="{EA2FE286-6F81-419B-B707-2929D5C06BEE}" type="parTrans" cxnId="{D312C82E-F5F6-4524-A064-655E788E940C}">
      <dgm:prSet/>
      <dgm:spPr/>
      <dgm:t>
        <a:bodyPr/>
        <a:lstStyle/>
        <a:p>
          <a:endParaRPr lang="en-GB"/>
        </a:p>
      </dgm:t>
    </dgm:pt>
    <dgm:pt modelId="{F741F99A-EDD8-48B2-81A2-0A13E89D0C3B}" type="sibTrans" cxnId="{D312C82E-F5F6-4524-A064-655E788E940C}">
      <dgm:prSet/>
      <dgm:spPr/>
      <dgm:t>
        <a:bodyPr/>
        <a:lstStyle/>
        <a:p>
          <a:endParaRPr lang="en-GB"/>
        </a:p>
      </dgm:t>
    </dgm:pt>
    <dgm:pt modelId="{397066AE-88E3-4C6F-B117-F4FEC4CA0542}">
      <dgm:prSet phldrT="[Text]"/>
      <dgm:spPr/>
      <dgm:t>
        <a:bodyPr/>
        <a:lstStyle/>
        <a:p>
          <a:r>
            <a:rPr lang="en-GB" dirty="0"/>
            <a:t>Focus on </a:t>
          </a:r>
          <a:r>
            <a:rPr lang="en-GB" dirty="0">
              <a:highlight>
                <a:srgbClr val="FFFF00"/>
              </a:highlight>
            </a:rPr>
            <a:t>domestic  market </a:t>
          </a:r>
        </a:p>
      </dgm:t>
    </dgm:pt>
    <dgm:pt modelId="{2C5506F2-14FC-4D91-B2D8-0823B7FB0606}" type="parTrans" cxnId="{80CA4759-3ED3-4379-9C94-BF494C65E2F9}">
      <dgm:prSet/>
      <dgm:spPr/>
      <dgm:t>
        <a:bodyPr/>
        <a:lstStyle/>
        <a:p>
          <a:endParaRPr lang="en-GB"/>
        </a:p>
      </dgm:t>
    </dgm:pt>
    <dgm:pt modelId="{5439AC55-9DAC-4F73-9EE6-95571F78D2E0}" type="sibTrans" cxnId="{80CA4759-3ED3-4379-9C94-BF494C65E2F9}">
      <dgm:prSet/>
      <dgm:spPr/>
      <dgm:t>
        <a:bodyPr/>
        <a:lstStyle/>
        <a:p>
          <a:endParaRPr lang="en-GB"/>
        </a:p>
      </dgm:t>
    </dgm:pt>
    <dgm:pt modelId="{DBCE7631-E13A-4A41-9A7B-91F347FC55D9}">
      <dgm:prSet phldrT="[Text]"/>
      <dgm:spPr/>
      <dgm:t>
        <a:bodyPr/>
        <a:lstStyle/>
        <a:p>
          <a:r>
            <a:rPr lang="en-GB" dirty="0"/>
            <a:t>Outward Orientation </a:t>
          </a:r>
        </a:p>
      </dgm:t>
    </dgm:pt>
    <dgm:pt modelId="{BCEF51DF-B154-411A-BE87-B38B1EA1AE9D}" type="parTrans" cxnId="{7B264C1D-C76C-4390-AD03-0640A31A8D2D}">
      <dgm:prSet/>
      <dgm:spPr/>
      <dgm:t>
        <a:bodyPr/>
        <a:lstStyle/>
        <a:p>
          <a:endParaRPr lang="en-GB"/>
        </a:p>
      </dgm:t>
    </dgm:pt>
    <dgm:pt modelId="{364BA8B5-7165-49A1-9DC5-01D084D5C38D}" type="sibTrans" cxnId="{7B264C1D-C76C-4390-AD03-0640A31A8D2D}">
      <dgm:prSet/>
      <dgm:spPr/>
      <dgm:t>
        <a:bodyPr/>
        <a:lstStyle/>
        <a:p>
          <a:endParaRPr lang="en-GB"/>
        </a:p>
      </dgm:t>
    </dgm:pt>
    <dgm:pt modelId="{D5B8E161-0A15-4203-9410-6BDA585445F2}">
      <dgm:prSet phldrT="[Text]"/>
      <dgm:spPr/>
      <dgm:t>
        <a:bodyPr/>
        <a:lstStyle/>
        <a:p>
          <a:r>
            <a:rPr lang="en-GB" dirty="0"/>
            <a:t>Focus on international market </a:t>
          </a:r>
        </a:p>
      </dgm:t>
    </dgm:pt>
    <dgm:pt modelId="{A5F1111F-AA75-481C-B590-89FC11152FE3}" type="parTrans" cxnId="{A01FB89F-29ED-4F0D-A616-533439ADF34C}">
      <dgm:prSet/>
      <dgm:spPr/>
      <dgm:t>
        <a:bodyPr/>
        <a:lstStyle/>
        <a:p>
          <a:endParaRPr lang="en-GB"/>
        </a:p>
      </dgm:t>
    </dgm:pt>
    <dgm:pt modelId="{DCB0E388-BE84-418B-85FA-DBA78E33C9C6}" type="sibTrans" cxnId="{A01FB89F-29ED-4F0D-A616-533439ADF34C}">
      <dgm:prSet/>
      <dgm:spPr/>
      <dgm:t>
        <a:bodyPr/>
        <a:lstStyle/>
        <a:p>
          <a:endParaRPr lang="en-GB"/>
        </a:p>
      </dgm:t>
    </dgm:pt>
    <dgm:pt modelId="{152B0224-E8CF-4EA6-80D8-B8A1E8A2A00D}" type="pres">
      <dgm:prSet presAssocID="{B1B0973F-EA1D-4513-BCED-6F147E0336D8}" presName="Name0" presStyleCnt="0">
        <dgm:presLayoutVars>
          <dgm:chMax val="2"/>
          <dgm:dir/>
          <dgm:animOne val="branch"/>
          <dgm:animLvl val="lvl"/>
          <dgm:resizeHandles val="exact"/>
        </dgm:presLayoutVars>
      </dgm:prSet>
      <dgm:spPr/>
    </dgm:pt>
    <dgm:pt modelId="{44983996-61AC-451A-A76B-D1E3A1A97BAC}" type="pres">
      <dgm:prSet presAssocID="{B1B0973F-EA1D-4513-BCED-6F147E0336D8}" presName="Background" presStyleLbl="node1" presStyleIdx="0" presStyleCnt="1"/>
      <dgm:spPr/>
    </dgm:pt>
    <dgm:pt modelId="{1ED0145A-CF22-41D0-BA00-A066DF4C7334}" type="pres">
      <dgm:prSet presAssocID="{B1B0973F-EA1D-4513-BCED-6F147E0336D8}" presName="Divider" presStyleLbl="callout" presStyleIdx="0" presStyleCnt="1"/>
      <dgm:spPr/>
    </dgm:pt>
    <dgm:pt modelId="{62ABF631-E1DF-4AC7-A2F2-18DF1813EFC6}" type="pres">
      <dgm:prSet presAssocID="{B1B0973F-EA1D-4513-BCED-6F147E0336D8}" presName="ChildText1" presStyleLbl="revTx" presStyleIdx="0" presStyleCnt="0">
        <dgm:presLayoutVars>
          <dgm:chMax val="0"/>
          <dgm:chPref val="0"/>
          <dgm:bulletEnabled val="1"/>
        </dgm:presLayoutVars>
      </dgm:prSet>
      <dgm:spPr/>
    </dgm:pt>
    <dgm:pt modelId="{1196C948-84E5-41B9-820C-FCA918F2BC37}" type="pres">
      <dgm:prSet presAssocID="{B1B0973F-EA1D-4513-BCED-6F147E0336D8}" presName="ChildText2" presStyleLbl="revTx" presStyleIdx="0" presStyleCnt="0">
        <dgm:presLayoutVars>
          <dgm:chMax val="0"/>
          <dgm:chPref val="0"/>
          <dgm:bulletEnabled val="1"/>
        </dgm:presLayoutVars>
      </dgm:prSet>
      <dgm:spPr/>
    </dgm:pt>
    <dgm:pt modelId="{23AD498F-598D-4391-8D6A-518E9A329076}" type="pres">
      <dgm:prSet presAssocID="{B1B0973F-EA1D-4513-BCED-6F147E0336D8}" presName="ParentText1" presStyleLbl="revTx" presStyleIdx="0" presStyleCnt="0">
        <dgm:presLayoutVars>
          <dgm:chMax val="1"/>
          <dgm:chPref val="1"/>
        </dgm:presLayoutVars>
      </dgm:prSet>
      <dgm:spPr/>
    </dgm:pt>
    <dgm:pt modelId="{7213070C-E6EC-4D8A-8F62-29ADD778D518}" type="pres">
      <dgm:prSet presAssocID="{B1B0973F-EA1D-4513-BCED-6F147E0336D8}" presName="ParentShape1" presStyleLbl="alignImgPlace1" presStyleIdx="0" presStyleCnt="2">
        <dgm:presLayoutVars/>
      </dgm:prSet>
      <dgm:spPr/>
    </dgm:pt>
    <dgm:pt modelId="{5A61626A-126B-4951-AC8E-143D411B71CB}" type="pres">
      <dgm:prSet presAssocID="{B1B0973F-EA1D-4513-BCED-6F147E0336D8}" presName="ParentText2" presStyleLbl="revTx" presStyleIdx="0" presStyleCnt="0">
        <dgm:presLayoutVars>
          <dgm:chMax val="1"/>
          <dgm:chPref val="1"/>
        </dgm:presLayoutVars>
      </dgm:prSet>
      <dgm:spPr/>
    </dgm:pt>
    <dgm:pt modelId="{1EB25D99-4631-4751-8DF2-CFFADB249E21}" type="pres">
      <dgm:prSet presAssocID="{B1B0973F-EA1D-4513-BCED-6F147E0336D8}" presName="ParentShape2" presStyleLbl="alignImgPlace1" presStyleIdx="1" presStyleCnt="2">
        <dgm:presLayoutVars/>
      </dgm:prSet>
      <dgm:spPr/>
    </dgm:pt>
  </dgm:ptLst>
  <dgm:cxnLst>
    <dgm:cxn modelId="{7B264C1D-C76C-4390-AD03-0640A31A8D2D}" srcId="{B1B0973F-EA1D-4513-BCED-6F147E0336D8}" destId="{DBCE7631-E13A-4A41-9A7B-91F347FC55D9}" srcOrd="1" destOrd="0" parTransId="{BCEF51DF-B154-411A-BE87-B38B1EA1AE9D}" sibTransId="{364BA8B5-7165-49A1-9DC5-01D084D5C38D}"/>
    <dgm:cxn modelId="{D312C82E-F5F6-4524-A064-655E788E940C}" srcId="{B1B0973F-EA1D-4513-BCED-6F147E0336D8}" destId="{878442ED-C231-4971-A5BC-0B6978C0D644}" srcOrd="0" destOrd="0" parTransId="{EA2FE286-6F81-419B-B707-2929D5C06BEE}" sibTransId="{F741F99A-EDD8-48B2-81A2-0A13E89D0C3B}"/>
    <dgm:cxn modelId="{C3EF9A40-F687-4A31-A925-186C9A459F4D}" type="presOf" srcId="{DBCE7631-E13A-4A41-9A7B-91F347FC55D9}" destId="{1EB25D99-4631-4751-8DF2-CFFADB249E21}" srcOrd="1" destOrd="0" presId="urn:microsoft.com/office/officeart/2009/3/layout/OpposingIdeas"/>
    <dgm:cxn modelId="{99EAEC45-64E3-4505-A3AD-B5E92DA11C92}" type="presOf" srcId="{878442ED-C231-4971-A5BC-0B6978C0D644}" destId="{7213070C-E6EC-4D8A-8F62-29ADD778D518}" srcOrd="1" destOrd="0" presId="urn:microsoft.com/office/officeart/2009/3/layout/OpposingIdeas"/>
    <dgm:cxn modelId="{2C30586B-5A9A-49FE-AB61-6D4D21EC3D01}" type="presOf" srcId="{DBCE7631-E13A-4A41-9A7B-91F347FC55D9}" destId="{5A61626A-126B-4951-AC8E-143D411B71CB}" srcOrd="0" destOrd="0" presId="urn:microsoft.com/office/officeart/2009/3/layout/OpposingIdeas"/>
    <dgm:cxn modelId="{41E8E74D-C291-408B-BB3A-F6F8900D9C34}" type="presOf" srcId="{D5B8E161-0A15-4203-9410-6BDA585445F2}" destId="{1196C948-84E5-41B9-820C-FCA918F2BC37}" srcOrd="0" destOrd="0" presId="urn:microsoft.com/office/officeart/2009/3/layout/OpposingIdeas"/>
    <dgm:cxn modelId="{80CA4759-3ED3-4379-9C94-BF494C65E2F9}" srcId="{878442ED-C231-4971-A5BC-0B6978C0D644}" destId="{397066AE-88E3-4C6F-B117-F4FEC4CA0542}" srcOrd="0" destOrd="0" parTransId="{2C5506F2-14FC-4D91-B2D8-0823B7FB0606}" sibTransId="{5439AC55-9DAC-4F73-9EE6-95571F78D2E0}"/>
    <dgm:cxn modelId="{A01FB89F-29ED-4F0D-A616-533439ADF34C}" srcId="{DBCE7631-E13A-4A41-9A7B-91F347FC55D9}" destId="{D5B8E161-0A15-4203-9410-6BDA585445F2}" srcOrd="0" destOrd="0" parTransId="{A5F1111F-AA75-481C-B590-89FC11152FE3}" sibTransId="{DCB0E388-BE84-418B-85FA-DBA78E33C9C6}"/>
    <dgm:cxn modelId="{EA9BA6A8-422E-4E2F-A256-50E221B47756}" type="presOf" srcId="{878442ED-C231-4971-A5BC-0B6978C0D644}" destId="{23AD498F-598D-4391-8D6A-518E9A329076}" srcOrd="0" destOrd="0" presId="urn:microsoft.com/office/officeart/2009/3/layout/OpposingIdeas"/>
    <dgm:cxn modelId="{6029B8E1-9FBF-4D4E-9F34-1575A4F2F1A0}" type="presOf" srcId="{B1B0973F-EA1D-4513-BCED-6F147E0336D8}" destId="{152B0224-E8CF-4EA6-80D8-B8A1E8A2A00D}" srcOrd="0" destOrd="0" presId="urn:microsoft.com/office/officeart/2009/3/layout/OpposingIdeas"/>
    <dgm:cxn modelId="{900F33F1-70C1-4A8C-8D3F-372B93309711}" type="presOf" srcId="{397066AE-88E3-4C6F-B117-F4FEC4CA0542}" destId="{62ABF631-E1DF-4AC7-A2F2-18DF1813EFC6}" srcOrd="0" destOrd="0" presId="urn:microsoft.com/office/officeart/2009/3/layout/OpposingIdeas"/>
    <dgm:cxn modelId="{493C1B6F-5235-4F8A-896B-A994DFAFB70E}" type="presParOf" srcId="{152B0224-E8CF-4EA6-80D8-B8A1E8A2A00D}" destId="{44983996-61AC-451A-A76B-D1E3A1A97BAC}" srcOrd="0" destOrd="0" presId="urn:microsoft.com/office/officeart/2009/3/layout/OpposingIdeas"/>
    <dgm:cxn modelId="{1803763F-08E2-4AFA-97A6-937EE2016C64}" type="presParOf" srcId="{152B0224-E8CF-4EA6-80D8-B8A1E8A2A00D}" destId="{1ED0145A-CF22-41D0-BA00-A066DF4C7334}" srcOrd="1" destOrd="0" presId="urn:microsoft.com/office/officeart/2009/3/layout/OpposingIdeas"/>
    <dgm:cxn modelId="{2590EF1D-7688-4CF8-8639-017904CC8B4E}" type="presParOf" srcId="{152B0224-E8CF-4EA6-80D8-B8A1E8A2A00D}" destId="{62ABF631-E1DF-4AC7-A2F2-18DF1813EFC6}" srcOrd="2" destOrd="0" presId="urn:microsoft.com/office/officeart/2009/3/layout/OpposingIdeas"/>
    <dgm:cxn modelId="{2960F11C-35F0-4BF2-AB61-A190A89A339E}" type="presParOf" srcId="{152B0224-E8CF-4EA6-80D8-B8A1E8A2A00D}" destId="{1196C948-84E5-41B9-820C-FCA918F2BC37}" srcOrd="3" destOrd="0" presId="urn:microsoft.com/office/officeart/2009/3/layout/OpposingIdeas"/>
    <dgm:cxn modelId="{D3EF5126-C47C-41B8-BE36-E2023EC93A59}" type="presParOf" srcId="{152B0224-E8CF-4EA6-80D8-B8A1E8A2A00D}" destId="{23AD498F-598D-4391-8D6A-518E9A329076}" srcOrd="4" destOrd="0" presId="urn:microsoft.com/office/officeart/2009/3/layout/OpposingIdeas"/>
    <dgm:cxn modelId="{0D15458F-8795-43B5-9960-F607A8F32077}" type="presParOf" srcId="{152B0224-E8CF-4EA6-80D8-B8A1E8A2A00D}" destId="{7213070C-E6EC-4D8A-8F62-29ADD778D518}" srcOrd="5" destOrd="0" presId="urn:microsoft.com/office/officeart/2009/3/layout/OpposingIdeas"/>
    <dgm:cxn modelId="{50649FD5-8507-451F-B2E2-B69014E6F478}" type="presParOf" srcId="{152B0224-E8CF-4EA6-80D8-B8A1E8A2A00D}" destId="{5A61626A-126B-4951-AC8E-143D411B71CB}" srcOrd="6" destOrd="0" presId="urn:microsoft.com/office/officeart/2009/3/layout/OpposingIdeas"/>
    <dgm:cxn modelId="{4126CEF8-DF35-4101-9867-7062DAFC7C9C}" type="presParOf" srcId="{152B0224-E8CF-4EA6-80D8-B8A1E8A2A00D}" destId="{1EB25D99-4631-4751-8DF2-CFFADB249E21}" srcOrd="7" destOrd="0" presId="urn:microsoft.com/office/officeart/2009/3/layout/OpposingIdea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379D7C6-36CF-4BA4-A5F6-B17CE59F432D}" type="doc">
      <dgm:prSet loTypeId="urn:microsoft.com/office/officeart/2011/layout/CircleProcess" loCatId="process" qsTypeId="urn:microsoft.com/office/officeart/2005/8/quickstyle/simple1" qsCatId="simple" csTypeId="urn:microsoft.com/office/officeart/2005/8/colors/colorful1" csCatId="colorful" phldr="1"/>
      <dgm:spPr/>
      <dgm:t>
        <a:bodyPr/>
        <a:lstStyle/>
        <a:p>
          <a:endParaRPr lang="en-GB"/>
        </a:p>
      </dgm:t>
    </dgm:pt>
    <dgm:pt modelId="{5E4ACA5F-FBAF-4E19-875F-0DC5B787AD0A}">
      <dgm:prSet phldrT="[Text]"/>
      <dgm:spPr/>
      <dgm:t>
        <a:bodyPr/>
        <a:lstStyle/>
        <a:p>
          <a:r>
            <a:rPr lang="en-GB" dirty="0"/>
            <a:t>Primary sector </a:t>
          </a:r>
        </a:p>
      </dgm:t>
    </dgm:pt>
    <dgm:pt modelId="{ECC5EE3E-C176-47D5-924C-1092B4AEC6FD}" type="parTrans" cxnId="{8F59E318-ADA8-4034-82AD-308F0070E28F}">
      <dgm:prSet/>
      <dgm:spPr/>
      <dgm:t>
        <a:bodyPr/>
        <a:lstStyle/>
        <a:p>
          <a:endParaRPr lang="en-GB"/>
        </a:p>
      </dgm:t>
    </dgm:pt>
    <dgm:pt modelId="{5876FA69-B3DB-4B4D-BA38-975190047A10}" type="sibTrans" cxnId="{8F59E318-ADA8-4034-82AD-308F0070E28F}">
      <dgm:prSet/>
      <dgm:spPr/>
      <dgm:t>
        <a:bodyPr/>
        <a:lstStyle/>
        <a:p>
          <a:endParaRPr lang="en-GB"/>
        </a:p>
      </dgm:t>
    </dgm:pt>
    <dgm:pt modelId="{A0A7CB9C-3CFA-443B-BEC2-3A0923D10127}">
      <dgm:prSet phldrT="[Text]"/>
      <dgm:spPr/>
      <dgm:t>
        <a:bodyPr/>
        <a:lstStyle/>
        <a:p>
          <a:r>
            <a:rPr lang="en-GB" dirty="0"/>
            <a:t>Manufacturing sector </a:t>
          </a:r>
        </a:p>
      </dgm:t>
    </dgm:pt>
    <dgm:pt modelId="{7E70E32E-0F3E-4797-A3B5-895462850666}" type="parTrans" cxnId="{BD47484A-3142-42F7-A321-2D37726E8B22}">
      <dgm:prSet/>
      <dgm:spPr/>
      <dgm:t>
        <a:bodyPr/>
        <a:lstStyle/>
        <a:p>
          <a:endParaRPr lang="en-GB"/>
        </a:p>
      </dgm:t>
    </dgm:pt>
    <dgm:pt modelId="{AA0A5A2F-37F1-47D3-9102-ECFD6B192C61}" type="sibTrans" cxnId="{BD47484A-3142-42F7-A321-2D37726E8B22}">
      <dgm:prSet/>
      <dgm:spPr/>
      <dgm:t>
        <a:bodyPr/>
        <a:lstStyle/>
        <a:p>
          <a:endParaRPr lang="en-GB"/>
        </a:p>
      </dgm:t>
    </dgm:pt>
    <dgm:pt modelId="{AEEF648A-5263-4052-8CA4-0CE44D40F1C4}" type="pres">
      <dgm:prSet presAssocID="{6379D7C6-36CF-4BA4-A5F6-B17CE59F432D}" presName="Name0" presStyleCnt="0">
        <dgm:presLayoutVars>
          <dgm:chMax val="11"/>
          <dgm:chPref val="11"/>
          <dgm:dir/>
          <dgm:resizeHandles/>
        </dgm:presLayoutVars>
      </dgm:prSet>
      <dgm:spPr/>
    </dgm:pt>
    <dgm:pt modelId="{58160139-B558-450A-8564-F0C6F626B02A}" type="pres">
      <dgm:prSet presAssocID="{A0A7CB9C-3CFA-443B-BEC2-3A0923D10127}" presName="Accent2" presStyleCnt="0"/>
      <dgm:spPr/>
    </dgm:pt>
    <dgm:pt modelId="{2152629C-6E55-4688-BD2D-BC032735617D}" type="pres">
      <dgm:prSet presAssocID="{A0A7CB9C-3CFA-443B-BEC2-3A0923D10127}" presName="Accent" presStyleLbl="node1" presStyleIdx="0" presStyleCnt="2"/>
      <dgm:spPr/>
    </dgm:pt>
    <dgm:pt modelId="{BFA3F2BD-2258-4D57-9D1A-B1E69BB2399D}" type="pres">
      <dgm:prSet presAssocID="{A0A7CB9C-3CFA-443B-BEC2-3A0923D10127}" presName="ParentBackground2" presStyleCnt="0"/>
      <dgm:spPr/>
    </dgm:pt>
    <dgm:pt modelId="{F83FEB4B-6DD6-4B52-90D2-B88B13375D26}" type="pres">
      <dgm:prSet presAssocID="{A0A7CB9C-3CFA-443B-BEC2-3A0923D10127}" presName="ParentBackground" presStyleLbl="fgAcc1" presStyleIdx="0" presStyleCnt="2"/>
      <dgm:spPr/>
    </dgm:pt>
    <dgm:pt modelId="{5A7F1A2B-C3A7-46A1-8378-E9A10747267E}" type="pres">
      <dgm:prSet presAssocID="{A0A7CB9C-3CFA-443B-BEC2-3A0923D10127}" presName="Parent2" presStyleLbl="revTx" presStyleIdx="0" presStyleCnt="0">
        <dgm:presLayoutVars>
          <dgm:chMax val="1"/>
          <dgm:chPref val="1"/>
          <dgm:bulletEnabled val="1"/>
        </dgm:presLayoutVars>
      </dgm:prSet>
      <dgm:spPr/>
    </dgm:pt>
    <dgm:pt modelId="{050C40FC-AAA1-40F5-9509-9B83952D0D01}" type="pres">
      <dgm:prSet presAssocID="{5E4ACA5F-FBAF-4E19-875F-0DC5B787AD0A}" presName="Accent1" presStyleCnt="0"/>
      <dgm:spPr/>
    </dgm:pt>
    <dgm:pt modelId="{9111C37C-BAE6-4A83-8103-055C149C579D}" type="pres">
      <dgm:prSet presAssocID="{5E4ACA5F-FBAF-4E19-875F-0DC5B787AD0A}" presName="Accent" presStyleLbl="node1" presStyleIdx="1" presStyleCnt="2"/>
      <dgm:spPr/>
    </dgm:pt>
    <dgm:pt modelId="{3E3C634E-54AD-4E0B-A354-D89F115B4D55}" type="pres">
      <dgm:prSet presAssocID="{5E4ACA5F-FBAF-4E19-875F-0DC5B787AD0A}" presName="ParentBackground1" presStyleCnt="0"/>
      <dgm:spPr/>
    </dgm:pt>
    <dgm:pt modelId="{3612FD78-32ED-4F6B-A7CF-ED48201ECD4D}" type="pres">
      <dgm:prSet presAssocID="{5E4ACA5F-FBAF-4E19-875F-0DC5B787AD0A}" presName="ParentBackground" presStyleLbl="fgAcc1" presStyleIdx="1" presStyleCnt="2"/>
      <dgm:spPr/>
    </dgm:pt>
    <dgm:pt modelId="{DE2A3191-F059-4610-90EB-F11503F837C4}" type="pres">
      <dgm:prSet presAssocID="{5E4ACA5F-FBAF-4E19-875F-0DC5B787AD0A}" presName="Parent1" presStyleLbl="revTx" presStyleIdx="0" presStyleCnt="0">
        <dgm:presLayoutVars>
          <dgm:chMax val="1"/>
          <dgm:chPref val="1"/>
          <dgm:bulletEnabled val="1"/>
        </dgm:presLayoutVars>
      </dgm:prSet>
      <dgm:spPr/>
    </dgm:pt>
  </dgm:ptLst>
  <dgm:cxnLst>
    <dgm:cxn modelId="{8F59E318-ADA8-4034-82AD-308F0070E28F}" srcId="{6379D7C6-36CF-4BA4-A5F6-B17CE59F432D}" destId="{5E4ACA5F-FBAF-4E19-875F-0DC5B787AD0A}" srcOrd="0" destOrd="0" parTransId="{ECC5EE3E-C176-47D5-924C-1092B4AEC6FD}" sibTransId="{5876FA69-B3DB-4B4D-BA38-975190047A10}"/>
    <dgm:cxn modelId="{BD47484A-3142-42F7-A321-2D37726E8B22}" srcId="{6379D7C6-36CF-4BA4-A5F6-B17CE59F432D}" destId="{A0A7CB9C-3CFA-443B-BEC2-3A0923D10127}" srcOrd="1" destOrd="0" parTransId="{7E70E32E-0F3E-4797-A3B5-895462850666}" sibTransId="{AA0A5A2F-37F1-47D3-9102-ECFD6B192C61}"/>
    <dgm:cxn modelId="{C67CC874-5D3E-41BF-AA92-EBCA27AB1BCC}" type="presOf" srcId="{5E4ACA5F-FBAF-4E19-875F-0DC5B787AD0A}" destId="{3612FD78-32ED-4F6B-A7CF-ED48201ECD4D}" srcOrd="0" destOrd="0" presId="urn:microsoft.com/office/officeart/2011/layout/CircleProcess"/>
    <dgm:cxn modelId="{08273792-FC52-4DDA-89EB-24580C584C27}" type="presOf" srcId="{5E4ACA5F-FBAF-4E19-875F-0DC5B787AD0A}" destId="{DE2A3191-F059-4610-90EB-F11503F837C4}" srcOrd="1" destOrd="0" presId="urn:microsoft.com/office/officeart/2011/layout/CircleProcess"/>
    <dgm:cxn modelId="{30460497-B502-42F5-B40B-86F5A73B9774}" type="presOf" srcId="{6379D7C6-36CF-4BA4-A5F6-B17CE59F432D}" destId="{AEEF648A-5263-4052-8CA4-0CE44D40F1C4}" srcOrd="0" destOrd="0" presId="urn:microsoft.com/office/officeart/2011/layout/CircleProcess"/>
    <dgm:cxn modelId="{7A3C1898-0496-4EA4-BBC2-2F580B3EF6BE}" type="presOf" srcId="{A0A7CB9C-3CFA-443B-BEC2-3A0923D10127}" destId="{F83FEB4B-6DD6-4B52-90D2-B88B13375D26}" srcOrd="0" destOrd="0" presId="urn:microsoft.com/office/officeart/2011/layout/CircleProcess"/>
    <dgm:cxn modelId="{915510EE-64EF-40F3-BC06-025D9B96B9EE}" type="presOf" srcId="{A0A7CB9C-3CFA-443B-BEC2-3A0923D10127}" destId="{5A7F1A2B-C3A7-46A1-8378-E9A10747267E}" srcOrd="1" destOrd="0" presId="urn:microsoft.com/office/officeart/2011/layout/CircleProcess"/>
    <dgm:cxn modelId="{44AB9001-5469-481A-89E0-9A9CFFFDE6C7}" type="presParOf" srcId="{AEEF648A-5263-4052-8CA4-0CE44D40F1C4}" destId="{58160139-B558-450A-8564-F0C6F626B02A}" srcOrd="0" destOrd="0" presId="urn:microsoft.com/office/officeart/2011/layout/CircleProcess"/>
    <dgm:cxn modelId="{4FEDB1C2-004D-4AE4-B9A2-E5FB8C467707}" type="presParOf" srcId="{58160139-B558-450A-8564-F0C6F626B02A}" destId="{2152629C-6E55-4688-BD2D-BC032735617D}" srcOrd="0" destOrd="0" presId="urn:microsoft.com/office/officeart/2011/layout/CircleProcess"/>
    <dgm:cxn modelId="{A8F5BC55-A472-4133-9816-FE08A584F74C}" type="presParOf" srcId="{AEEF648A-5263-4052-8CA4-0CE44D40F1C4}" destId="{BFA3F2BD-2258-4D57-9D1A-B1E69BB2399D}" srcOrd="1" destOrd="0" presId="urn:microsoft.com/office/officeart/2011/layout/CircleProcess"/>
    <dgm:cxn modelId="{9386BB73-E74A-4F43-9A72-066BFC8E295B}" type="presParOf" srcId="{BFA3F2BD-2258-4D57-9D1A-B1E69BB2399D}" destId="{F83FEB4B-6DD6-4B52-90D2-B88B13375D26}" srcOrd="0" destOrd="0" presId="urn:microsoft.com/office/officeart/2011/layout/CircleProcess"/>
    <dgm:cxn modelId="{F32A5BF3-5961-4DA3-8ED9-17D0326BD1DC}" type="presParOf" srcId="{AEEF648A-5263-4052-8CA4-0CE44D40F1C4}" destId="{5A7F1A2B-C3A7-46A1-8378-E9A10747267E}" srcOrd="2" destOrd="0" presId="urn:microsoft.com/office/officeart/2011/layout/CircleProcess"/>
    <dgm:cxn modelId="{9A0AB508-5B40-43E6-A141-F3F8CACABCC5}" type="presParOf" srcId="{AEEF648A-5263-4052-8CA4-0CE44D40F1C4}" destId="{050C40FC-AAA1-40F5-9509-9B83952D0D01}" srcOrd="3" destOrd="0" presId="urn:microsoft.com/office/officeart/2011/layout/CircleProcess"/>
    <dgm:cxn modelId="{8935772F-4ACD-40D4-BC7F-D3D3F9DD9A4E}" type="presParOf" srcId="{050C40FC-AAA1-40F5-9509-9B83952D0D01}" destId="{9111C37C-BAE6-4A83-8103-055C149C579D}" srcOrd="0" destOrd="0" presId="urn:microsoft.com/office/officeart/2011/layout/CircleProcess"/>
    <dgm:cxn modelId="{BBA1E829-13D9-4A0E-BA89-230AF85B0615}" type="presParOf" srcId="{AEEF648A-5263-4052-8CA4-0CE44D40F1C4}" destId="{3E3C634E-54AD-4E0B-A354-D89F115B4D55}" srcOrd="4" destOrd="0" presId="urn:microsoft.com/office/officeart/2011/layout/CircleProcess"/>
    <dgm:cxn modelId="{FBF2EE64-550F-4E52-9B6D-57B24161CB27}" type="presParOf" srcId="{3E3C634E-54AD-4E0B-A354-D89F115B4D55}" destId="{3612FD78-32ED-4F6B-A7CF-ED48201ECD4D}" srcOrd="0" destOrd="0" presId="urn:microsoft.com/office/officeart/2011/layout/CircleProcess"/>
    <dgm:cxn modelId="{9FAC5133-1DC4-4348-8E1C-C360941FE868}" type="presParOf" srcId="{AEEF648A-5263-4052-8CA4-0CE44D40F1C4}" destId="{DE2A3191-F059-4610-90EB-F11503F837C4}" srcOrd="5" destOrd="0" presId="urn:microsoft.com/office/officeart/2011/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F40FA3D-0239-407C-944C-939389A323C5}" type="doc">
      <dgm:prSet loTypeId="urn:microsoft.com/office/officeart/2005/8/layout/orgChart1" loCatId="hierarchy" qsTypeId="urn:microsoft.com/office/officeart/2005/8/quickstyle/simple1" qsCatId="simple" csTypeId="urn:microsoft.com/office/officeart/2005/8/colors/accent0_3" csCatId="mainScheme" phldr="1"/>
      <dgm:spPr/>
      <dgm:t>
        <a:bodyPr/>
        <a:lstStyle/>
        <a:p>
          <a:endParaRPr lang="en-GB"/>
        </a:p>
      </dgm:t>
    </dgm:pt>
    <dgm:pt modelId="{952CA709-6BA4-47AD-8B76-26683E831016}">
      <dgm:prSet phldrT="[Text]" custT="1"/>
      <dgm:spPr/>
      <dgm:t>
        <a:bodyPr/>
        <a:lstStyle/>
        <a:p>
          <a:r>
            <a:rPr lang="en-GB" sz="4400" dirty="0">
              <a:solidFill>
                <a:schemeClr val="tx1"/>
              </a:solidFill>
              <a:highlight>
                <a:srgbClr val="FFFF00"/>
              </a:highlight>
            </a:rPr>
            <a:t>Inward Orientation </a:t>
          </a:r>
        </a:p>
        <a:p>
          <a:r>
            <a:rPr lang="en-GB" sz="4400" dirty="0"/>
            <a:t>Growth strategies </a:t>
          </a:r>
        </a:p>
      </dgm:t>
    </dgm:pt>
    <dgm:pt modelId="{E3128321-F549-4FE3-A75A-574FDA792917}" type="parTrans" cxnId="{FDD5AE8C-35C7-4028-B072-D18E01D19284}">
      <dgm:prSet/>
      <dgm:spPr/>
      <dgm:t>
        <a:bodyPr/>
        <a:lstStyle/>
        <a:p>
          <a:endParaRPr lang="en-GB" sz="1200"/>
        </a:p>
      </dgm:t>
    </dgm:pt>
    <dgm:pt modelId="{BB750820-9894-431A-994B-E6B26E92BC1C}" type="sibTrans" cxnId="{FDD5AE8C-35C7-4028-B072-D18E01D19284}">
      <dgm:prSet/>
      <dgm:spPr/>
      <dgm:t>
        <a:bodyPr/>
        <a:lstStyle/>
        <a:p>
          <a:endParaRPr lang="en-GB" sz="1200"/>
        </a:p>
      </dgm:t>
    </dgm:pt>
    <dgm:pt modelId="{72107F85-DEAB-4688-A916-1A0F38B183E5}" type="pres">
      <dgm:prSet presAssocID="{7F40FA3D-0239-407C-944C-939389A323C5}" presName="hierChild1" presStyleCnt="0">
        <dgm:presLayoutVars>
          <dgm:orgChart val="1"/>
          <dgm:chPref val="1"/>
          <dgm:dir/>
          <dgm:animOne val="branch"/>
          <dgm:animLvl val="lvl"/>
          <dgm:resizeHandles/>
        </dgm:presLayoutVars>
      </dgm:prSet>
      <dgm:spPr/>
    </dgm:pt>
    <dgm:pt modelId="{E8E5A16F-F627-4C52-94E9-9077D58984E7}" type="pres">
      <dgm:prSet presAssocID="{952CA709-6BA4-47AD-8B76-26683E831016}" presName="hierRoot1" presStyleCnt="0">
        <dgm:presLayoutVars>
          <dgm:hierBranch val="init"/>
        </dgm:presLayoutVars>
      </dgm:prSet>
      <dgm:spPr/>
    </dgm:pt>
    <dgm:pt modelId="{75394C49-B554-4643-962C-8612CA786F91}" type="pres">
      <dgm:prSet presAssocID="{952CA709-6BA4-47AD-8B76-26683E831016}" presName="rootComposite1" presStyleCnt="0"/>
      <dgm:spPr/>
    </dgm:pt>
    <dgm:pt modelId="{3ABC03B0-2486-4A2C-A65B-0B463094E93E}" type="pres">
      <dgm:prSet presAssocID="{952CA709-6BA4-47AD-8B76-26683E831016}" presName="rootText1" presStyleLbl="node0" presStyleIdx="0" presStyleCnt="1" custScaleX="177383" custScaleY="124309">
        <dgm:presLayoutVars>
          <dgm:chPref val="3"/>
        </dgm:presLayoutVars>
      </dgm:prSet>
      <dgm:spPr/>
    </dgm:pt>
    <dgm:pt modelId="{215A6F09-FB92-437D-B57F-AF8448C1A0C0}" type="pres">
      <dgm:prSet presAssocID="{952CA709-6BA4-47AD-8B76-26683E831016}" presName="rootConnector1" presStyleLbl="node1" presStyleIdx="0" presStyleCnt="0"/>
      <dgm:spPr/>
    </dgm:pt>
    <dgm:pt modelId="{9E13BDC3-DCA6-4F57-BC98-0CA73FAB1DE6}" type="pres">
      <dgm:prSet presAssocID="{952CA709-6BA4-47AD-8B76-26683E831016}" presName="hierChild2" presStyleCnt="0"/>
      <dgm:spPr/>
    </dgm:pt>
    <dgm:pt modelId="{C196A0B9-C150-44E4-B958-E0B8D9228944}" type="pres">
      <dgm:prSet presAssocID="{952CA709-6BA4-47AD-8B76-26683E831016}" presName="hierChild3" presStyleCnt="0"/>
      <dgm:spPr/>
    </dgm:pt>
  </dgm:ptLst>
  <dgm:cxnLst>
    <dgm:cxn modelId="{E9C9FF32-6196-4435-9C6B-2C8C942E146C}" type="presOf" srcId="{7F40FA3D-0239-407C-944C-939389A323C5}" destId="{72107F85-DEAB-4688-A916-1A0F38B183E5}" srcOrd="0" destOrd="0" presId="urn:microsoft.com/office/officeart/2005/8/layout/orgChart1"/>
    <dgm:cxn modelId="{FDD5AE8C-35C7-4028-B072-D18E01D19284}" srcId="{7F40FA3D-0239-407C-944C-939389A323C5}" destId="{952CA709-6BA4-47AD-8B76-26683E831016}" srcOrd="0" destOrd="0" parTransId="{E3128321-F549-4FE3-A75A-574FDA792917}" sibTransId="{BB750820-9894-431A-994B-E6B26E92BC1C}"/>
    <dgm:cxn modelId="{F30054B8-3E45-4B3A-928E-39C0E8F11199}" type="presOf" srcId="{952CA709-6BA4-47AD-8B76-26683E831016}" destId="{215A6F09-FB92-437D-B57F-AF8448C1A0C0}" srcOrd="1" destOrd="0" presId="urn:microsoft.com/office/officeart/2005/8/layout/orgChart1"/>
    <dgm:cxn modelId="{4F47ECEA-C158-4BE7-989B-1A8AD337AE09}" type="presOf" srcId="{952CA709-6BA4-47AD-8B76-26683E831016}" destId="{3ABC03B0-2486-4A2C-A65B-0B463094E93E}" srcOrd="0" destOrd="0" presId="urn:microsoft.com/office/officeart/2005/8/layout/orgChart1"/>
    <dgm:cxn modelId="{A2163ABB-AD68-4841-9E2C-F5F6301BB578}" type="presParOf" srcId="{72107F85-DEAB-4688-A916-1A0F38B183E5}" destId="{E8E5A16F-F627-4C52-94E9-9077D58984E7}" srcOrd="0" destOrd="0" presId="urn:microsoft.com/office/officeart/2005/8/layout/orgChart1"/>
    <dgm:cxn modelId="{E232B97E-C3DB-45EA-831B-1B2D53C667A6}" type="presParOf" srcId="{E8E5A16F-F627-4C52-94E9-9077D58984E7}" destId="{75394C49-B554-4643-962C-8612CA786F91}" srcOrd="0" destOrd="0" presId="urn:microsoft.com/office/officeart/2005/8/layout/orgChart1"/>
    <dgm:cxn modelId="{E44F04DD-C6AD-4342-B0FB-4017DACD5224}" type="presParOf" srcId="{75394C49-B554-4643-962C-8612CA786F91}" destId="{3ABC03B0-2486-4A2C-A65B-0B463094E93E}" srcOrd="0" destOrd="0" presId="urn:microsoft.com/office/officeart/2005/8/layout/orgChart1"/>
    <dgm:cxn modelId="{57D77B68-7CAE-4723-A1D8-E83531D316AE}" type="presParOf" srcId="{75394C49-B554-4643-962C-8612CA786F91}" destId="{215A6F09-FB92-437D-B57F-AF8448C1A0C0}" srcOrd="1" destOrd="0" presId="urn:microsoft.com/office/officeart/2005/8/layout/orgChart1"/>
    <dgm:cxn modelId="{18D3669E-315A-47FC-94FE-D38D5BD62CF9}" type="presParOf" srcId="{E8E5A16F-F627-4C52-94E9-9077D58984E7}" destId="{9E13BDC3-DCA6-4F57-BC98-0CA73FAB1DE6}" srcOrd="1" destOrd="0" presId="urn:microsoft.com/office/officeart/2005/8/layout/orgChart1"/>
    <dgm:cxn modelId="{1011E89F-23B2-4B1A-83A2-00D9965C08EB}" type="presParOf" srcId="{E8E5A16F-F627-4C52-94E9-9077D58984E7}" destId="{C196A0B9-C150-44E4-B958-E0B8D9228944}"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379D7C6-36CF-4BA4-A5F6-B17CE59F432D}" type="doc">
      <dgm:prSet loTypeId="urn:microsoft.com/office/officeart/2011/layout/CircleProcess" loCatId="process" qsTypeId="urn:microsoft.com/office/officeart/2005/8/quickstyle/simple1" qsCatId="simple" csTypeId="urn:microsoft.com/office/officeart/2005/8/colors/colorful1" csCatId="colorful" phldr="1"/>
      <dgm:spPr/>
      <dgm:t>
        <a:bodyPr/>
        <a:lstStyle/>
        <a:p>
          <a:endParaRPr lang="en-GB"/>
        </a:p>
      </dgm:t>
    </dgm:pt>
    <dgm:pt modelId="{5E4ACA5F-FBAF-4E19-875F-0DC5B787AD0A}">
      <dgm:prSet phldrT="[Text]"/>
      <dgm:spPr/>
      <dgm:t>
        <a:bodyPr/>
        <a:lstStyle/>
        <a:p>
          <a:r>
            <a:rPr lang="en-GB" dirty="0"/>
            <a:t>Primary sector </a:t>
          </a:r>
        </a:p>
      </dgm:t>
    </dgm:pt>
    <dgm:pt modelId="{ECC5EE3E-C176-47D5-924C-1092B4AEC6FD}" type="parTrans" cxnId="{8F59E318-ADA8-4034-82AD-308F0070E28F}">
      <dgm:prSet/>
      <dgm:spPr/>
      <dgm:t>
        <a:bodyPr/>
        <a:lstStyle/>
        <a:p>
          <a:endParaRPr lang="en-GB"/>
        </a:p>
      </dgm:t>
    </dgm:pt>
    <dgm:pt modelId="{5876FA69-B3DB-4B4D-BA38-975190047A10}" type="sibTrans" cxnId="{8F59E318-ADA8-4034-82AD-308F0070E28F}">
      <dgm:prSet/>
      <dgm:spPr/>
      <dgm:t>
        <a:bodyPr/>
        <a:lstStyle/>
        <a:p>
          <a:endParaRPr lang="en-GB"/>
        </a:p>
      </dgm:t>
    </dgm:pt>
    <dgm:pt modelId="{A0A7CB9C-3CFA-443B-BEC2-3A0923D10127}">
      <dgm:prSet phldrT="[Text]"/>
      <dgm:spPr/>
      <dgm:t>
        <a:bodyPr/>
        <a:lstStyle/>
        <a:p>
          <a:r>
            <a:rPr lang="en-GB" dirty="0"/>
            <a:t>Manufacturing sector </a:t>
          </a:r>
        </a:p>
      </dgm:t>
    </dgm:pt>
    <dgm:pt modelId="{7E70E32E-0F3E-4797-A3B5-895462850666}" type="parTrans" cxnId="{BD47484A-3142-42F7-A321-2D37726E8B22}">
      <dgm:prSet/>
      <dgm:spPr/>
      <dgm:t>
        <a:bodyPr/>
        <a:lstStyle/>
        <a:p>
          <a:endParaRPr lang="en-GB"/>
        </a:p>
      </dgm:t>
    </dgm:pt>
    <dgm:pt modelId="{AA0A5A2F-37F1-47D3-9102-ECFD6B192C61}" type="sibTrans" cxnId="{BD47484A-3142-42F7-A321-2D37726E8B22}">
      <dgm:prSet/>
      <dgm:spPr/>
      <dgm:t>
        <a:bodyPr/>
        <a:lstStyle/>
        <a:p>
          <a:endParaRPr lang="en-GB"/>
        </a:p>
      </dgm:t>
    </dgm:pt>
    <dgm:pt modelId="{AEEF648A-5263-4052-8CA4-0CE44D40F1C4}" type="pres">
      <dgm:prSet presAssocID="{6379D7C6-36CF-4BA4-A5F6-B17CE59F432D}" presName="Name0" presStyleCnt="0">
        <dgm:presLayoutVars>
          <dgm:chMax val="11"/>
          <dgm:chPref val="11"/>
          <dgm:dir/>
          <dgm:resizeHandles/>
        </dgm:presLayoutVars>
      </dgm:prSet>
      <dgm:spPr/>
    </dgm:pt>
    <dgm:pt modelId="{58160139-B558-450A-8564-F0C6F626B02A}" type="pres">
      <dgm:prSet presAssocID="{A0A7CB9C-3CFA-443B-BEC2-3A0923D10127}" presName="Accent2" presStyleCnt="0"/>
      <dgm:spPr/>
    </dgm:pt>
    <dgm:pt modelId="{2152629C-6E55-4688-BD2D-BC032735617D}" type="pres">
      <dgm:prSet presAssocID="{A0A7CB9C-3CFA-443B-BEC2-3A0923D10127}" presName="Accent" presStyleLbl="node1" presStyleIdx="0" presStyleCnt="2"/>
      <dgm:spPr/>
    </dgm:pt>
    <dgm:pt modelId="{BFA3F2BD-2258-4D57-9D1A-B1E69BB2399D}" type="pres">
      <dgm:prSet presAssocID="{A0A7CB9C-3CFA-443B-BEC2-3A0923D10127}" presName="ParentBackground2" presStyleCnt="0"/>
      <dgm:spPr/>
    </dgm:pt>
    <dgm:pt modelId="{F83FEB4B-6DD6-4B52-90D2-B88B13375D26}" type="pres">
      <dgm:prSet presAssocID="{A0A7CB9C-3CFA-443B-BEC2-3A0923D10127}" presName="ParentBackground" presStyleLbl="fgAcc1" presStyleIdx="0" presStyleCnt="2"/>
      <dgm:spPr/>
    </dgm:pt>
    <dgm:pt modelId="{5A7F1A2B-C3A7-46A1-8378-E9A10747267E}" type="pres">
      <dgm:prSet presAssocID="{A0A7CB9C-3CFA-443B-BEC2-3A0923D10127}" presName="Parent2" presStyleLbl="revTx" presStyleIdx="0" presStyleCnt="0">
        <dgm:presLayoutVars>
          <dgm:chMax val="1"/>
          <dgm:chPref val="1"/>
          <dgm:bulletEnabled val="1"/>
        </dgm:presLayoutVars>
      </dgm:prSet>
      <dgm:spPr/>
    </dgm:pt>
    <dgm:pt modelId="{050C40FC-AAA1-40F5-9509-9B83952D0D01}" type="pres">
      <dgm:prSet presAssocID="{5E4ACA5F-FBAF-4E19-875F-0DC5B787AD0A}" presName="Accent1" presStyleCnt="0"/>
      <dgm:spPr/>
    </dgm:pt>
    <dgm:pt modelId="{9111C37C-BAE6-4A83-8103-055C149C579D}" type="pres">
      <dgm:prSet presAssocID="{5E4ACA5F-FBAF-4E19-875F-0DC5B787AD0A}" presName="Accent" presStyleLbl="node1" presStyleIdx="1" presStyleCnt="2"/>
      <dgm:spPr/>
    </dgm:pt>
    <dgm:pt modelId="{3E3C634E-54AD-4E0B-A354-D89F115B4D55}" type="pres">
      <dgm:prSet presAssocID="{5E4ACA5F-FBAF-4E19-875F-0DC5B787AD0A}" presName="ParentBackground1" presStyleCnt="0"/>
      <dgm:spPr/>
    </dgm:pt>
    <dgm:pt modelId="{3612FD78-32ED-4F6B-A7CF-ED48201ECD4D}" type="pres">
      <dgm:prSet presAssocID="{5E4ACA5F-FBAF-4E19-875F-0DC5B787AD0A}" presName="ParentBackground" presStyleLbl="fgAcc1" presStyleIdx="1" presStyleCnt="2"/>
      <dgm:spPr/>
    </dgm:pt>
    <dgm:pt modelId="{DE2A3191-F059-4610-90EB-F11503F837C4}" type="pres">
      <dgm:prSet presAssocID="{5E4ACA5F-FBAF-4E19-875F-0DC5B787AD0A}" presName="Parent1" presStyleLbl="revTx" presStyleIdx="0" presStyleCnt="0">
        <dgm:presLayoutVars>
          <dgm:chMax val="1"/>
          <dgm:chPref val="1"/>
          <dgm:bulletEnabled val="1"/>
        </dgm:presLayoutVars>
      </dgm:prSet>
      <dgm:spPr/>
    </dgm:pt>
  </dgm:ptLst>
  <dgm:cxnLst>
    <dgm:cxn modelId="{8F59E318-ADA8-4034-82AD-308F0070E28F}" srcId="{6379D7C6-36CF-4BA4-A5F6-B17CE59F432D}" destId="{5E4ACA5F-FBAF-4E19-875F-0DC5B787AD0A}" srcOrd="0" destOrd="0" parTransId="{ECC5EE3E-C176-47D5-924C-1092B4AEC6FD}" sibTransId="{5876FA69-B3DB-4B4D-BA38-975190047A10}"/>
    <dgm:cxn modelId="{BD47484A-3142-42F7-A321-2D37726E8B22}" srcId="{6379D7C6-36CF-4BA4-A5F6-B17CE59F432D}" destId="{A0A7CB9C-3CFA-443B-BEC2-3A0923D10127}" srcOrd="1" destOrd="0" parTransId="{7E70E32E-0F3E-4797-A3B5-895462850666}" sibTransId="{AA0A5A2F-37F1-47D3-9102-ECFD6B192C61}"/>
    <dgm:cxn modelId="{C67CC874-5D3E-41BF-AA92-EBCA27AB1BCC}" type="presOf" srcId="{5E4ACA5F-FBAF-4E19-875F-0DC5B787AD0A}" destId="{3612FD78-32ED-4F6B-A7CF-ED48201ECD4D}" srcOrd="0" destOrd="0" presId="urn:microsoft.com/office/officeart/2011/layout/CircleProcess"/>
    <dgm:cxn modelId="{08273792-FC52-4DDA-89EB-24580C584C27}" type="presOf" srcId="{5E4ACA5F-FBAF-4E19-875F-0DC5B787AD0A}" destId="{DE2A3191-F059-4610-90EB-F11503F837C4}" srcOrd="1" destOrd="0" presId="urn:microsoft.com/office/officeart/2011/layout/CircleProcess"/>
    <dgm:cxn modelId="{30460497-B502-42F5-B40B-86F5A73B9774}" type="presOf" srcId="{6379D7C6-36CF-4BA4-A5F6-B17CE59F432D}" destId="{AEEF648A-5263-4052-8CA4-0CE44D40F1C4}" srcOrd="0" destOrd="0" presId="urn:microsoft.com/office/officeart/2011/layout/CircleProcess"/>
    <dgm:cxn modelId="{7A3C1898-0496-4EA4-BBC2-2F580B3EF6BE}" type="presOf" srcId="{A0A7CB9C-3CFA-443B-BEC2-3A0923D10127}" destId="{F83FEB4B-6DD6-4B52-90D2-B88B13375D26}" srcOrd="0" destOrd="0" presId="urn:microsoft.com/office/officeart/2011/layout/CircleProcess"/>
    <dgm:cxn modelId="{915510EE-64EF-40F3-BC06-025D9B96B9EE}" type="presOf" srcId="{A0A7CB9C-3CFA-443B-BEC2-3A0923D10127}" destId="{5A7F1A2B-C3A7-46A1-8378-E9A10747267E}" srcOrd="1" destOrd="0" presId="urn:microsoft.com/office/officeart/2011/layout/CircleProcess"/>
    <dgm:cxn modelId="{44AB9001-5469-481A-89E0-9A9CFFFDE6C7}" type="presParOf" srcId="{AEEF648A-5263-4052-8CA4-0CE44D40F1C4}" destId="{58160139-B558-450A-8564-F0C6F626B02A}" srcOrd="0" destOrd="0" presId="urn:microsoft.com/office/officeart/2011/layout/CircleProcess"/>
    <dgm:cxn modelId="{4FEDB1C2-004D-4AE4-B9A2-E5FB8C467707}" type="presParOf" srcId="{58160139-B558-450A-8564-F0C6F626B02A}" destId="{2152629C-6E55-4688-BD2D-BC032735617D}" srcOrd="0" destOrd="0" presId="urn:microsoft.com/office/officeart/2011/layout/CircleProcess"/>
    <dgm:cxn modelId="{A8F5BC55-A472-4133-9816-FE08A584F74C}" type="presParOf" srcId="{AEEF648A-5263-4052-8CA4-0CE44D40F1C4}" destId="{BFA3F2BD-2258-4D57-9D1A-B1E69BB2399D}" srcOrd="1" destOrd="0" presId="urn:microsoft.com/office/officeart/2011/layout/CircleProcess"/>
    <dgm:cxn modelId="{9386BB73-E74A-4F43-9A72-066BFC8E295B}" type="presParOf" srcId="{BFA3F2BD-2258-4D57-9D1A-B1E69BB2399D}" destId="{F83FEB4B-6DD6-4B52-90D2-B88B13375D26}" srcOrd="0" destOrd="0" presId="urn:microsoft.com/office/officeart/2011/layout/CircleProcess"/>
    <dgm:cxn modelId="{F32A5BF3-5961-4DA3-8ED9-17D0326BD1DC}" type="presParOf" srcId="{AEEF648A-5263-4052-8CA4-0CE44D40F1C4}" destId="{5A7F1A2B-C3A7-46A1-8378-E9A10747267E}" srcOrd="2" destOrd="0" presId="urn:microsoft.com/office/officeart/2011/layout/CircleProcess"/>
    <dgm:cxn modelId="{9A0AB508-5B40-43E6-A141-F3F8CACABCC5}" type="presParOf" srcId="{AEEF648A-5263-4052-8CA4-0CE44D40F1C4}" destId="{050C40FC-AAA1-40F5-9509-9B83952D0D01}" srcOrd="3" destOrd="0" presId="urn:microsoft.com/office/officeart/2011/layout/CircleProcess"/>
    <dgm:cxn modelId="{8935772F-4ACD-40D4-BC7F-D3D3F9DD9A4E}" type="presParOf" srcId="{050C40FC-AAA1-40F5-9509-9B83952D0D01}" destId="{9111C37C-BAE6-4A83-8103-055C149C579D}" srcOrd="0" destOrd="0" presId="urn:microsoft.com/office/officeart/2011/layout/CircleProcess"/>
    <dgm:cxn modelId="{BBA1E829-13D9-4A0E-BA89-230AF85B0615}" type="presParOf" srcId="{AEEF648A-5263-4052-8CA4-0CE44D40F1C4}" destId="{3E3C634E-54AD-4E0B-A354-D89F115B4D55}" srcOrd="4" destOrd="0" presId="urn:microsoft.com/office/officeart/2011/layout/CircleProcess"/>
    <dgm:cxn modelId="{FBF2EE64-550F-4E52-9B6D-57B24161CB27}" type="presParOf" srcId="{3E3C634E-54AD-4E0B-A354-D89F115B4D55}" destId="{3612FD78-32ED-4F6B-A7CF-ED48201ECD4D}" srcOrd="0" destOrd="0" presId="urn:microsoft.com/office/officeart/2011/layout/CircleProcess"/>
    <dgm:cxn modelId="{9FAC5133-1DC4-4348-8E1C-C360941FE868}" type="presParOf" srcId="{AEEF648A-5263-4052-8CA4-0CE44D40F1C4}" destId="{DE2A3191-F059-4610-90EB-F11503F837C4}" srcOrd="5" destOrd="0" presId="urn:microsoft.com/office/officeart/2011/layout/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F40FA3D-0239-407C-944C-939389A323C5}" type="doc">
      <dgm:prSet loTypeId="urn:microsoft.com/office/officeart/2005/8/layout/orgChart1" loCatId="hierarchy" qsTypeId="urn:microsoft.com/office/officeart/2005/8/quickstyle/simple1" qsCatId="simple" csTypeId="urn:microsoft.com/office/officeart/2005/8/colors/accent0_3" csCatId="mainScheme" phldr="1"/>
      <dgm:spPr/>
      <dgm:t>
        <a:bodyPr/>
        <a:lstStyle/>
        <a:p>
          <a:endParaRPr lang="en-GB"/>
        </a:p>
      </dgm:t>
    </dgm:pt>
    <dgm:pt modelId="{952CA709-6BA4-47AD-8B76-26683E831016}">
      <dgm:prSet phldrT="[Text]"/>
      <dgm:spPr/>
      <dgm:t>
        <a:bodyPr/>
        <a:lstStyle/>
        <a:p>
          <a:r>
            <a:rPr lang="en-GB" dirty="0">
              <a:solidFill>
                <a:schemeClr val="tx1"/>
              </a:solidFill>
              <a:highlight>
                <a:srgbClr val="FFFF00"/>
              </a:highlight>
            </a:rPr>
            <a:t>Inward Orientation </a:t>
          </a:r>
          <a:r>
            <a:rPr lang="en-GB" dirty="0"/>
            <a:t>Growth strategies </a:t>
          </a:r>
        </a:p>
      </dgm:t>
    </dgm:pt>
    <dgm:pt modelId="{E3128321-F549-4FE3-A75A-574FDA792917}" type="parTrans" cxnId="{FDD5AE8C-35C7-4028-B072-D18E01D19284}">
      <dgm:prSet/>
      <dgm:spPr/>
      <dgm:t>
        <a:bodyPr/>
        <a:lstStyle/>
        <a:p>
          <a:endParaRPr lang="en-GB"/>
        </a:p>
      </dgm:t>
    </dgm:pt>
    <dgm:pt modelId="{BB750820-9894-431A-994B-E6B26E92BC1C}" type="sibTrans" cxnId="{FDD5AE8C-35C7-4028-B072-D18E01D19284}">
      <dgm:prSet/>
      <dgm:spPr/>
      <dgm:t>
        <a:bodyPr/>
        <a:lstStyle/>
        <a:p>
          <a:endParaRPr lang="en-GB"/>
        </a:p>
      </dgm:t>
    </dgm:pt>
    <dgm:pt modelId="{2415B604-F0A7-45BC-8BD6-C9652FE4F5D6}">
      <dgm:prSet phldrT="[Text]"/>
      <dgm:spPr/>
      <dgm:t>
        <a:bodyPr/>
        <a:lstStyle/>
        <a:p>
          <a:r>
            <a:rPr lang="en-GB" dirty="0"/>
            <a:t>Trade Protection </a:t>
          </a:r>
        </a:p>
      </dgm:t>
    </dgm:pt>
    <dgm:pt modelId="{F880E43D-A538-4EE3-8EBF-F2B79E6F8F89}" type="parTrans" cxnId="{98BC90D7-84A7-449A-9FE7-01ED5F3D248B}">
      <dgm:prSet/>
      <dgm:spPr/>
      <dgm:t>
        <a:bodyPr/>
        <a:lstStyle/>
        <a:p>
          <a:endParaRPr lang="en-GB"/>
        </a:p>
      </dgm:t>
    </dgm:pt>
    <dgm:pt modelId="{9D9566BC-D413-4D87-ACD5-8912A49D6299}" type="sibTrans" cxnId="{98BC90D7-84A7-449A-9FE7-01ED5F3D248B}">
      <dgm:prSet/>
      <dgm:spPr/>
      <dgm:t>
        <a:bodyPr/>
        <a:lstStyle/>
        <a:p>
          <a:endParaRPr lang="en-GB"/>
        </a:p>
      </dgm:t>
    </dgm:pt>
    <dgm:pt modelId="{B1A1C965-937B-4F2A-A140-7E053513DA58}">
      <dgm:prSet phldrT="[Text]"/>
      <dgm:spPr/>
      <dgm:t>
        <a:bodyPr/>
        <a:lstStyle/>
        <a:p>
          <a:r>
            <a:rPr lang="en-GB" dirty="0"/>
            <a:t>Overvalued currency </a:t>
          </a:r>
        </a:p>
      </dgm:t>
    </dgm:pt>
    <dgm:pt modelId="{1E04CA76-F0F3-4A07-9696-64E9D13E667E}" type="parTrans" cxnId="{343CC799-B241-4E15-91F3-49E0C9FBEF8A}">
      <dgm:prSet/>
      <dgm:spPr/>
      <dgm:t>
        <a:bodyPr/>
        <a:lstStyle/>
        <a:p>
          <a:endParaRPr lang="en-GB"/>
        </a:p>
      </dgm:t>
    </dgm:pt>
    <dgm:pt modelId="{9ED03C0A-383F-48C6-B344-F0CD4E963CE6}" type="sibTrans" cxnId="{343CC799-B241-4E15-91F3-49E0C9FBEF8A}">
      <dgm:prSet/>
      <dgm:spPr/>
      <dgm:t>
        <a:bodyPr/>
        <a:lstStyle/>
        <a:p>
          <a:endParaRPr lang="en-GB"/>
        </a:p>
      </dgm:t>
    </dgm:pt>
    <dgm:pt modelId="{4D4042C5-D2EE-46DA-9D20-78FF53EE6CB7}">
      <dgm:prSet/>
      <dgm:spPr/>
      <dgm:t>
        <a:bodyPr/>
        <a:lstStyle/>
        <a:p>
          <a:r>
            <a:rPr lang="en-GB" dirty="0"/>
            <a:t>Limit trade </a:t>
          </a:r>
        </a:p>
      </dgm:t>
    </dgm:pt>
    <dgm:pt modelId="{A7F65142-1CCB-43D4-A147-1178D7026F1E}" type="parTrans" cxnId="{837FA2B9-B1BA-4052-83BE-B8630B8BA264}">
      <dgm:prSet/>
      <dgm:spPr/>
      <dgm:t>
        <a:bodyPr/>
        <a:lstStyle/>
        <a:p>
          <a:endParaRPr lang="en-GB"/>
        </a:p>
      </dgm:t>
    </dgm:pt>
    <dgm:pt modelId="{13D28C91-96FE-4F28-B00E-289A5FF07F27}" type="sibTrans" cxnId="{837FA2B9-B1BA-4052-83BE-B8630B8BA264}">
      <dgm:prSet/>
      <dgm:spPr/>
      <dgm:t>
        <a:bodyPr/>
        <a:lstStyle/>
        <a:p>
          <a:endParaRPr lang="en-GB"/>
        </a:p>
      </dgm:t>
    </dgm:pt>
    <dgm:pt modelId="{72107F85-DEAB-4688-A916-1A0F38B183E5}" type="pres">
      <dgm:prSet presAssocID="{7F40FA3D-0239-407C-944C-939389A323C5}" presName="hierChild1" presStyleCnt="0">
        <dgm:presLayoutVars>
          <dgm:orgChart val="1"/>
          <dgm:chPref val="1"/>
          <dgm:dir/>
          <dgm:animOne val="branch"/>
          <dgm:animLvl val="lvl"/>
          <dgm:resizeHandles/>
        </dgm:presLayoutVars>
      </dgm:prSet>
      <dgm:spPr/>
    </dgm:pt>
    <dgm:pt modelId="{E8E5A16F-F627-4C52-94E9-9077D58984E7}" type="pres">
      <dgm:prSet presAssocID="{952CA709-6BA4-47AD-8B76-26683E831016}" presName="hierRoot1" presStyleCnt="0">
        <dgm:presLayoutVars>
          <dgm:hierBranch val="init"/>
        </dgm:presLayoutVars>
      </dgm:prSet>
      <dgm:spPr/>
    </dgm:pt>
    <dgm:pt modelId="{75394C49-B554-4643-962C-8612CA786F91}" type="pres">
      <dgm:prSet presAssocID="{952CA709-6BA4-47AD-8B76-26683E831016}" presName="rootComposite1" presStyleCnt="0"/>
      <dgm:spPr/>
    </dgm:pt>
    <dgm:pt modelId="{3ABC03B0-2486-4A2C-A65B-0B463094E93E}" type="pres">
      <dgm:prSet presAssocID="{952CA709-6BA4-47AD-8B76-26683E831016}" presName="rootText1" presStyleLbl="node0" presStyleIdx="0" presStyleCnt="1" custScaleX="177383" custScaleY="124309">
        <dgm:presLayoutVars>
          <dgm:chPref val="3"/>
        </dgm:presLayoutVars>
      </dgm:prSet>
      <dgm:spPr/>
    </dgm:pt>
    <dgm:pt modelId="{215A6F09-FB92-437D-B57F-AF8448C1A0C0}" type="pres">
      <dgm:prSet presAssocID="{952CA709-6BA4-47AD-8B76-26683E831016}" presName="rootConnector1" presStyleLbl="node1" presStyleIdx="0" presStyleCnt="0"/>
      <dgm:spPr/>
    </dgm:pt>
    <dgm:pt modelId="{9E13BDC3-DCA6-4F57-BC98-0CA73FAB1DE6}" type="pres">
      <dgm:prSet presAssocID="{952CA709-6BA4-47AD-8B76-26683E831016}" presName="hierChild2" presStyleCnt="0"/>
      <dgm:spPr/>
    </dgm:pt>
    <dgm:pt modelId="{E8E5D519-353E-4B20-A6A8-643BA1DA17F2}" type="pres">
      <dgm:prSet presAssocID="{F880E43D-A538-4EE3-8EBF-F2B79E6F8F89}" presName="Name37" presStyleLbl="parChTrans1D2" presStyleIdx="0" presStyleCnt="2"/>
      <dgm:spPr/>
    </dgm:pt>
    <dgm:pt modelId="{69FDE268-1C3E-4D3C-A6FF-A7F1AEC24BF7}" type="pres">
      <dgm:prSet presAssocID="{2415B604-F0A7-45BC-8BD6-C9652FE4F5D6}" presName="hierRoot2" presStyleCnt="0">
        <dgm:presLayoutVars>
          <dgm:hierBranch val="init"/>
        </dgm:presLayoutVars>
      </dgm:prSet>
      <dgm:spPr/>
    </dgm:pt>
    <dgm:pt modelId="{0CC71D2B-3922-480A-94D5-4A88379A8711}" type="pres">
      <dgm:prSet presAssocID="{2415B604-F0A7-45BC-8BD6-C9652FE4F5D6}" presName="rootComposite" presStyleCnt="0"/>
      <dgm:spPr/>
    </dgm:pt>
    <dgm:pt modelId="{04CFBDBC-79CA-4C7F-AA0C-485336DCF81B}" type="pres">
      <dgm:prSet presAssocID="{2415B604-F0A7-45BC-8BD6-C9652FE4F5D6}" presName="rootText" presStyleLbl="node2" presStyleIdx="0" presStyleCnt="2">
        <dgm:presLayoutVars>
          <dgm:chPref val="3"/>
        </dgm:presLayoutVars>
      </dgm:prSet>
      <dgm:spPr/>
    </dgm:pt>
    <dgm:pt modelId="{00D86859-196B-401C-8EA7-B547D2BA08CD}" type="pres">
      <dgm:prSet presAssocID="{2415B604-F0A7-45BC-8BD6-C9652FE4F5D6}" presName="rootConnector" presStyleLbl="node2" presStyleIdx="0" presStyleCnt="2"/>
      <dgm:spPr/>
    </dgm:pt>
    <dgm:pt modelId="{6A42D117-59CB-4C22-A07F-D3158F5BB677}" type="pres">
      <dgm:prSet presAssocID="{2415B604-F0A7-45BC-8BD6-C9652FE4F5D6}" presName="hierChild4" presStyleCnt="0"/>
      <dgm:spPr/>
    </dgm:pt>
    <dgm:pt modelId="{14BB7FBC-EBAA-4CD9-AE56-0FF835BFA147}" type="pres">
      <dgm:prSet presAssocID="{A7F65142-1CCB-43D4-A147-1178D7026F1E}" presName="Name37" presStyleLbl="parChTrans1D3" presStyleIdx="0" presStyleCnt="1"/>
      <dgm:spPr/>
    </dgm:pt>
    <dgm:pt modelId="{E01E35AB-A076-42D6-BEDA-281BB991E59D}" type="pres">
      <dgm:prSet presAssocID="{4D4042C5-D2EE-46DA-9D20-78FF53EE6CB7}" presName="hierRoot2" presStyleCnt="0">
        <dgm:presLayoutVars>
          <dgm:hierBranch val="init"/>
        </dgm:presLayoutVars>
      </dgm:prSet>
      <dgm:spPr/>
    </dgm:pt>
    <dgm:pt modelId="{36743771-5434-4A67-97BC-0C5C71C02105}" type="pres">
      <dgm:prSet presAssocID="{4D4042C5-D2EE-46DA-9D20-78FF53EE6CB7}" presName="rootComposite" presStyleCnt="0"/>
      <dgm:spPr/>
    </dgm:pt>
    <dgm:pt modelId="{5D4A1195-F866-46BE-A0E4-D6EA06EEB61F}" type="pres">
      <dgm:prSet presAssocID="{4D4042C5-D2EE-46DA-9D20-78FF53EE6CB7}" presName="rootText" presStyleLbl="node3" presStyleIdx="0" presStyleCnt="1">
        <dgm:presLayoutVars>
          <dgm:chPref val="3"/>
        </dgm:presLayoutVars>
      </dgm:prSet>
      <dgm:spPr/>
    </dgm:pt>
    <dgm:pt modelId="{E80EA2BE-350E-4C02-BC1E-340EFCEF6614}" type="pres">
      <dgm:prSet presAssocID="{4D4042C5-D2EE-46DA-9D20-78FF53EE6CB7}" presName="rootConnector" presStyleLbl="node3" presStyleIdx="0" presStyleCnt="1"/>
      <dgm:spPr/>
    </dgm:pt>
    <dgm:pt modelId="{4985EE95-4626-400D-BCF0-A97E124F9AF9}" type="pres">
      <dgm:prSet presAssocID="{4D4042C5-D2EE-46DA-9D20-78FF53EE6CB7}" presName="hierChild4" presStyleCnt="0"/>
      <dgm:spPr/>
    </dgm:pt>
    <dgm:pt modelId="{511486BD-AA4F-4656-A0D8-5A5BBD2E9DB6}" type="pres">
      <dgm:prSet presAssocID="{4D4042C5-D2EE-46DA-9D20-78FF53EE6CB7}" presName="hierChild5" presStyleCnt="0"/>
      <dgm:spPr/>
    </dgm:pt>
    <dgm:pt modelId="{D7371189-9067-425E-8787-BEF2F709BD3D}" type="pres">
      <dgm:prSet presAssocID="{2415B604-F0A7-45BC-8BD6-C9652FE4F5D6}" presName="hierChild5" presStyleCnt="0"/>
      <dgm:spPr/>
    </dgm:pt>
    <dgm:pt modelId="{7D559A29-3EBA-4036-824E-942A207B14AD}" type="pres">
      <dgm:prSet presAssocID="{1E04CA76-F0F3-4A07-9696-64E9D13E667E}" presName="Name37" presStyleLbl="parChTrans1D2" presStyleIdx="1" presStyleCnt="2"/>
      <dgm:spPr/>
    </dgm:pt>
    <dgm:pt modelId="{2E6F5F9F-203E-40C7-AAD7-6AFD76D65A03}" type="pres">
      <dgm:prSet presAssocID="{B1A1C965-937B-4F2A-A140-7E053513DA58}" presName="hierRoot2" presStyleCnt="0">
        <dgm:presLayoutVars>
          <dgm:hierBranch val="init"/>
        </dgm:presLayoutVars>
      </dgm:prSet>
      <dgm:spPr/>
    </dgm:pt>
    <dgm:pt modelId="{15CA8DAC-3361-4987-A9B0-E9AF539AD666}" type="pres">
      <dgm:prSet presAssocID="{B1A1C965-937B-4F2A-A140-7E053513DA58}" presName="rootComposite" presStyleCnt="0"/>
      <dgm:spPr/>
    </dgm:pt>
    <dgm:pt modelId="{9583B7E4-1C80-4025-94AB-40877C6A07BA}" type="pres">
      <dgm:prSet presAssocID="{B1A1C965-937B-4F2A-A140-7E053513DA58}" presName="rootText" presStyleLbl="node2" presStyleIdx="1" presStyleCnt="2">
        <dgm:presLayoutVars>
          <dgm:chPref val="3"/>
        </dgm:presLayoutVars>
      </dgm:prSet>
      <dgm:spPr/>
    </dgm:pt>
    <dgm:pt modelId="{7EE3C85E-EC60-4DD1-B168-72A8F5C865A3}" type="pres">
      <dgm:prSet presAssocID="{B1A1C965-937B-4F2A-A140-7E053513DA58}" presName="rootConnector" presStyleLbl="node2" presStyleIdx="1" presStyleCnt="2"/>
      <dgm:spPr/>
    </dgm:pt>
    <dgm:pt modelId="{2B4A370E-EE43-47ED-A359-28F0E82F7716}" type="pres">
      <dgm:prSet presAssocID="{B1A1C965-937B-4F2A-A140-7E053513DA58}" presName="hierChild4" presStyleCnt="0"/>
      <dgm:spPr/>
    </dgm:pt>
    <dgm:pt modelId="{7BC920AC-D1C4-45D7-B6D8-0F13F7C91EC1}" type="pres">
      <dgm:prSet presAssocID="{B1A1C965-937B-4F2A-A140-7E053513DA58}" presName="hierChild5" presStyleCnt="0"/>
      <dgm:spPr/>
    </dgm:pt>
    <dgm:pt modelId="{C196A0B9-C150-44E4-B958-E0B8D9228944}" type="pres">
      <dgm:prSet presAssocID="{952CA709-6BA4-47AD-8B76-26683E831016}" presName="hierChild3" presStyleCnt="0"/>
      <dgm:spPr/>
    </dgm:pt>
  </dgm:ptLst>
  <dgm:cxnLst>
    <dgm:cxn modelId="{5B41DA09-1F71-467C-BF8F-978D526C57DF}" type="presOf" srcId="{2415B604-F0A7-45BC-8BD6-C9652FE4F5D6}" destId="{00D86859-196B-401C-8EA7-B547D2BA08CD}" srcOrd="1" destOrd="0" presId="urn:microsoft.com/office/officeart/2005/8/layout/orgChart1"/>
    <dgm:cxn modelId="{663D5714-4B3B-4C79-8AE9-0C7FED518015}" type="presOf" srcId="{A7F65142-1CCB-43D4-A147-1178D7026F1E}" destId="{14BB7FBC-EBAA-4CD9-AE56-0FF835BFA147}" srcOrd="0" destOrd="0" presId="urn:microsoft.com/office/officeart/2005/8/layout/orgChart1"/>
    <dgm:cxn modelId="{E9C9FF32-6196-4435-9C6B-2C8C942E146C}" type="presOf" srcId="{7F40FA3D-0239-407C-944C-939389A323C5}" destId="{72107F85-DEAB-4688-A916-1A0F38B183E5}" srcOrd="0" destOrd="0" presId="urn:microsoft.com/office/officeart/2005/8/layout/orgChart1"/>
    <dgm:cxn modelId="{42D85539-C90D-4224-AAE8-34345BF55B52}" type="presOf" srcId="{4D4042C5-D2EE-46DA-9D20-78FF53EE6CB7}" destId="{5D4A1195-F866-46BE-A0E4-D6EA06EEB61F}" srcOrd="0" destOrd="0" presId="urn:microsoft.com/office/officeart/2005/8/layout/orgChart1"/>
    <dgm:cxn modelId="{0F606066-D296-4D77-80AD-050FF16F36D5}" type="presOf" srcId="{B1A1C965-937B-4F2A-A140-7E053513DA58}" destId="{9583B7E4-1C80-4025-94AB-40877C6A07BA}" srcOrd="0" destOrd="0" presId="urn:microsoft.com/office/officeart/2005/8/layout/orgChart1"/>
    <dgm:cxn modelId="{9A075454-B1C0-4236-ABAD-81ED6AA6E862}" type="presOf" srcId="{1E04CA76-F0F3-4A07-9696-64E9D13E667E}" destId="{7D559A29-3EBA-4036-824E-942A207B14AD}" srcOrd="0" destOrd="0" presId="urn:microsoft.com/office/officeart/2005/8/layout/orgChart1"/>
    <dgm:cxn modelId="{8B490A86-5B9B-4007-B20E-B4A0EFAA4C41}" type="presOf" srcId="{2415B604-F0A7-45BC-8BD6-C9652FE4F5D6}" destId="{04CFBDBC-79CA-4C7F-AA0C-485336DCF81B}" srcOrd="0" destOrd="0" presId="urn:microsoft.com/office/officeart/2005/8/layout/orgChart1"/>
    <dgm:cxn modelId="{51503B88-2568-4F20-A665-53D59897F0BC}" type="presOf" srcId="{4D4042C5-D2EE-46DA-9D20-78FF53EE6CB7}" destId="{E80EA2BE-350E-4C02-BC1E-340EFCEF6614}" srcOrd="1" destOrd="0" presId="urn:microsoft.com/office/officeart/2005/8/layout/orgChart1"/>
    <dgm:cxn modelId="{FDD5AE8C-35C7-4028-B072-D18E01D19284}" srcId="{7F40FA3D-0239-407C-944C-939389A323C5}" destId="{952CA709-6BA4-47AD-8B76-26683E831016}" srcOrd="0" destOrd="0" parTransId="{E3128321-F549-4FE3-A75A-574FDA792917}" sibTransId="{BB750820-9894-431A-994B-E6B26E92BC1C}"/>
    <dgm:cxn modelId="{90B80194-9EEF-48DB-A9CD-9CAB9DE0807A}" type="presOf" srcId="{B1A1C965-937B-4F2A-A140-7E053513DA58}" destId="{7EE3C85E-EC60-4DD1-B168-72A8F5C865A3}" srcOrd="1" destOrd="0" presId="urn:microsoft.com/office/officeart/2005/8/layout/orgChart1"/>
    <dgm:cxn modelId="{343CC799-B241-4E15-91F3-49E0C9FBEF8A}" srcId="{952CA709-6BA4-47AD-8B76-26683E831016}" destId="{B1A1C965-937B-4F2A-A140-7E053513DA58}" srcOrd="1" destOrd="0" parTransId="{1E04CA76-F0F3-4A07-9696-64E9D13E667E}" sibTransId="{9ED03C0A-383F-48C6-B344-F0CD4E963CE6}"/>
    <dgm:cxn modelId="{F30054B8-3E45-4B3A-928E-39C0E8F11199}" type="presOf" srcId="{952CA709-6BA4-47AD-8B76-26683E831016}" destId="{215A6F09-FB92-437D-B57F-AF8448C1A0C0}" srcOrd="1" destOrd="0" presId="urn:microsoft.com/office/officeart/2005/8/layout/orgChart1"/>
    <dgm:cxn modelId="{837FA2B9-B1BA-4052-83BE-B8630B8BA264}" srcId="{2415B604-F0A7-45BC-8BD6-C9652FE4F5D6}" destId="{4D4042C5-D2EE-46DA-9D20-78FF53EE6CB7}" srcOrd="0" destOrd="0" parTransId="{A7F65142-1CCB-43D4-A147-1178D7026F1E}" sibTransId="{13D28C91-96FE-4F28-B00E-289A5FF07F27}"/>
    <dgm:cxn modelId="{98BC90D7-84A7-449A-9FE7-01ED5F3D248B}" srcId="{952CA709-6BA4-47AD-8B76-26683E831016}" destId="{2415B604-F0A7-45BC-8BD6-C9652FE4F5D6}" srcOrd="0" destOrd="0" parTransId="{F880E43D-A538-4EE3-8EBF-F2B79E6F8F89}" sibTransId="{9D9566BC-D413-4D87-ACD5-8912A49D6299}"/>
    <dgm:cxn modelId="{8DEC1EDD-81C9-4414-A710-FB4D3D5EA24D}" type="presOf" srcId="{F880E43D-A538-4EE3-8EBF-F2B79E6F8F89}" destId="{E8E5D519-353E-4B20-A6A8-643BA1DA17F2}" srcOrd="0" destOrd="0" presId="urn:microsoft.com/office/officeart/2005/8/layout/orgChart1"/>
    <dgm:cxn modelId="{4F47ECEA-C158-4BE7-989B-1A8AD337AE09}" type="presOf" srcId="{952CA709-6BA4-47AD-8B76-26683E831016}" destId="{3ABC03B0-2486-4A2C-A65B-0B463094E93E}" srcOrd="0" destOrd="0" presId="urn:microsoft.com/office/officeart/2005/8/layout/orgChart1"/>
    <dgm:cxn modelId="{A2163ABB-AD68-4841-9E2C-F5F6301BB578}" type="presParOf" srcId="{72107F85-DEAB-4688-A916-1A0F38B183E5}" destId="{E8E5A16F-F627-4C52-94E9-9077D58984E7}" srcOrd="0" destOrd="0" presId="urn:microsoft.com/office/officeart/2005/8/layout/orgChart1"/>
    <dgm:cxn modelId="{E232B97E-C3DB-45EA-831B-1B2D53C667A6}" type="presParOf" srcId="{E8E5A16F-F627-4C52-94E9-9077D58984E7}" destId="{75394C49-B554-4643-962C-8612CA786F91}" srcOrd="0" destOrd="0" presId="urn:microsoft.com/office/officeart/2005/8/layout/orgChart1"/>
    <dgm:cxn modelId="{E44F04DD-C6AD-4342-B0FB-4017DACD5224}" type="presParOf" srcId="{75394C49-B554-4643-962C-8612CA786F91}" destId="{3ABC03B0-2486-4A2C-A65B-0B463094E93E}" srcOrd="0" destOrd="0" presId="urn:microsoft.com/office/officeart/2005/8/layout/orgChart1"/>
    <dgm:cxn modelId="{57D77B68-7CAE-4723-A1D8-E83531D316AE}" type="presParOf" srcId="{75394C49-B554-4643-962C-8612CA786F91}" destId="{215A6F09-FB92-437D-B57F-AF8448C1A0C0}" srcOrd="1" destOrd="0" presId="urn:microsoft.com/office/officeart/2005/8/layout/orgChart1"/>
    <dgm:cxn modelId="{18D3669E-315A-47FC-94FE-D38D5BD62CF9}" type="presParOf" srcId="{E8E5A16F-F627-4C52-94E9-9077D58984E7}" destId="{9E13BDC3-DCA6-4F57-BC98-0CA73FAB1DE6}" srcOrd="1" destOrd="0" presId="urn:microsoft.com/office/officeart/2005/8/layout/orgChart1"/>
    <dgm:cxn modelId="{8C0F0B17-07DA-4459-900A-76D86E796D9E}" type="presParOf" srcId="{9E13BDC3-DCA6-4F57-BC98-0CA73FAB1DE6}" destId="{E8E5D519-353E-4B20-A6A8-643BA1DA17F2}" srcOrd="0" destOrd="0" presId="urn:microsoft.com/office/officeart/2005/8/layout/orgChart1"/>
    <dgm:cxn modelId="{6342136B-B948-4863-8E76-5E67CB4B92BD}" type="presParOf" srcId="{9E13BDC3-DCA6-4F57-BC98-0CA73FAB1DE6}" destId="{69FDE268-1C3E-4D3C-A6FF-A7F1AEC24BF7}" srcOrd="1" destOrd="0" presId="urn:microsoft.com/office/officeart/2005/8/layout/orgChart1"/>
    <dgm:cxn modelId="{1EC52AFE-AC96-4E05-B983-4E93ED251659}" type="presParOf" srcId="{69FDE268-1C3E-4D3C-A6FF-A7F1AEC24BF7}" destId="{0CC71D2B-3922-480A-94D5-4A88379A8711}" srcOrd="0" destOrd="0" presId="urn:microsoft.com/office/officeart/2005/8/layout/orgChart1"/>
    <dgm:cxn modelId="{89A478C3-96B3-4577-AC7E-BF16D4C7380D}" type="presParOf" srcId="{0CC71D2B-3922-480A-94D5-4A88379A8711}" destId="{04CFBDBC-79CA-4C7F-AA0C-485336DCF81B}" srcOrd="0" destOrd="0" presId="urn:microsoft.com/office/officeart/2005/8/layout/orgChart1"/>
    <dgm:cxn modelId="{F22BF2DE-7B68-4209-8C66-9CA86387A4A2}" type="presParOf" srcId="{0CC71D2B-3922-480A-94D5-4A88379A8711}" destId="{00D86859-196B-401C-8EA7-B547D2BA08CD}" srcOrd="1" destOrd="0" presId="urn:microsoft.com/office/officeart/2005/8/layout/orgChart1"/>
    <dgm:cxn modelId="{F3D95537-BE27-4CE0-BCB3-816D59B6FD0C}" type="presParOf" srcId="{69FDE268-1C3E-4D3C-A6FF-A7F1AEC24BF7}" destId="{6A42D117-59CB-4C22-A07F-D3158F5BB677}" srcOrd="1" destOrd="0" presId="urn:microsoft.com/office/officeart/2005/8/layout/orgChart1"/>
    <dgm:cxn modelId="{1DE761A7-EB5A-4811-B7AB-E1A5C7BD3DC2}" type="presParOf" srcId="{6A42D117-59CB-4C22-A07F-D3158F5BB677}" destId="{14BB7FBC-EBAA-4CD9-AE56-0FF835BFA147}" srcOrd="0" destOrd="0" presId="urn:microsoft.com/office/officeart/2005/8/layout/orgChart1"/>
    <dgm:cxn modelId="{7659C9CD-2FE8-4DC6-AE11-2315B8A1EE12}" type="presParOf" srcId="{6A42D117-59CB-4C22-A07F-D3158F5BB677}" destId="{E01E35AB-A076-42D6-BEDA-281BB991E59D}" srcOrd="1" destOrd="0" presId="urn:microsoft.com/office/officeart/2005/8/layout/orgChart1"/>
    <dgm:cxn modelId="{E2EB3C80-1038-461D-98F6-93D2D1060B5F}" type="presParOf" srcId="{E01E35AB-A076-42D6-BEDA-281BB991E59D}" destId="{36743771-5434-4A67-97BC-0C5C71C02105}" srcOrd="0" destOrd="0" presId="urn:microsoft.com/office/officeart/2005/8/layout/orgChart1"/>
    <dgm:cxn modelId="{E1162F01-BE1E-40BD-BB4F-BF272B92E4C9}" type="presParOf" srcId="{36743771-5434-4A67-97BC-0C5C71C02105}" destId="{5D4A1195-F866-46BE-A0E4-D6EA06EEB61F}" srcOrd="0" destOrd="0" presId="urn:microsoft.com/office/officeart/2005/8/layout/orgChart1"/>
    <dgm:cxn modelId="{DAF9C3EB-1D39-4EBC-8518-D72C191F7DBF}" type="presParOf" srcId="{36743771-5434-4A67-97BC-0C5C71C02105}" destId="{E80EA2BE-350E-4C02-BC1E-340EFCEF6614}" srcOrd="1" destOrd="0" presId="urn:microsoft.com/office/officeart/2005/8/layout/orgChart1"/>
    <dgm:cxn modelId="{7CC555CC-8D7B-42AC-8ED1-BDB306131D7A}" type="presParOf" srcId="{E01E35AB-A076-42D6-BEDA-281BB991E59D}" destId="{4985EE95-4626-400D-BCF0-A97E124F9AF9}" srcOrd="1" destOrd="0" presId="urn:microsoft.com/office/officeart/2005/8/layout/orgChart1"/>
    <dgm:cxn modelId="{E0339DB4-5675-4708-B054-8F1FCB5BFD68}" type="presParOf" srcId="{E01E35AB-A076-42D6-BEDA-281BB991E59D}" destId="{511486BD-AA4F-4656-A0D8-5A5BBD2E9DB6}" srcOrd="2" destOrd="0" presId="urn:microsoft.com/office/officeart/2005/8/layout/orgChart1"/>
    <dgm:cxn modelId="{A8F41DF8-D82E-4F30-BF40-C97088FD3150}" type="presParOf" srcId="{69FDE268-1C3E-4D3C-A6FF-A7F1AEC24BF7}" destId="{D7371189-9067-425E-8787-BEF2F709BD3D}" srcOrd="2" destOrd="0" presId="urn:microsoft.com/office/officeart/2005/8/layout/orgChart1"/>
    <dgm:cxn modelId="{25760A89-9AD0-4DCA-B790-EE12A1B7F311}" type="presParOf" srcId="{9E13BDC3-DCA6-4F57-BC98-0CA73FAB1DE6}" destId="{7D559A29-3EBA-4036-824E-942A207B14AD}" srcOrd="2" destOrd="0" presId="urn:microsoft.com/office/officeart/2005/8/layout/orgChart1"/>
    <dgm:cxn modelId="{45632516-CF42-48E9-AB2D-908D96F9DE3A}" type="presParOf" srcId="{9E13BDC3-DCA6-4F57-BC98-0CA73FAB1DE6}" destId="{2E6F5F9F-203E-40C7-AAD7-6AFD76D65A03}" srcOrd="3" destOrd="0" presId="urn:microsoft.com/office/officeart/2005/8/layout/orgChart1"/>
    <dgm:cxn modelId="{D9B0D4D7-1106-4114-8DE5-3F129DBA73B8}" type="presParOf" srcId="{2E6F5F9F-203E-40C7-AAD7-6AFD76D65A03}" destId="{15CA8DAC-3361-4987-A9B0-E9AF539AD666}" srcOrd="0" destOrd="0" presId="urn:microsoft.com/office/officeart/2005/8/layout/orgChart1"/>
    <dgm:cxn modelId="{00480F03-47DC-4361-8954-A5F192E8DD0B}" type="presParOf" srcId="{15CA8DAC-3361-4987-A9B0-E9AF539AD666}" destId="{9583B7E4-1C80-4025-94AB-40877C6A07BA}" srcOrd="0" destOrd="0" presId="urn:microsoft.com/office/officeart/2005/8/layout/orgChart1"/>
    <dgm:cxn modelId="{5F1FD4E2-4BC9-4E36-8384-DC7B5C13EA55}" type="presParOf" srcId="{15CA8DAC-3361-4987-A9B0-E9AF539AD666}" destId="{7EE3C85E-EC60-4DD1-B168-72A8F5C865A3}" srcOrd="1" destOrd="0" presId="urn:microsoft.com/office/officeart/2005/8/layout/orgChart1"/>
    <dgm:cxn modelId="{81347D25-0050-49E6-A061-7CDB26C87F4C}" type="presParOf" srcId="{2E6F5F9F-203E-40C7-AAD7-6AFD76D65A03}" destId="{2B4A370E-EE43-47ED-A359-28F0E82F7716}" srcOrd="1" destOrd="0" presId="urn:microsoft.com/office/officeart/2005/8/layout/orgChart1"/>
    <dgm:cxn modelId="{FEB711E4-74AF-419B-AB1B-0FD9BA615C73}" type="presParOf" srcId="{2E6F5F9F-203E-40C7-AAD7-6AFD76D65A03}" destId="{7BC920AC-D1C4-45D7-B6D8-0F13F7C91EC1}" srcOrd="2" destOrd="0" presId="urn:microsoft.com/office/officeart/2005/8/layout/orgChart1"/>
    <dgm:cxn modelId="{1011E89F-23B2-4B1A-83A2-00D9965C08EB}" type="presParOf" srcId="{E8E5A16F-F627-4C52-94E9-9077D58984E7}" destId="{C196A0B9-C150-44E4-B958-E0B8D9228944}"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83F9EDD-F9BC-48A0-AC1C-DB080F3B04CD}" type="doc">
      <dgm:prSet loTypeId="urn:microsoft.com/office/officeart/2005/8/layout/orgChart1" loCatId="hierarchy" qsTypeId="urn:microsoft.com/office/officeart/2005/8/quickstyle/simple1" qsCatId="simple" csTypeId="urn:microsoft.com/office/officeart/2005/8/colors/colorful3" csCatId="colorful" phldr="1"/>
      <dgm:spPr/>
      <dgm:t>
        <a:bodyPr/>
        <a:lstStyle/>
        <a:p>
          <a:endParaRPr lang="en-GB"/>
        </a:p>
      </dgm:t>
    </dgm:pt>
    <dgm:pt modelId="{2A95401C-3A4C-4DCF-A999-A63CDF226ED5}">
      <dgm:prSet phldrT="[Text]"/>
      <dgm:spPr/>
      <dgm:t>
        <a:bodyPr/>
        <a:lstStyle/>
        <a:p>
          <a:r>
            <a:rPr lang="en-GB" dirty="0">
              <a:solidFill>
                <a:schemeClr val="tx1"/>
              </a:solidFill>
            </a:rPr>
            <a:t>World price of apples = $10/kg</a:t>
          </a:r>
        </a:p>
      </dgm:t>
    </dgm:pt>
    <dgm:pt modelId="{15362AB6-FC6F-4B6C-A1E2-AAB36AF3AAA6}" type="parTrans" cxnId="{E014F086-30C2-4623-99C0-810CAACDF960}">
      <dgm:prSet/>
      <dgm:spPr/>
      <dgm:t>
        <a:bodyPr/>
        <a:lstStyle/>
        <a:p>
          <a:endParaRPr lang="en-GB">
            <a:solidFill>
              <a:schemeClr val="tx1"/>
            </a:solidFill>
          </a:endParaRPr>
        </a:p>
      </dgm:t>
    </dgm:pt>
    <dgm:pt modelId="{28EE2978-9082-4E20-8437-F238A0A10CA1}" type="sibTrans" cxnId="{E014F086-30C2-4623-99C0-810CAACDF960}">
      <dgm:prSet/>
      <dgm:spPr/>
      <dgm:t>
        <a:bodyPr/>
        <a:lstStyle/>
        <a:p>
          <a:endParaRPr lang="en-GB">
            <a:solidFill>
              <a:schemeClr val="tx1"/>
            </a:solidFill>
          </a:endParaRPr>
        </a:p>
      </dgm:t>
    </dgm:pt>
    <dgm:pt modelId="{8891EF15-AE6C-4350-AE31-E330BCC2DBF9}">
      <dgm:prSet phldrT="[Text]"/>
      <dgm:spPr/>
      <dgm:t>
        <a:bodyPr/>
        <a:lstStyle/>
        <a:p>
          <a:r>
            <a:rPr lang="en-GB" dirty="0">
              <a:solidFill>
                <a:schemeClr val="tx1"/>
              </a:solidFill>
            </a:rPr>
            <a:t>Specific tax of $1 per kg </a:t>
          </a:r>
        </a:p>
      </dgm:t>
    </dgm:pt>
    <dgm:pt modelId="{654532B8-FEE0-410E-A142-5C9172C571DF}" type="parTrans" cxnId="{08F9CE69-93B5-4F23-8BB7-FBA71A23BFB5}">
      <dgm:prSet/>
      <dgm:spPr/>
      <dgm:t>
        <a:bodyPr/>
        <a:lstStyle/>
        <a:p>
          <a:endParaRPr lang="en-GB">
            <a:solidFill>
              <a:schemeClr val="tx1"/>
            </a:solidFill>
          </a:endParaRPr>
        </a:p>
      </dgm:t>
    </dgm:pt>
    <dgm:pt modelId="{129B8078-6118-4506-A364-B5058A1190BC}" type="sibTrans" cxnId="{08F9CE69-93B5-4F23-8BB7-FBA71A23BFB5}">
      <dgm:prSet/>
      <dgm:spPr/>
      <dgm:t>
        <a:bodyPr/>
        <a:lstStyle/>
        <a:p>
          <a:endParaRPr lang="en-GB">
            <a:solidFill>
              <a:schemeClr val="tx1"/>
            </a:solidFill>
          </a:endParaRPr>
        </a:p>
      </dgm:t>
    </dgm:pt>
    <dgm:pt modelId="{ABBEF53E-0A27-4192-894C-6F4F64B6E9AF}">
      <dgm:prSet phldrT="[Text]"/>
      <dgm:spPr/>
      <dgm:t>
        <a:bodyPr/>
        <a:lstStyle/>
        <a:p>
          <a:r>
            <a:rPr lang="en-GB" dirty="0">
              <a:solidFill>
                <a:schemeClr val="tx1"/>
              </a:solidFill>
            </a:rPr>
            <a:t>Ad valorem Tax of 20% </a:t>
          </a:r>
        </a:p>
      </dgm:t>
    </dgm:pt>
    <dgm:pt modelId="{664AC1EB-D53C-43FD-86A2-97B3E715C8F4}" type="parTrans" cxnId="{C94FB114-E5FE-4FB7-AB99-BD9DF2E05480}">
      <dgm:prSet/>
      <dgm:spPr/>
      <dgm:t>
        <a:bodyPr/>
        <a:lstStyle/>
        <a:p>
          <a:endParaRPr lang="en-GB">
            <a:solidFill>
              <a:schemeClr val="tx1"/>
            </a:solidFill>
          </a:endParaRPr>
        </a:p>
      </dgm:t>
    </dgm:pt>
    <dgm:pt modelId="{135CF1A4-2D4C-42C5-A188-57F9E2632193}" type="sibTrans" cxnId="{C94FB114-E5FE-4FB7-AB99-BD9DF2E05480}">
      <dgm:prSet/>
      <dgm:spPr/>
      <dgm:t>
        <a:bodyPr/>
        <a:lstStyle/>
        <a:p>
          <a:endParaRPr lang="en-GB">
            <a:solidFill>
              <a:schemeClr val="tx1"/>
            </a:solidFill>
          </a:endParaRPr>
        </a:p>
      </dgm:t>
    </dgm:pt>
    <dgm:pt modelId="{36FF0DA5-CE14-4E8D-8FC0-33F725ACE79C}" type="asst">
      <dgm:prSet phldrT="[Text]" custT="1"/>
      <dgm:spPr/>
      <dgm:t>
        <a:bodyPr/>
        <a:lstStyle/>
        <a:p>
          <a:r>
            <a:rPr lang="en-GB" sz="2000" dirty="0">
              <a:solidFill>
                <a:schemeClr val="tx1"/>
              </a:solidFill>
            </a:rPr>
            <a:t>Tariff imposed  = </a:t>
          </a:r>
          <a:r>
            <a:rPr lang="en-GB" sz="2400" b="1" dirty="0">
              <a:solidFill>
                <a:schemeClr val="tx1"/>
              </a:solidFill>
              <a:highlight>
                <a:srgbClr val="FFFF00"/>
              </a:highlight>
            </a:rPr>
            <a:t>tax on imports</a:t>
          </a:r>
          <a:endParaRPr lang="en-GB" sz="2000" b="1" dirty="0">
            <a:solidFill>
              <a:schemeClr val="tx1"/>
            </a:solidFill>
            <a:highlight>
              <a:srgbClr val="FFFF00"/>
            </a:highlight>
          </a:endParaRPr>
        </a:p>
      </dgm:t>
    </dgm:pt>
    <dgm:pt modelId="{E9C3FA30-CB59-4A56-A1EE-2939A5269376}" type="sibTrans" cxnId="{213F463C-296D-4868-A525-62FA7D320152}">
      <dgm:prSet/>
      <dgm:spPr/>
      <dgm:t>
        <a:bodyPr/>
        <a:lstStyle/>
        <a:p>
          <a:endParaRPr lang="en-GB">
            <a:solidFill>
              <a:schemeClr val="tx1"/>
            </a:solidFill>
          </a:endParaRPr>
        </a:p>
      </dgm:t>
    </dgm:pt>
    <dgm:pt modelId="{F580FDA0-25F6-4482-80B2-8DDCE966561B}" type="parTrans" cxnId="{213F463C-296D-4868-A525-62FA7D320152}">
      <dgm:prSet/>
      <dgm:spPr/>
      <dgm:t>
        <a:bodyPr/>
        <a:lstStyle/>
        <a:p>
          <a:endParaRPr lang="en-GB">
            <a:solidFill>
              <a:schemeClr val="tx1"/>
            </a:solidFill>
          </a:endParaRPr>
        </a:p>
      </dgm:t>
    </dgm:pt>
    <dgm:pt modelId="{5DBF96E7-8EC9-4A04-AE8F-3F3832ED7534}">
      <dgm:prSet/>
      <dgm:spPr>
        <a:solidFill>
          <a:schemeClr val="accent2"/>
        </a:solidFill>
      </dgm:spPr>
      <dgm:t>
        <a:bodyPr/>
        <a:lstStyle/>
        <a:p>
          <a:r>
            <a:rPr lang="en-GB" dirty="0">
              <a:solidFill>
                <a:schemeClr val="tx1"/>
              </a:solidFill>
            </a:rPr>
            <a:t>New price </a:t>
          </a:r>
        </a:p>
        <a:p>
          <a:r>
            <a:rPr lang="en-GB" dirty="0">
              <a:solidFill>
                <a:schemeClr val="tx1"/>
              </a:solidFill>
            </a:rPr>
            <a:t>$10 + $1 = $11 </a:t>
          </a:r>
        </a:p>
      </dgm:t>
    </dgm:pt>
    <dgm:pt modelId="{F9A6FE9F-FA15-4E33-8CA6-8D3545420E3E}" type="parTrans" cxnId="{705C0B09-E062-4A46-BEB6-1F8840031755}">
      <dgm:prSet/>
      <dgm:spPr/>
      <dgm:t>
        <a:bodyPr/>
        <a:lstStyle/>
        <a:p>
          <a:endParaRPr lang="en-GB">
            <a:solidFill>
              <a:schemeClr val="tx1"/>
            </a:solidFill>
          </a:endParaRPr>
        </a:p>
      </dgm:t>
    </dgm:pt>
    <dgm:pt modelId="{10B7F238-F10F-493F-856E-9491D409856D}" type="sibTrans" cxnId="{705C0B09-E062-4A46-BEB6-1F8840031755}">
      <dgm:prSet/>
      <dgm:spPr/>
      <dgm:t>
        <a:bodyPr/>
        <a:lstStyle/>
        <a:p>
          <a:endParaRPr lang="en-GB">
            <a:solidFill>
              <a:schemeClr val="tx1"/>
            </a:solidFill>
          </a:endParaRPr>
        </a:p>
      </dgm:t>
    </dgm:pt>
    <dgm:pt modelId="{A08FD626-1CEA-41F5-B0EE-B434EF6B91C0}">
      <dgm:prSet/>
      <dgm:spPr>
        <a:solidFill>
          <a:schemeClr val="accent2"/>
        </a:solidFill>
      </dgm:spPr>
      <dgm:t>
        <a:bodyPr/>
        <a:lstStyle/>
        <a:p>
          <a:r>
            <a:rPr lang="en-GB" dirty="0">
              <a:solidFill>
                <a:schemeClr val="tx1"/>
              </a:solidFill>
            </a:rPr>
            <a:t>New price</a:t>
          </a:r>
        </a:p>
        <a:p>
          <a:r>
            <a:rPr lang="en-GB" dirty="0">
              <a:solidFill>
                <a:schemeClr val="tx1"/>
              </a:solidFill>
            </a:rPr>
            <a:t>$10 + 0.2X$10= $12  </a:t>
          </a:r>
        </a:p>
      </dgm:t>
    </dgm:pt>
    <dgm:pt modelId="{05279942-CCD8-455A-9912-5AB1CB3B7FD5}" type="parTrans" cxnId="{7C188E3D-B372-4B94-8A2C-DD75BBC88FBB}">
      <dgm:prSet/>
      <dgm:spPr/>
      <dgm:t>
        <a:bodyPr/>
        <a:lstStyle/>
        <a:p>
          <a:endParaRPr lang="en-GB">
            <a:solidFill>
              <a:schemeClr val="tx1"/>
            </a:solidFill>
          </a:endParaRPr>
        </a:p>
      </dgm:t>
    </dgm:pt>
    <dgm:pt modelId="{F4581C8B-348C-4851-9A50-8B11612ED794}" type="sibTrans" cxnId="{7C188E3D-B372-4B94-8A2C-DD75BBC88FBB}">
      <dgm:prSet/>
      <dgm:spPr/>
      <dgm:t>
        <a:bodyPr/>
        <a:lstStyle/>
        <a:p>
          <a:endParaRPr lang="en-GB">
            <a:solidFill>
              <a:schemeClr val="tx1"/>
            </a:solidFill>
          </a:endParaRPr>
        </a:p>
      </dgm:t>
    </dgm:pt>
    <dgm:pt modelId="{0CB4500A-4FE5-48E5-834B-FA733EFD55E7}" type="pres">
      <dgm:prSet presAssocID="{B83F9EDD-F9BC-48A0-AC1C-DB080F3B04CD}" presName="hierChild1" presStyleCnt="0">
        <dgm:presLayoutVars>
          <dgm:orgChart val="1"/>
          <dgm:chPref val="1"/>
          <dgm:dir/>
          <dgm:animOne val="branch"/>
          <dgm:animLvl val="lvl"/>
          <dgm:resizeHandles/>
        </dgm:presLayoutVars>
      </dgm:prSet>
      <dgm:spPr/>
    </dgm:pt>
    <dgm:pt modelId="{B0778C60-2BCA-46F1-8ABD-C5AA5070D6D1}" type="pres">
      <dgm:prSet presAssocID="{2A95401C-3A4C-4DCF-A999-A63CDF226ED5}" presName="hierRoot1" presStyleCnt="0">
        <dgm:presLayoutVars>
          <dgm:hierBranch val="init"/>
        </dgm:presLayoutVars>
      </dgm:prSet>
      <dgm:spPr/>
    </dgm:pt>
    <dgm:pt modelId="{EE55D213-2E76-4D07-A6A5-F7A580D71646}" type="pres">
      <dgm:prSet presAssocID="{2A95401C-3A4C-4DCF-A999-A63CDF226ED5}" presName="rootComposite1" presStyleCnt="0"/>
      <dgm:spPr/>
    </dgm:pt>
    <dgm:pt modelId="{BAF8FD23-ED33-498D-AF4C-983AC5B24DAE}" type="pres">
      <dgm:prSet presAssocID="{2A95401C-3A4C-4DCF-A999-A63CDF226ED5}" presName="rootText1" presStyleLbl="node0" presStyleIdx="0" presStyleCnt="1" custScaleX="220855" custScaleY="109666">
        <dgm:presLayoutVars>
          <dgm:chPref val="3"/>
        </dgm:presLayoutVars>
      </dgm:prSet>
      <dgm:spPr/>
    </dgm:pt>
    <dgm:pt modelId="{083D4D5A-2935-432D-8035-0C2A4A5124FE}" type="pres">
      <dgm:prSet presAssocID="{2A95401C-3A4C-4DCF-A999-A63CDF226ED5}" presName="rootConnector1" presStyleLbl="node1" presStyleIdx="0" presStyleCnt="0"/>
      <dgm:spPr/>
    </dgm:pt>
    <dgm:pt modelId="{55905E0F-91A0-4B87-BE3E-F22B1A841DF2}" type="pres">
      <dgm:prSet presAssocID="{2A95401C-3A4C-4DCF-A999-A63CDF226ED5}" presName="hierChild2" presStyleCnt="0"/>
      <dgm:spPr/>
    </dgm:pt>
    <dgm:pt modelId="{D51762D2-A678-4F4A-B433-EB291DE65946}" type="pres">
      <dgm:prSet presAssocID="{654532B8-FEE0-410E-A142-5C9172C571DF}" presName="Name37" presStyleLbl="parChTrans1D2" presStyleIdx="0" presStyleCnt="3"/>
      <dgm:spPr/>
    </dgm:pt>
    <dgm:pt modelId="{0E52F690-1FB3-4016-8EDE-AE08B9B5A476}" type="pres">
      <dgm:prSet presAssocID="{8891EF15-AE6C-4350-AE31-E330BCC2DBF9}" presName="hierRoot2" presStyleCnt="0">
        <dgm:presLayoutVars>
          <dgm:hierBranch val="init"/>
        </dgm:presLayoutVars>
      </dgm:prSet>
      <dgm:spPr/>
    </dgm:pt>
    <dgm:pt modelId="{31CC0EC3-94D2-4E3E-B721-7F351E6AB0B8}" type="pres">
      <dgm:prSet presAssocID="{8891EF15-AE6C-4350-AE31-E330BCC2DBF9}" presName="rootComposite" presStyleCnt="0"/>
      <dgm:spPr/>
    </dgm:pt>
    <dgm:pt modelId="{2E366FFB-A9D0-4FCD-A179-9FD2E77AD5DC}" type="pres">
      <dgm:prSet presAssocID="{8891EF15-AE6C-4350-AE31-E330BCC2DBF9}" presName="rootText" presStyleLbl="node2" presStyleIdx="0" presStyleCnt="2" custScaleX="162313">
        <dgm:presLayoutVars>
          <dgm:chPref val="3"/>
        </dgm:presLayoutVars>
      </dgm:prSet>
      <dgm:spPr/>
    </dgm:pt>
    <dgm:pt modelId="{488FAADC-E9C6-41D0-BA0A-A437E8B84A64}" type="pres">
      <dgm:prSet presAssocID="{8891EF15-AE6C-4350-AE31-E330BCC2DBF9}" presName="rootConnector" presStyleLbl="node2" presStyleIdx="0" presStyleCnt="2"/>
      <dgm:spPr/>
    </dgm:pt>
    <dgm:pt modelId="{F47B50CC-8D7E-4A7C-A6D2-DD96FFC2ED5C}" type="pres">
      <dgm:prSet presAssocID="{8891EF15-AE6C-4350-AE31-E330BCC2DBF9}" presName="hierChild4" presStyleCnt="0"/>
      <dgm:spPr/>
    </dgm:pt>
    <dgm:pt modelId="{3F41FDCF-EF24-414F-8313-DF16B29E3680}" type="pres">
      <dgm:prSet presAssocID="{F9A6FE9F-FA15-4E33-8CA6-8D3545420E3E}" presName="Name37" presStyleLbl="parChTrans1D3" presStyleIdx="0" presStyleCnt="2"/>
      <dgm:spPr/>
    </dgm:pt>
    <dgm:pt modelId="{C72415CE-7334-4F52-88B5-ADF3F7B91BED}" type="pres">
      <dgm:prSet presAssocID="{5DBF96E7-8EC9-4A04-AE8F-3F3832ED7534}" presName="hierRoot2" presStyleCnt="0">
        <dgm:presLayoutVars>
          <dgm:hierBranch val="init"/>
        </dgm:presLayoutVars>
      </dgm:prSet>
      <dgm:spPr/>
    </dgm:pt>
    <dgm:pt modelId="{96A32927-C6D3-46D7-BF41-A464898B12CF}" type="pres">
      <dgm:prSet presAssocID="{5DBF96E7-8EC9-4A04-AE8F-3F3832ED7534}" presName="rootComposite" presStyleCnt="0"/>
      <dgm:spPr/>
    </dgm:pt>
    <dgm:pt modelId="{AB36A197-FB73-4966-B5BB-27100DE868D2}" type="pres">
      <dgm:prSet presAssocID="{5DBF96E7-8EC9-4A04-AE8F-3F3832ED7534}" presName="rootText" presStyleLbl="node3" presStyleIdx="0" presStyleCnt="2">
        <dgm:presLayoutVars>
          <dgm:chPref val="3"/>
        </dgm:presLayoutVars>
      </dgm:prSet>
      <dgm:spPr/>
    </dgm:pt>
    <dgm:pt modelId="{F6304FE6-3A52-49B4-9C03-2CB5EF6E8379}" type="pres">
      <dgm:prSet presAssocID="{5DBF96E7-8EC9-4A04-AE8F-3F3832ED7534}" presName="rootConnector" presStyleLbl="node3" presStyleIdx="0" presStyleCnt="2"/>
      <dgm:spPr/>
    </dgm:pt>
    <dgm:pt modelId="{A09B4B9A-4B23-42EC-952B-8A13F2128AD5}" type="pres">
      <dgm:prSet presAssocID="{5DBF96E7-8EC9-4A04-AE8F-3F3832ED7534}" presName="hierChild4" presStyleCnt="0"/>
      <dgm:spPr/>
    </dgm:pt>
    <dgm:pt modelId="{F8F5989C-94AA-4870-AA04-F8753F795288}" type="pres">
      <dgm:prSet presAssocID="{5DBF96E7-8EC9-4A04-AE8F-3F3832ED7534}" presName="hierChild5" presStyleCnt="0"/>
      <dgm:spPr/>
    </dgm:pt>
    <dgm:pt modelId="{43F8A18E-B58C-4414-99ED-2FB48EE2BA07}" type="pres">
      <dgm:prSet presAssocID="{8891EF15-AE6C-4350-AE31-E330BCC2DBF9}" presName="hierChild5" presStyleCnt="0"/>
      <dgm:spPr/>
    </dgm:pt>
    <dgm:pt modelId="{A7AC2096-6B5D-4D05-AFD8-A21F27E4660D}" type="pres">
      <dgm:prSet presAssocID="{664AC1EB-D53C-43FD-86A2-97B3E715C8F4}" presName="Name37" presStyleLbl="parChTrans1D2" presStyleIdx="1" presStyleCnt="3"/>
      <dgm:spPr/>
    </dgm:pt>
    <dgm:pt modelId="{1F519B68-EFED-4684-A561-4553FCA07BA9}" type="pres">
      <dgm:prSet presAssocID="{ABBEF53E-0A27-4192-894C-6F4F64B6E9AF}" presName="hierRoot2" presStyleCnt="0">
        <dgm:presLayoutVars>
          <dgm:hierBranch val="init"/>
        </dgm:presLayoutVars>
      </dgm:prSet>
      <dgm:spPr/>
    </dgm:pt>
    <dgm:pt modelId="{913794DD-5F8C-49F8-929B-D498A48A07B1}" type="pres">
      <dgm:prSet presAssocID="{ABBEF53E-0A27-4192-894C-6F4F64B6E9AF}" presName="rootComposite" presStyleCnt="0"/>
      <dgm:spPr/>
    </dgm:pt>
    <dgm:pt modelId="{2417EE78-6536-47BB-920D-4FED75FC3EFA}" type="pres">
      <dgm:prSet presAssocID="{ABBEF53E-0A27-4192-894C-6F4F64B6E9AF}" presName="rootText" presStyleLbl="node2" presStyleIdx="1" presStyleCnt="2" custScaleX="142763">
        <dgm:presLayoutVars>
          <dgm:chPref val="3"/>
        </dgm:presLayoutVars>
      </dgm:prSet>
      <dgm:spPr/>
    </dgm:pt>
    <dgm:pt modelId="{615C043C-1626-44A7-93FA-3FA05F8D0FFF}" type="pres">
      <dgm:prSet presAssocID="{ABBEF53E-0A27-4192-894C-6F4F64B6E9AF}" presName="rootConnector" presStyleLbl="node2" presStyleIdx="1" presStyleCnt="2"/>
      <dgm:spPr/>
    </dgm:pt>
    <dgm:pt modelId="{38BEF67D-0350-449F-ACE1-3C5265A47489}" type="pres">
      <dgm:prSet presAssocID="{ABBEF53E-0A27-4192-894C-6F4F64B6E9AF}" presName="hierChild4" presStyleCnt="0"/>
      <dgm:spPr/>
    </dgm:pt>
    <dgm:pt modelId="{37E6D713-3FCC-46F2-A5E1-AC4D3B365E79}" type="pres">
      <dgm:prSet presAssocID="{05279942-CCD8-455A-9912-5AB1CB3B7FD5}" presName="Name37" presStyleLbl="parChTrans1D3" presStyleIdx="1" presStyleCnt="2"/>
      <dgm:spPr/>
    </dgm:pt>
    <dgm:pt modelId="{49DB8C37-4509-48E1-BBEF-E9522ACF80FD}" type="pres">
      <dgm:prSet presAssocID="{A08FD626-1CEA-41F5-B0EE-B434EF6B91C0}" presName="hierRoot2" presStyleCnt="0">
        <dgm:presLayoutVars>
          <dgm:hierBranch val="init"/>
        </dgm:presLayoutVars>
      </dgm:prSet>
      <dgm:spPr/>
    </dgm:pt>
    <dgm:pt modelId="{D794AED4-9DA5-4D30-8ACF-2B0664A46704}" type="pres">
      <dgm:prSet presAssocID="{A08FD626-1CEA-41F5-B0EE-B434EF6B91C0}" presName="rootComposite" presStyleCnt="0"/>
      <dgm:spPr/>
    </dgm:pt>
    <dgm:pt modelId="{1BF600C5-3A39-4664-81C3-74ECD094EEE2}" type="pres">
      <dgm:prSet presAssocID="{A08FD626-1CEA-41F5-B0EE-B434EF6B91C0}" presName="rootText" presStyleLbl="node3" presStyleIdx="1" presStyleCnt="2">
        <dgm:presLayoutVars>
          <dgm:chPref val="3"/>
        </dgm:presLayoutVars>
      </dgm:prSet>
      <dgm:spPr/>
    </dgm:pt>
    <dgm:pt modelId="{908614F8-9231-4462-A8EB-8BDED132911C}" type="pres">
      <dgm:prSet presAssocID="{A08FD626-1CEA-41F5-B0EE-B434EF6B91C0}" presName="rootConnector" presStyleLbl="node3" presStyleIdx="1" presStyleCnt="2"/>
      <dgm:spPr/>
    </dgm:pt>
    <dgm:pt modelId="{0A4D1E7B-E010-4FC6-9040-6681117069BD}" type="pres">
      <dgm:prSet presAssocID="{A08FD626-1CEA-41F5-B0EE-B434EF6B91C0}" presName="hierChild4" presStyleCnt="0"/>
      <dgm:spPr/>
    </dgm:pt>
    <dgm:pt modelId="{A4AB4BD2-045A-4EE7-8666-1CC2875C8876}" type="pres">
      <dgm:prSet presAssocID="{A08FD626-1CEA-41F5-B0EE-B434EF6B91C0}" presName="hierChild5" presStyleCnt="0"/>
      <dgm:spPr/>
    </dgm:pt>
    <dgm:pt modelId="{F523E43E-B6F8-49EE-A545-7DD24036B53B}" type="pres">
      <dgm:prSet presAssocID="{ABBEF53E-0A27-4192-894C-6F4F64B6E9AF}" presName="hierChild5" presStyleCnt="0"/>
      <dgm:spPr/>
    </dgm:pt>
    <dgm:pt modelId="{300968B8-3729-4CB1-B63B-3D68903C8C46}" type="pres">
      <dgm:prSet presAssocID="{2A95401C-3A4C-4DCF-A999-A63CDF226ED5}" presName="hierChild3" presStyleCnt="0"/>
      <dgm:spPr/>
    </dgm:pt>
    <dgm:pt modelId="{6DF06309-9D9F-4143-A949-C7248C0D89B4}" type="pres">
      <dgm:prSet presAssocID="{F580FDA0-25F6-4482-80B2-8DDCE966561B}" presName="Name111" presStyleLbl="parChTrans1D2" presStyleIdx="2" presStyleCnt="3"/>
      <dgm:spPr/>
    </dgm:pt>
    <dgm:pt modelId="{8AD6548E-31F2-4892-9CD1-E612D076A8CA}" type="pres">
      <dgm:prSet presAssocID="{36FF0DA5-CE14-4E8D-8FC0-33F725ACE79C}" presName="hierRoot3" presStyleCnt="0">
        <dgm:presLayoutVars>
          <dgm:hierBranch val="init"/>
        </dgm:presLayoutVars>
      </dgm:prSet>
      <dgm:spPr/>
    </dgm:pt>
    <dgm:pt modelId="{D1C152A2-2B7C-4985-8A14-12D28F6F2B31}" type="pres">
      <dgm:prSet presAssocID="{36FF0DA5-CE14-4E8D-8FC0-33F725ACE79C}" presName="rootComposite3" presStyleCnt="0"/>
      <dgm:spPr/>
    </dgm:pt>
    <dgm:pt modelId="{A2D39FF8-73BB-4E38-8B8F-2C3FC7995DF4}" type="pres">
      <dgm:prSet presAssocID="{36FF0DA5-CE14-4E8D-8FC0-33F725ACE79C}" presName="rootText3" presStyleLbl="asst1" presStyleIdx="0" presStyleCnt="1">
        <dgm:presLayoutVars>
          <dgm:chPref val="3"/>
        </dgm:presLayoutVars>
      </dgm:prSet>
      <dgm:spPr/>
    </dgm:pt>
    <dgm:pt modelId="{57C2A78D-00A9-449C-9B02-630810B6F77B}" type="pres">
      <dgm:prSet presAssocID="{36FF0DA5-CE14-4E8D-8FC0-33F725ACE79C}" presName="rootConnector3" presStyleLbl="asst1" presStyleIdx="0" presStyleCnt="1"/>
      <dgm:spPr/>
    </dgm:pt>
    <dgm:pt modelId="{BE99CB63-D433-4B88-9373-799615D47303}" type="pres">
      <dgm:prSet presAssocID="{36FF0DA5-CE14-4E8D-8FC0-33F725ACE79C}" presName="hierChild6" presStyleCnt="0"/>
      <dgm:spPr/>
    </dgm:pt>
    <dgm:pt modelId="{95008A0C-CACC-458D-B467-E3BC6BACADED}" type="pres">
      <dgm:prSet presAssocID="{36FF0DA5-CE14-4E8D-8FC0-33F725ACE79C}" presName="hierChild7" presStyleCnt="0"/>
      <dgm:spPr/>
    </dgm:pt>
  </dgm:ptLst>
  <dgm:cxnLst>
    <dgm:cxn modelId="{39867D01-EFEA-43D5-95CE-073D4F84E76A}" type="presOf" srcId="{36FF0DA5-CE14-4E8D-8FC0-33F725ACE79C}" destId="{57C2A78D-00A9-449C-9B02-630810B6F77B}" srcOrd="1" destOrd="0" presId="urn:microsoft.com/office/officeart/2005/8/layout/orgChart1"/>
    <dgm:cxn modelId="{96C7BC01-A62A-422A-BF6E-40B8665CC0B4}" type="presOf" srcId="{2A95401C-3A4C-4DCF-A999-A63CDF226ED5}" destId="{083D4D5A-2935-432D-8035-0C2A4A5124FE}" srcOrd="1" destOrd="0" presId="urn:microsoft.com/office/officeart/2005/8/layout/orgChart1"/>
    <dgm:cxn modelId="{705C0B09-E062-4A46-BEB6-1F8840031755}" srcId="{8891EF15-AE6C-4350-AE31-E330BCC2DBF9}" destId="{5DBF96E7-8EC9-4A04-AE8F-3F3832ED7534}" srcOrd="0" destOrd="0" parTransId="{F9A6FE9F-FA15-4E33-8CA6-8D3545420E3E}" sibTransId="{10B7F238-F10F-493F-856E-9491D409856D}"/>
    <dgm:cxn modelId="{B494AB09-CF5E-4776-A17A-34AF791E874E}" type="presOf" srcId="{2A95401C-3A4C-4DCF-A999-A63CDF226ED5}" destId="{BAF8FD23-ED33-498D-AF4C-983AC5B24DAE}" srcOrd="0" destOrd="0" presId="urn:microsoft.com/office/officeart/2005/8/layout/orgChart1"/>
    <dgm:cxn modelId="{B12C6F0C-728D-4CB8-BC81-FDD17D5AF19F}" type="presOf" srcId="{A08FD626-1CEA-41F5-B0EE-B434EF6B91C0}" destId="{1BF600C5-3A39-4664-81C3-74ECD094EEE2}" srcOrd="0" destOrd="0" presId="urn:microsoft.com/office/officeart/2005/8/layout/orgChart1"/>
    <dgm:cxn modelId="{C94FB114-E5FE-4FB7-AB99-BD9DF2E05480}" srcId="{2A95401C-3A4C-4DCF-A999-A63CDF226ED5}" destId="{ABBEF53E-0A27-4192-894C-6F4F64B6E9AF}" srcOrd="2" destOrd="0" parTransId="{664AC1EB-D53C-43FD-86A2-97B3E715C8F4}" sibTransId="{135CF1A4-2D4C-42C5-A188-57F9E2632193}"/>
    <dgm:cxn modelId="{B7656417-A79B-4287-85C2-A2442DCAEFAC}" type="presOf" srcId="{F9A6FE9F-FA15-4E33-8CA6-8D3545420E3E}" destId="{3F41FDCF-EF24-414F-8313-DF16B29E3680}" srcOrd="0" destOrd="0" presId="urn:microsoft.com/office/officeart/2005/8/layout/orgChart1"/>
    <dgm:cxn modelId="{96A7A71E-4359-47E2-89D1-21963757BC32}" type="presOf" srcId="{ABBEF53E-0A27-4192-894C-6F4F64B6E9AF}" destId="{2417EE78-6536-47BB-920D-4FED75FC3EFA}" srcOrd="0" destOrd="0" presId="urn:microsoft.com/office/officeart/2005/8/layout/orgChart1"/>
    <dgm:cxn modelId="{4ED8042A-FAF1-4866-BF84-2A44AEBDA95B}" type="presOf" srcId="{8891EF15-AE6C-4350-AE31-E330BCC2DBF9}" destId="{488FAADC-E9C6-41D0-BA0A-A437E8B84A64}" srcOrd="1" destOrd="0" presId="urn:microsoft.com/office/officeart/2005/8/layout/orgChart1"/>
    <dgm:cxn modelId="{36DBC135-7217-497D-9A42-C1C3F50BC189}" type="presOf" srcId="{664AC1EB-D53C-43FD-86A2-97B3E715C8F4}" destId="{A7AC2096-6B5D-4D05-AFD8-A21F27E4660D}" srcOrd="0" destOrd="0" presId="urn:microsoft.com/office/officeart/2005/8/layout/orgChart1"/>
    <dgm:cxn modelId="{213F463C-296D-4868-A525-62FA7D320152}" srcId="{2A95401C-3A4C-4DCF-A999-A63CDF226ED5}" destId="{36FF0DA5-CE14-4E8D-8FC0-33F725ACE79C}" srcOrd="0" destOrd="0" parTransId="{F580FDA0-25F6-4482-80B2-8DDCE966561B}" sibTransId="{E9C3FA30-CB59-4A56-A1EE-2939A5269376}"/>
    <dgm:cxn modelId="{7C188E3D-B372-4B94-8A2C-DD75BBC88FBB}" srcId="{ABBEF53E-0A27-4192-894C-6F4F64B6E9AF}" destId="{A08FD626-1CEA-41F5-B0EE-B434EF6B91C0}" srcOrd="0" destOrd="0" parTransId="{05279942-CCD8-455A-9912-5AB1CB3B7FD5}" sibTransId="{F4581C8B-348C-4851-9A50-8B11612ED794}"/>
    <dgm:cxn modelId="{164E3B41-8D9C-4D52-A307-75E7EAEA87C8}" type="presOf" srcId="{5DBF96E7-8EC9-4A04-AE8F-3F3832ED7534}" destId="{AB36A197-FB73-4966-B5BB-27100DE868D2}" srcOrd="0" destOrd="0" presId="urn:microsoft.com/office/officeart/2005/8/layout/orgChart1"/>
    <dgm:cxn modelId="{67353462-9C5D-4972-B223-676EA29CBDCC}" type="presOf" srcId="{05279942-CCD8-455A-9912-5AB1CB3B7FD5}" destId="{37E6D713-3FCC-46F2-A5E1-AC4D3B365E79}" srcOrd="0" destOrd="0" presId="urn:microsoft.com/office/officeart/2005/8/layout/orgChart1"/>
    <dgm:cxn modelId="{08F9CE69-93B5-4F23-8BB7-FBA71A23BFB5}" srcId="{2A95401C-3A4C-4DCF-A999-A63CDF226ED5}" destId="{8891EF15-AE6C-4350-AE31-E330BCC2DBF9}" srcOrd="1" destOrd="0" parTransId="{654532B8-FEE0-410E-A142-5C9172C571DF}" sibTransId="{129B8078-6118-4506-A364-B5058A1190BC}"/>
    <dgm:cxn modelId="{12490C6B-CEF5-4AFA-B905-7FE88857DE90}" type="presOf" srcId="{F580FDA0-25F6-4482-80B2-8DDCE966561B}" destId="{6DF06309-9D9F-4143-A949-C7248C0D89B4}" srcOrd="0" destOrd="0" presId="urn:microsoft.com/office/officeart/2005/8/layout/orgChart1"/>
    <dgm:cxn modelId="{EAE25A80-D553-4077-9EEC-B8FF477DF0E5}" type="presOf" srcId="{36FF0DA5-CE14-4E8D-8FC0-33F725ACE79C}" destId="{A2D39FF8-73BB-4E38-8B8F-2C3FC7995DF4}" srcOrd="0" destOrd="0" presId="urn:microsoft.com/office/officeart/2005/8/layout/orgChart1"/>
    <dgm:cxn modelId="{E014F086-30C2-4623-99C0-810CAACDF960}" srcId="{B83F9EDD-F9BC-48A0-AC1C-DB080F3B04CD}" destId="{2A95401C-3A4C-4DCF-A999-A63CDF226ED5}" srcOrd="0" destOrd="0" parTransId="{15362AB6-FC6F-4B6C-A1E2-AAB36AF3AAA6}" sibTransId="{28EE2978-9082-4E20-8437-F238A0A10CA1}"/>
    <dgm:cxn modelId="{355EF498-C9AA-4976-AC53-3D483A6CF64C}" type="presOf" srcId="{5DBF96E7-8EC9-4A04-AE8F-3F3832ED7534}" destId="{F6304FE6-3A52-49B4-9C03-2CB5EF6E8379}" srcOrd="1" destOrd="0" presId="urn:microsoft.com/office/officeart/2005/8/layout/orgChart1"/>
    <dgm:cxn modelId="{9F7A06B3-75BA-49C7-AA71-35AE63461401}" type="presOf" srcId="{A08FD626-1CEA-41F5-B0EE-B434EF6B91C0}" destId="{908614F8-9231-4462-A8EB-8BDED132911C}" srcOrd="1" destOrd="0" presId="urn:microsoft.com/office/officeart/2005/8/layout/orgChart1"/>
    <dgm:cxn modelId="{74D1CDB4-B55F-415B-BD0D-327293038ABA}" type="presOf" srcId="{8891EF15-AE6C-4350-AE31-E330BCC2DBF9}" destId="{2E366FFB-A9D0-4FCD-A179-9FD2E77AD5DC}" srcOrd="0" destOrd="0" presId="urn:microsoft.com/office/officeart/2005/8/layout/orgChart1"/>
    <dgm:cxn modelId="{8FC40BDB-5DFD-4453-97A3-6B1CC3641B73}" type="presOf" srcId="{654532B8-FEE0-410E-A142-5C9172C571DF}" destId="{D51762D2-A678-4F4A-B433-EB291DE65946}" srcOrd="0" destOrd="0" presId="urn:microsoft.com/office/officeart/2005/8/layout/orgChart1"/>
    <dgm:cxn modelId="{95CA2BE2-EAF5-4366-A1A9-1685B9862ED8}" type="presOf" srcId="{ABBEF53E-0A27-4192-894C-6F4F64B6E9AF}" destId="{615C043C-1626-44A7-93FA-3FA05F8D0FFF}" srcOrd="1" destOrd="0" presId="urn:microsoft.com/office/officeart/2005/8/layout/orgChart1"/>
    <dgm:cxn modelId="{9FE86AE8-A8BA-448A-A218-5C8B18776C1F}" type="presOf" srcId="{B83F9EDD-F9BC-48A0-AC1C-DB080F3B04CD}" destId="{0CB4500A-4FE5-48E5-834B-FA733EFD55E7}" srcOrd="0" destOrd="0" presId="urn:microsoft.com/office/officeart/2005/8/layout/orgChart1"/>
    <dgm:cxn modelId="{FCF7D4B0-A410-48E4-AC46-16B749CF2516}" type="presParOf" srcId="{0CB4500A-4FE5-48E5-834B-FA733EFD55E7}" destId="{B0778C60-2BCA-46F1-8ABD-C5AA5070D6D1}" srcOrd="0" destOrd="0" presId="urn:microsoft.com/office/officeart/2005/8/layout/orgChart1"/>
    <dgm:cxn modelId="{7430BB57-F60C-41BD-809C-37B993821212}" type="presParOf" srcId="{B0778C60-2BCA-46F1-8ABD-C5AA5070D6D1}" destId="{EE55D213-2E76-4D07-A6A5-F7A580D71646}" srcOrd="0" destOrd="0" presId="urn:microsoft.com/office/officeart/2005/8/layout/orgChart1"/>
    <dgm:cxn modelId="{DFECB0DB-5736-46E0-B9F1-4B31A3230C78}" type="presParOf" srcId="{EE55D213-2E76-4D07-A6A5-F7A580D71646}" destId="{BAF8FD23-ED33-498D-AF4C-983AC5B24DAE}" srcOrd="0" destOrd="0" presId="urn:microsoft.com/office/officeart/2005/8/layout/orgChart1"/>
    <dgm:cxn modelId="{66E69212-E3E8-4542-840C-5BB302F95666}" type="presParOf" srcId="{EE55D213-2E76-4D07-A6A5-F7A580D71646}" destId="{083D4D5A-2935-432D-8035-0C2A4A5124FE}" srcOrd="1" destOrd="0" presId="urn:microsoft.com/office/officeart/2005/8/layout/orgChart1"/>
    <dgm:cxn modelId="{F07FD799-6382-4C3C-A3ED-CC6130B9D9C9}" type="presParOf" srcId="{B0778C60-2BCA-46F1-8ABD-C5AA5070D6D1}" destId="{55905E0F-91A0-4B87-BE3E-F22B1A841DF2}" srcOrd="1" destOrd="0" presId="urn:microsoft.com/office/officeart/2005/8/layout/orgChart1"/>
    <dgm:cxn modelId="{57631F52-A213-4A7F-A715-D0D1B06CC479}" type="presParOf" srcId="{55905E0F-91A0-4B87-BE3E-F22B1A841DF2}" destId="{D51762D2-A678-4F4A-B433-EB291DE65946}" srcOrd="0" destOrd="0" presId="urn:microsoft.com/office/officeart/2005/8/layout/orgChart1"/>
    <dgm:cxn modelId="{02FCB1B0-9B9C-47F3-8138-01D9902A6377}" type="presParOf" srcId="{55905E0F-91A0-4B87-BE3E-F22B1A841DF2}" destId="{0E52F690-1FB3-4016-8EDE-AE08B9B5A476}" srcOrd="1" destOrd="0" presId="urn:microsoft.com/office/officeart/2005/8/layout/orgChart1"/>
    <dgm:cxn modelId="{1E25C1F8-CC51-4A6E-97E5-1F331725A59F}" type="presParOf" srcId="{0E52F690-1FB3-4016-8EDE-AE08B9B5A476}" destId="{31CC0EC3-94D2-4E3E-B721-7F351E6AB0B8}" srcOrd="0" destOrd="0" presId="urn:microsoft.com/office/officeart/2005/8/layout/orgChart1"/>
    <dgm:cxn modelId="{E8134C09-7892-4D02-B15B-27D79BB99EFE}" type="presParOf" srcId="{31CC0EC3-94D2-4E3E-B721-7F351E6AB0B8}" destId="{2E366FFB-A9D0-4FCD-A179-9FD2E77AD5DC}" srcOrd="0" destOrd="0" presId="urn:microsoft.com/office/officeart/2005/8/layout/orgChart1"/>
    <dgm:cxn modelId="{D9E3CA0D-3EAE-48FB-99BF-86F52B8105C7}" type="presParOf" srcId="{31CC0EC3-94D2-4E3E-B721-7F351E6AB0B8}" destId="{488FAADC-E9C6-41D0-BA0A-A437E8B84A64}" srcOrd="1" destOrd="0" presId="urn:microsoft.com/office/officeart/2005/8/layout/orgChart1"/>
    <dgm:cxn modelId="{3EDA368A-4230-4957-9613-7319EDF86E95}" type="presParOf" srcId="{0E52F690-1FB3-4016-8EDE-AE08B9B5A476}" destId="{F47B50CC-8D7E-4A7C-A6D2-DD96FFC2ED5C}" srcOrd="1" destOrd="0" presId="urn:microsoft.com/office/officeart/2005/8/layout/orgChart1"/>
    <dgm:cxn modelId="{9BA3B45C-B289-4475-87A9-5849FF6D7C16}" type="presParOf" srcId="{F47B50CC-8D7E-4A7C-A6D2-DD96FFC2ED5C}" destId="{3F41FDCF-EF24-414F-8313-DF16B29E3680}" srcOrd="0" destOrd="0" presId="urn:microsoft.com/office/officeart/2005/8/layout/orgChart1"/>
    <dgm:cxn modelId="{97750087-B294-4521-B49D-373769B51005}" type="presParOf" srcId="{F47B50CC-8D7E-4A7C-A6D2-DD96FFC2ED5C}" destId="{C72415CE-7334-4F52-88B5-ADF3F7B91BED}" srcOrd="1" destOrd="0" presId="urn:microsoft.com/office/officeart/2005/8/layout/orgChart1"/>
    <dgm:cxn modelId="{CEA2DEAA-C077-42FF-AC57-FB36EC6ADE27}" type="presParOf" srcId="{C72415CE-7334-4F52-88B5-ADF3F7B91BED}" destId="{96A32927-C6D3-46D7-BF41-A464898B12CF}" srcOrd="0" destOrd="0" presId="urn:microsoft.com/office/officeart/2005/8/layout/orgChart1"/>
    <dgm:cxn modelId="{E77889B4-DCC4-4E23-9D2D-3CA866836E00}" type="presParOf" srcId="{96A32927-C6D3-46D7-BF41-A464898B12CF}" destId="{AB36A197-FB73-4966-B5BB-27100DE868D2}" srcOrd="0" destOrd="0" presId="urn:microsoft.com/office/officeart/2005/8/layout/orgChart1"/>
    <dgm:cxn modelId="{885095C6-848B-44AC-AC08-AED949C4D8AF}" type="presParOf" srcId="{96A32927-C6D3-46D7-BF41-A464898B12CF}" destId="{F6304FE6-3A52-49B4-9C03-2CB5EF6E8379}" srcOrd="1" destOrd="0" presId="urn:microsoft.com/office/officeart/2005/8/layout/orgChart1"/>
    <dgm:cxn modelId="{539DF54F-4A96-4A40-813A-4FAFCB7A4EC3}" type="presParOf" srcId="{C72415CE-7334-4F52-88B5-ADF3F7B91BED}" destId="{A09B4B9A-4B23-42EC-952B-8A13F2128AD5}" srcOrd="1" destOrd="0" presId="urn:microsoft.com/office/officeart/2005/8/layout/orgChart1"/>
    <dgm:cxn modelId="{43348A71-A2D3-4BB3-9C9D-9DF450CDADB8}" type="presParOf" srcId="{C72415CE-7334-4F52-88B5-ADF3F7B91BED}" destId="{F8F5989C-94AA-4870-AA04-F8753F795288}" srcOrd="2" destOrd="0" presId="urn:microsoft.com/office/officeart/2005/8/layout/orgChart1"/>
    <dgm:cxn modelId="{0732C922-3FF9-46A7-9342-92785E94FCCF}" type="presParOf" srcId="{0E52F690-1FB3-4016-8EDE-AE08B9B5A476}" destId="{43F8A18E-B58C-4414-99ED-2FB48EE2BA07}" srcOrd="2" destOrd="0" presId="urn:microsoft.com/office/officeart/2005/8/layout/orgChart1"/>
    <dgm:cxn modelId="{E84D1146-D28E-446A-AE01-8E9E31E7E45F}" type="presParOf" srcId="{55905E0F-91A0-4B87-BE3E-F22B1A841DF2}" destId="{A7AC2096-6B5D-4D05-AFD8-A21F27E4660D}" srcOrd="2" destOrd="0" presId="urn:microsoft.com/office/officeart/2005/8/layout/orgChart1"/>
    <dgm:cxn modelId="{432C279E-943A-443D-9D90-403EFFEE43DF}" type="presParOf" srcId="{55905E0F-91A0-4B87-BE3E-F22B1A841DF2}" destId="{1F519B68-EFED-4684-A561-4553FCA07BA9}" srcOrd="3" destOrd="0" presId="urn:microsoft.com/office/officeart/2005/8/layout/orgChart1"/>
    <dgm:cxn modelId="{C538B00E-4288-41BD-9451-9766F3B068A7}" type="presParOf" srcId="{1F519B68-EFED-4684-A561-4553FCA07BA9}" destId="{913794DD-5F8C-49F8-929B-D498A48A07B1}" srcOrd="0" destOrd="0" presId="urn:microsoft.com/office/officeart/2005/8/layout/orgChart1"/>
    <dgm:cxn modelId="{2A484098-0E4F-4260-A72D-ABE39A5D308A}" type="presParOf" srcId="{913794DD-5F8C-49F8-929B-D498A48A07B1}" destId="{2417EE78-6536-47BB-920D-4FED75FC3EFA}" srcOrd="0" destOrd="0" presId="urn:microsoft.com/office/officeart/2005/8/layout/orgChart1"/>
    <dgm:cxn modelId="{FE9A4AB7-2999-4D36-9C8A-C748E1E9276E}" type="presParOf" srcId="{913794DD-5F8C-49F8-929B-D498A48A07B1}" destId="{615C043C-1626-44A7-93FA-3FA05F8D0FFF}" srcOrd="1" destOrd="0" presId="urn:microsoft.com/office/officeart/2005/8/layout/orgChart1"/>
    <dgm:cxn modelId="{454D37A3-04C2-4FFC-8051-DB9828D7FE4C}" type="presParOf" srcId="{1F519B68-EFED-4684-A561-4553FCA07BA9}" destId="{38BEF67D-0350-449F-ACE1-3C5265A47489}" srcOrd="1" destOrd="0" presId="urn:microsoft.com/office/officeart/2005/8/layout/orgChart1"/>
    <dgm:cxn modelId="{61ABA030-A41C-447C-B174-4E42F5639BF6}" type="presParOf" srcId="{38BEF67D-0350-449F-ACE1-3C5265A47489}" destId="{37E6D713-3FCC-46F2-A5E1-AC4D3B365E79}" srcOrd="0" destOrd="0" presId="urn:microsoft.com/office/officeart/2005/8/layout/orgChart1"/>
    <dgm:cxn modelId="{45ECC0D7-92E1-4BC6-B079-A20AAA785124}" type="presParOf" srcId="{38BEF67D-0350-449F-ACE1-3C5265A47489}" destId="{49DB8C37-4509-48E1-BBEF-E9522ACF80FD}" srcOrd="1" destOrd="0" presId="urn:microsoft.com/office/officeart/2005/8/layout/orgChart1"/>
    <dgm:cxn modelId="{D91353C5-BA63-4306-A30E-5C9541031582}" type="presParOf" srcId="{49DB8C37-4509-48E1-BBEF-E9522ACF80FD}" destId="{D794AED4-9DA5-4D30-8ACF-2B0664A46704}" srcOrd="0" destOrd="0" presId="urn:microsoft.com/office/officeart/2005/8/layout/orgChart1"/>
    <dgm:cxn modelId="{00819792-269C-4902-8BE4-17B0CC0F8D31}" type="presParOf" srcId="{D794AED4-9DA5-4D30-8ACF-2B0664A46704}" destId="{1BF600C5-3A39-4664-81C3-74ECD094EEE2}" srcOrd="0" destOrd="0" presId="urn:microsoft.com/office/officeart/2005/8/layout/orgChart1"/>
    <dgm:cxn modelId="{4D2D48EB-1CF7-4407-A5C4-543C91F61DB1}" type="presParOf" srcId="{D794AED4-9DA5-4D30-8ACF-2B0664A46704}" destId="{908614F8-9231-4462-A8EB-8BDED132911C}" srcOrd="1" destOrd="0" presId="urn:microsoft.com/office/officeart/2005/8/layout/orgChart1"/>
    <dgm:cxn modelId="{6A6D452A-8AF1-45F7-A704-D883E5B37B88}" type="presParOf" srcId="{49DB8C37-4509-48E1-BBEF-E9522ACF80FD}" destId="{0A4D1E7B-E010-4FC6-9040-6681117069BD}" srcOrd="1" destOrd="0" presId="urn:microsoft.com/office/officeart/2005/8/layout/orgChart1"/>
    <dgm:cxn modelId="{C9384C4D-51CA-40D9-90A6-299737A0CF26}" type="presParOf" srcId="{49DB8C37-4509-48E1-BBEF-E9522ACF80FD}" destId="{A4AB4BD2-045A-4EE7-8666-1CC2875C8876}" srcOrd="2" destOrd="0" presId="urn:microsoft.com/office/officeart/2005/8/layout/orgChart1"/>
    <dgm:cxn modelId="{5F7F14E6-A6E9-4968-9BB4-F377C6F609CA}" type="presParOf" srcId="{1F519B68-EFED-4684-A561-4553FCA07BA9}" destId="{F523E43E-B6F8-49EE-A545-7DD24036B53B}" srcOrd="2" destOrd="0" presId="urn:microsoft.com/office/officeart/2005/8/layout/orgChart1"/>
    <dgm:cxn modelId="{6FFB905F-91F2-4EFD-BA9C-98DF7EC00B93}" type="presParOf" srcId="{B0778C60-2BCA-46F1-8ABD-C5AA5070D6D1}" destId="{300968B8-3729-4CB1-B63B-3D68903C8C46}" srcOrd="2" destOrd="0" presId="urn:microsoft.com/office/officeart/2005/8/layout/orgChart1"/>
    <dgm:cxn modelId="{588652AA-F46D-4EE9-9781-45C01158B0CD}" type="presParOf" srcId="{300968B8-3729-4CB1-B63B-3D68903C8C46}" destId="{6DF06309-9D9F-4143-A949-C7248C0D89B4}" srcOrd="0" destOrd="0" presId="urn:microsoft.com/office/officeart/2005/8/layout/orgChart1"/>
    <dgm:cxn modelId="{05C75509-3E5D-4379-9D45-A1D883C55BD3}" type="presParOf" srcId="{300968B8-3729-4CB1-B63B-3D68903C8C46}" destId="{8AD6548E-31F2-4892-9CD1-E612D076A8CA}" srcOrd="1" destOrd="0" presId="urn:microsoft.com/office/officeart/2005/8/layout/orgChart1"/>
    <dgm:cxn modelId="{05A47B6A-9582-44BE-BA1E-9B69A8547AA7}" type="presParOf" srcId="{8AD6548E-31F2-4892-9CD1-E612D076A8CA}" destId="{D1C152A2-2B7C-4985-8A14-12D28F6F2B31}" srcOrd="0" destOrd="0" presId="urn:microsoft.com/office/officeart/2005/8/layout/orgChart1"/>
    <dgm:cxn modelId="{EA3CBF86-67E1-4D03-BECB-640E35FA7D64}" type="presParOf" srcId="{D1C152A2-2B7C-4985-8A14-12D28F6F2B31}" destId="{A2D39FF8-73BB-4E38-8B8F-2C3FC7995DF4}" srcOrd="0" destOrd="0" presId="urn:microsoft.com/office/officeart/2005/8/layout/orgChart1"/>
    <dgm:cxn modelId="{29DD1F71-C646-4796-8C16-8187D286C432}" type="presParOf" srcId="{D1C152A2-2B7C-4985-8A14-12D28F6F2B31}" destId="{57C2A78D-00A9-449C-9B02-630810B6F77B}" srcOrd="1" destOrd="0" presId="urn:microsoft.com/office/officeart/2005/8/layout/orgChart1"/>
    <dgm:cxn modelId="{877D21D1-1784-414E-B929-3A24F97AE78A}" type="presParOf" srcId="{8AD6548E-31F2-4892-9CD1-E612D076A8CA}" destId="{BE99CB63-D433-4B88-9373-799615D47303}" srcOrd="1" destOrd="0" presId="urn:microsoft.com/office/officeart/2005/8/layout/orgChart1"/>
    <dgm:cxn modelId="{2EE4F384-548E-43EC-9176-4B15EC15AFFF}" type="presParOf" srcId="{8AD6548E-31F2-4892-9CD1-E612D076A8CA}" destId="{95008A0C-CACC-458D-B467-E3BC6BACADED}"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B72D968-F040-44B3-BCC5-8AA941C8F7C3}"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SG"/>
        </a:p>
      </dgm:t>
    </dgm:pt>
    <dgm:pt modelId="{47F016F9-D0A4-49C1-B3A0-E89B4654C523}">
      <dgm:prSet phldrT="[Text]"/>
      <dgm:spPr/>
      <dgm:t>
        <a:bodyPr/>
        <a:lstStyle/>
        <a:p>
          <a:r>
            <a:rPr lang="en-SG" dirty="0"/>
            <a:t>Reduce Local demand </a:t>
          </a:r>
        </a:p>
      </dgm:t>
    </dgm:pt>
    <dgm:pt modelId="{E9E8A637-5A4D-4E4B-8E82-B18A1A6AD743}" type="parTrans" cxnId="{09A56608-9BB6-44BB-9EC0-DDAB0CD627E7}">
      <dgm:prSet/>
      <dgm:spPr/>
      <dgm:t>
        <a:bodyPr/>
        <a:lstStyle/>
        <a:p>
          <a:endParaRPr lang="en-SG"/>
        </a:p>
      </dgm:t>
    </dgm:pt>
    <dgm:pt modelId="{B8791B4F-9359-4FD2-AB32-A7F141307C77}" type="sibTrans" cxnId="{09A56608-9BB6-44BB-9EC0-DDAB0CD627E7}">
      <dgm:prSet/>
      <dgm:spPr/>
      <dgm:t>
        <a:bodyPr/>
        <a:lstStyle/>
        <a:p>
          <a:endParaRPr lang="en-SG"/>
        </a:p>
      </dgm:t>
    </dgm:pt>
    <dgm:pt modelId="{36710E54-22B0-46CB-91AC-6B31A24ECB56}">
      <dgm:prSet phldrT="[Text]"/>
      <dgm:spPr/>
      <dgm:t>
        <a:bodyPr/>
        <a:lstStyle/>
        <a:p>
          <a:r>
            <a:rPr lang="en-SG" dirty="0"/>
            <a:t>Increase Local supply </a:t>
          </a:r>
        </a:p>
      </dgm:t>
    </dgm:pt>
    <dgm:pt modelId="{34A77EDE-21EF-4E3F-9BF5-C4038B3F9CCC}" type="parTrans" cxnId="{15907F80-6D4C-4809-BE2B-EFB71F642EAA}">
      <dgm:prSet/>
      <dgm:spPr/>
      <dgm:t>
        <a:bodyPr/>
        <a:lstStyle/>
        <a:p>
          <a:endParaRPr lang="en-SG"/>
        </a:p>
      </dgm:t>
    </dgm:pt>
    <dgm:pt modelId="{4B35BE6C-F43A-4DF9-AADE-49362F8E9DCF}" type="sibTrans" cxnId="{15907F80-6D4C-4809-BE2B-EFB71F642EAA}">
      <dgm:prSet/>
      <dgm:spPr/>
      <dgm:t>
        <a:bodyPr/>
        <a:lstStyle/>
        <a:p>
          <a:endParaRPr lang="en-SG"/>
        </a:p>
      </dgm:t>
    </dgm:pt>
    <dgm:pt modelId="{2A43AEC5-E659-417F-895B-57B82AC8573B}">
      <dgm:prSet/>
      <dgm:spPr/>
    </dgm:pt>
    <dgm:pt modelId="{F610E32A-AD4D-4609-86B8-AC96FFEDFB8E}" type="parTrans" cxnId="{497C2C59-57EC-4EA8-92F6-FC00181A164B}">
      <dgm:prSet/>
      <dgm:spPr/>
      <dgm:t>
        <a:bodyPr/>
        <a:lstStyle/>
        <a:p>
          <a:endParaRPr lang="en-US"/>
        </a:p>
      </dgm:t>
    </dgm:pt>
    <dgm:pt modelId="{6BA991E6-B7A5-4C2D-A8AA-B299EDF6E0E8}" type="sibTrans" cxnId="{497C2C59-57EC-4EA8-92F6-FC00181A164B}">
      <dgm:prSet/>
      <dgm:spPr/>
      <dgm:t>
        <a:bodyPr/>
        <a:lstStyle/>
        <a:p>
          <a:endParaRPr lang="en-US"/>
        </a:p>
      </dgm:t>
    </dgm:pt>
    <dgm:pt modelId="{84D0531C-E73D-4C0E-8F51-B615880C065D}" type="pres">
      <dgm:prSet presAssocID="{EB72D968-F040-44B3-BCC5-8AA941C8F7C3}" presName="compositeShape" presStyleCnt="0">
        <dgm:presLayoutVars>
          <dgm:chMax val="2"/>
          <dgm:dir/>
          <dgm:resizeHandles val="exact"/>
        </dgm:presLayoutVars>
      </dgm:prSet>
      <dgm:spPr/>
    </dgm:pt>
    <dgm:pt modelId="{125896B8-7E4D-4CC6-896D-B7B328A01660}" type="pres">
      <dgm:prSet presAssocID="{EB72D968-F040-44B3-BCC5-8AA941C8F7C3}" presName="divider" presStyleLbl="fgShp" presStyleIdx="0" presStyleCnt="1"/>
      <dgm:spPr/>
    </dgm:pt>
    <dgm:pt modelId="{B0C7C65A-CFB9-4BF5-A93E-A62AE9B75B4E}" type="pres">
      <dgm:prSet presAssocID="{47F016F9-D0A4-49C1-B3A0-E89B4654C523}" presName="downArrow" presStyleLbl="node1" presStyleIdx="0" presStyleCnt="2"/>
      <dgm:spPr/>
    </dgm:pt>
    <dgm:pt modelId="{CE68140B-1A10-4AA8-85F2-DDAE5AC2D538}" type="pres">
      <dgm:prSet presAssocID="{47F016F9-D0A4-49C1-B3A0-E89B4654C523}" presName="downArrowText" presStyleLbl="revTx" presStyleIdx="0" presStyleCnt="2">
        <dgm:presLayoutVars>
          <dgm:bulletEnabled val="1"/>
        </dgm:presLayoutVars>
      </dgm:prSet>
      <dgm:spPr/>
    </dgm:pt>
    <dgm:pt modelId="{E5EDBE11-42BD-4F4D-A0DA-C4276B0A167A}" type="pres">
      <dgm:prSet presAssocID="{36710E54-22B0-46CB-91AC-6B31A24ECB56}" presName="upArrow" presStyleLbl="node1" presStyleIdx="1" presStyleCnt="2"/>
      <dgm:spPr/>
    </dgm:pt>
    <dgm:pt modelId="{AFD1B80D-C3ED-4C5A-829C-4D4858710571}" type="pres">
      <dgm:prSet presAssocID="{36710E54-22B0-46CB-91AC-6B31A24ECB56}" presName="upArrowText" presStyleLbl="revTx" presStyleIdx="1" presStyleCnt="2">
        <dgm:presLayoutVars>
          <dgm:bulletEnabled val="1"/>
        </dgm:presLayoutVars>
      </dgm:prSet>
      <dgm:spPr/>
    </dgm:pt>
  </dgm:ptLst>
  <dgm:cxnLst>
    <dgm:cxn modelId="{D5205D07-5653-435E-BCD5-D714F2A6F339}" type="presOf" srcId="{47F016F9-D0A4-49C1-B3A0-E89B4654C523}" destId="{CE68140B-1A10-4AA8-85F2-DDAE5AC2D538}" srcOrd="0" destOrd="0" presId="urn:microsoft.com/office/officeart/2005/8/layout/arrow3"/>
    <dgm:cxn modelId="{09A56608-9BB6-44BB-9EC0-DDAB0CD627E7}" srcId="{EB72D968-F040-44B3-BCC5-8AA941C8F7C3}" destId="{47F016F9-D0A4-49C1-B3A0-E89B4654C523}" srcOrd="0" destOrd="0" parTransId="{E9E8A637-5A4D-4E4B-8E82-B18A1A6AD743}" sibTransId="{B8791B4F-9359-4FD2-AB32-A7F141307C77}"/>
    <dgm:cxn modelId="{B3BEF81F-2A21-4CA5-9D66-07CA11FBF681}" type="presOf" srcId="{36710E54-22B0-46CB-91AC-6B31A24ECB56}" destId="{AFD1B80D-C3ED-4C5A-829C-4D4858710571}" srcOrd="0" destOrd="0" presId="urn:microsoft.com/office/officeart/2005/8/layout/arrow3"/>
    <dgm:cxn modelId="{3E4C8666-96C5-4008-9EA8-1BF10B926CF7}" type="presOf" srcId="{EB72D968-F040-44B3-BCC5-8AA941C8F7C3}" destId="{84D0531C-E73D-4C0E-8F51-B615880C065D}" srcOrd="0" destOrd="0" presId="urn:microsoft.com/office/officeart/2005/8/layout/arrow3"/>
    <dgm:cxn modelId="{497C2C59-57EC-4EA8-92F6-FC00181A164B}" srcId="{EB72D968-F040-44B3-BCC5-8AA941C8F7C3}" destId="{2A43AEC5-E659-417F-895B-57B82AC8573B}" srcOrd="2" destOrd="0" parTransId="{F610E32A-AD4D-4609-86B8-AC96FFEDFB8E}" sibTransId="{6BA991E6-B7A5-4C2D-A8AA-B299EDF6E0E8}"/>
    <dgm:cxn modelId="{15907F80-6D4C-4809-BE2B-EFB71F642EAA}" srcId="{EB72D968-F040-44B3-BCC5-8AA941C8F7C3}" destId="{36710E54-22B0-46CB-91AC-6B31A24ECB56}" srcOrd="1" destOrd="0" parTransId="{34A77EDE-21EF-4E3F-9BF5-C4038B3F9CCC}" sibTransId="{4B35BE6C-F43A-4DF9-AADE-49362F8E9DCF}"/>
    <dgm:cxn modelId="{B88DCEBC-FECE-46E1-87A1-594A00880196}" type="presParOf" srcId="{84D0531C-E73D-4C0E-8F51-B615880C065D}" destId="{125896B8-7E4D-4CC6-896D-B7B328A01660}" srcOrd="0" destOrd="0" presId="urn:microsoft.com/office/officeart/2005/8/layout/arrow3"/>
    <dgm:cxn modelId="{A601D9C9-9464-49B4-B029-7F0FEEDBA1B1}" type="presParOf" srcId="{84D0531C-E73D-4C0E-8F51-B615880C065D}" destId="{B0C7C65A-CFB9-4BF5-A93E-A62AE9B75B4E}" srcOrd="1" destOrd="0" presId="urn:microsoft.com/office/officeart/2005/8/layout/arrow3"/>
    <dgm:cxn modelId="{83A601FA-B5FE-42C4-8900-13090513476F}" type="presParOf" srcId="{84D0531C-E73D-4C0E-8F51-B615880C065D}" destId="{CE68140B-1A10-4AA8-85F2-DDAE5AC2D538}" srcOrd="2" destOrd="0" presId="urn:microsoft.com/office/officeart/2005/8/layout/arrow3"/>
    <dgm:cxn modelId="{68BF7EF3-90E2-43FE-8F11-15ED931AB8E3}" type="presParOf" srcId="{84D0531C-E73D-4C0E-8F51-B615880C065D}" destId="{E5EDBE11-42BD-4F4D-A0DA-C4276B0A167A}" srcOrd="3" destOrd="0" presId="urn:microsoft.com/office/officeart/2005/8/layout/arrow3"/>
    <dgm:cxn modelId="{36E9B4B9-4628-4295-8143-1DC7EAB62EBC}" type="presParOf" srcId="{84D0531C-E73D-4C0E-8F51-B615880C065D}" destId="{AFD1B80D-C3ED-4C5A-829C-4D4858710571}"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B72D968-F040-44B3-BCC5-8AA941C8F7C3}"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SG"/>
        </a:p>
      </dgm:t>
    </dgm:pt>
    <dgm:pt modelId="{47F016F9-D0A4-49C1-B3A0-E89B4654C523}">
      <dgm:prSet phldrT="[Text]"/>
      <dgm:spPr/>
      <dgm:t>
        <a:bodyPr/>
        <a:lstStyle/>
        <a:p>
          <a:r>
            <a:rPr lang="en-SG" dirty="0"/>
            <a:t>Reduce Local demand </a:t>
          </a:r>
        </a:p>
      </dgm:t>
    </dgm:pt>
    <dgm:pt modelId="{E9E8A637-5A4D-4E4B-8E82-B18A1A6AD743}" type="parTrans" cxnId="{09A56608-9BB6-44BB-9EC0-DDAB0CD627E7}">
      <dgm:prSet/>
      <dgm:spPr/>
      <dgm:t>
        <a:bodyPr/>
        <a:lstStyle/>
        <a:p>
          <a:endParaRPr lang="en-SG"/>
        </a:p>
      </dgm:t>
    </dgm:pt>
    <dgm:pt modelId="{B8791B4F-9359-4FD2-AB32-A7F141307C77}" type="sibTrans" cxnId="{09A56608-9BB6-44BB-9EC0-DDAB0CD627E7}">
      <dgm:prSet/>
      <dgm:spPr/>
      <dgm:t>
        <a:bodyPr/>
        <a:lstStyle/>
        <a:p>
          <a:endParaRPr lang="en-SG"/>
        </a:p>
      </dgm:t>
    </dgm:pt>
    <dgm:pt modelId="{36710E54-22B0-46CB-91AC-6B31A24ECB56}">
      <dgm:prSet phldrT="[Text]"/>
      <dgm:spPr/>
      <dgm:t>
        <a:bodyPr/>
        <a:lstStyle/>
        <a:p>
          <a:r>
            <a:rPr lang="en-SG" dirty="0"/>
            <a:t>Increase Local supply </a:t>
          </a:r>
        </a:p>
      </dgm:t>
    </dgm:pt>
    <dgm:pt modelId="{34A77EDE-21EF-4E3F-9BF5-C4038B3F9CCC}" type="parTrans" cxnId="{15907F80-6D4C-4809-BE2B-EFB71F642EAA}">
      <dgm:prSet/>
      <dgm:spPr/>
      <dgm:t>
        <a:bodyPr/>
        <a:lstStyle/>
        <a:p>
          <a:endParaRPr lang="en-SG"/>
        </a:p>
      </dgm:t>
    </dgm:pt>
    <dgm:pt modelId="{4B35BE6C-F43A-4DF9-AADE-49362F8E9DCF}" type="sibTrans" cxnId="{15907F80-6D4C-4809-BE2B-EFB71F642EAA}">
      <dgm:prSet/>
      <dgm:spPr/>
      <dgm:t>
        <a:bodyPr/>
        <a:lstStyle/>
        <a:p>
          <a:endParaRPr lang="en-SG"/>
        </a:p>
      </dgm:t>
    </dgm:pt>
    <dgm:pt modelId="{84D0531C-E73D-4C0E-8F51-B615880C065D}" type="pres">
      <dgm:prSet presAssocID="{EB72D968-F040-44B3-BCC5-8AA941C8F7C3}" presName="compositeShape" presStyleCnt="0">
        <dgm:presLayoutVars>
          <dgm:chMax val="2"/>
          <dgm:dir/>
          <dgm:resizeHandles val="exact"/>
        </dgm:presLayoutVars>
      </dgm:prSet>
      <dgm:spPr/>
    </dgm:pt>
    <dgm:pt modelId="{125896B8-7E4D-4CC6-896D-B7B328A01660}" type="pres">
      <dgm:prSet presAssocID="{EB72D968-F040-44B3-BCC5-8AA941C8F7C3}" presName="divider" presStyleLbl="fgShp" presStyleIdx="0" presStyleCnt="1"/>
      <dgm:spPr/>
    </dgm:pt>
    <dgm:pt modelId="{B0C7C65A-CFB9-4BF5-A93E-A62AE9B75B4E}" type="pres">
      <dgm:prSet presAssocID="{47F016F9-D0A4-49C1-B3A0-E89B4654C523}" presName="downArrow" presStyleLbl="node1" presStyleIdx="0" presStyleCnt="2"/>
      <dgm:spPr/>
    </dgm:pt>
    <dgm:pt modelId="{CE68140B-1A10-4AA8-85F2-DDAE5AC2D538}" type="pres">
      <dgm:prSet presAssocID="{47F016F9-D0A4-49C1-B3A0-E89B4654C523}" presName="downArrowText" presStyleLbl="revTx" presStyleIdx="0" presStyleCnt="2">
        <dgm:presLayoutVars>
          <dgm:bulletEnabled val="1"/>
        </dgm:presLayoutVars>
      </dgm:prSet>
      <dgm:spPr/>
    </dgm:pt>
    <dgm:pt modelId="{E5EDBE11-42BD-4F4D-A0DA-C4276B0A167A}" type="pres">
      <dgm:prSet presAssocID="{36710E54-22B0-46CB-91AC-6B31A24ECB56}" presName="upArrow" presStyleLbl="node1" presStyleIdx="1" presStyleCnt="2"/>
      <dgm:spPr/>
    </dgm:pt>
    <dgm:pt modelId="{AFD1B80D-C3ED-4C5A-829C-4D4858710571}" type="pres">
      <dgm:prSet presAssocID="{36710E54-22B0-46CB-91AC-6B31A24ECB56}" presName="upArrowText" presStyleLbl="revTx" presStyleIdx="1" presStyleCnt="2">
        <dgm:presLayoutVars>
          <dgm:bulletEnabled val="1"/>
        </dgm:presLayoutVars>
      </dgm:prSet>
      <dgm:spPr/>
    </dgm:pt>
  </dgm:ptLst>
  <dgm:cxnLst>
    <dgm:cxn modelId="{D5205D07-5653-435E-BCD5-D714F2A6F339}" type="presOf" srcId="{47F016F9-D0A4-49C1-B3A0-E89B4654C523}" destId="{CE68140B-1A10-4AA8-85F2-DDAE5AC2D538}" srcOrd="0" destOrd="0" presId="urn:microsoft.com/office/officeart/2005/8/layout/arrow3"/>
    <dgm:cxn modelId="{09A56608-9BB6-44BB-9EC0-DDAB0CD627E7}" srcId="{EB72D968-F040-44B3-BCC5-8AA941C8F7C3}" destId="{47F016F9-D0A4-49C1-B3A0-E89B4654C523}" srcOrd="0" destOrd="0" parTransId="{E9E8A637-5A4D-4E4B-8E82-B18A1A6AD743}" sibTransId="{B8791B4F-9359-4FD2-AB32-A7F141307C77}"/>
    <dgm:cxn modelId="{B3BEF81F-2A21-4CA5-9D66-07CA11FBF681}" type="presOf" srcId="{36710E54-22B0-46CB-91AC-6B31A24ECB56}" destId="{AFD1B80D-C3ED-4C5A-829C-4D4858710571}" srcOrd="0" destOrd="0" presId="urn:microsoft.com/office/officeart/2005/8/layout/arrow3"/>
    <dgm:cxn modelId="{3E4C8666-96C5-4008-9EA8-1BF10B926CF7}" type="presOf" srcId="{EB72D968-F040-44B3-BCC5-8AA941C8F7C3}" destId="{84D0531C-E73D-4C0E-8F51-B615880C065D}" srcOrd="0" destOrd="0" presId="urn:microsoft.com/office/officeart/2005/8/layout/arrow3"/>
    <dgm:cxn modelId="{15907F80-6D4C-4809-BE2B-EFB71F642EAA}" srcId="{EB72D968-F040-44B3-BCC5-8AA941C8F7C3}" destId="{36710E54-22B0-46CB-91AC-6B31A24ECB56}" srcOrd="1" destOrd="0" parTransId="{34A77EDE-21EF-4E3F-9BF5-C4038B3F9CCC}" sibTransId="{4B35BE6C-F43A-4DF9-AADE-49362F8E9DCF}"/>
    <dgm:cxn modelId="{B88DCEBC-FECE-46E1-87A1-594A00880196}" type="presParOf" srcId="{84D0531C-E73D-4C0E-8F51-B615880C065D}" destId="{125896B8-7E4D-4CC6-896D-B7B328A01660}" srcOrd="0" destOrd="0" presId="urn:microsoft.com/office/officeart/2005/8/layout/arrow3"/>
    <dgm:cxn modelId="{A601D9C9-9464-49B4-B029-7F0FEEDBA1B1}" type="presParOf" srcId="{84D0531C-E73D-4C0E-8F51-B615880C065D}" destId="{B0C7C65A-CFB9-4BF5-A93E-A62AE9B75B4E}" srcOrd="1" destOrd="0" presId="urn:microsoft.com/office/officeart/2005/8/layout/arrow3"/>
    <dgm:cxn modelId="{83A601FA-B5FE-42C4-8900-13090513476F}" type="presParOf" srcId="{84D0531C-E73D-4C0E-8F51-B615880C065D}" destId="{CE68140B-1A10-4AA8-85F2-DDAE5AC2D538}" srcOrd="2" destOrd="0" presId="urn:microsoft.com/office/officeart/2005/8/layout/arrow3"/>
    <dgm:cxn modelId="{68BF7EF3-90E2-43FE-8F11-15ED931AB8E3}" type="presParOf" srcId="{84D0531C-E73D-4C0E-8F51-B615880C065D}" destId="{E5EDBE11-42BD-4F4D-A0DA-C4276B0A167A}" srcOrd="3" destOrd="0" presId="urn:microsoft.com/office/officeart/2005/8/layout/arrow3"/>
    <dgm:cxn modelId="{36E9B4B9-4628-4295-8143-1DC7EAB62EBC}" type="presParOf" srcId="{84D0531C-E73D-4C0E-8F51-B615880C065D}" destId="{AFD1B80D-C3ED-4C5A-829C-4D4858710571}"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909559A6-9013-4795-B1B0-4F8DE4F344DA}"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SG"/>
        </a:p>
      </dgm:t>
    </dgm:pt>
    <dgm:pt modelId="{417D4678-32B6-4ED9-92E5-D30244DCAD3A}">
      <dgm:prSet phldrT="[Text]" phldr="0"/>
      <dgm:spPr/>
      <dgm:t>
        <a:bodyPr/>
        <a:lstStyle/>
        <a:p>
          <a:r>
            <a:rPr lang="en-GB" dirty="0"/>
            <a:t>Local production rises </a:t>
          </a:r>
          <a:endParaRPr lang="en-SG" dirty="0"/>
        </a:p>
      </dgm:t>
    </dgm:pt>
    <dgm:pt modelId="{52A385D5-EB28-4C2C-86BC-F0CCCBE39761}" type="parTrans" cxnId="{145CD833-BC10-425D-9599-A4DB990EA41B}">
      <dgm:prSet/>
      <dgm:spPr/>
      <dgm:t>
        <a:bodyPr/>
        <a:lstStyle/>
        <a:p>
          <a:endParaRPr lang="en-SG"/>
        </a:p>
      </dgm:t>
    </dgm:pt>
    <dgm:pt modelId="{06E38964-3B55-4CBE-AEA0-5087BE834AE8}" type="sibTrans" cxnId="{145CD833-BC10-425D-9599-A4DB990EA41B}">
      <dgm:prSet/>
      <dgm:spPr/>
      <dgm:t>
        <a:bodyPr/>
        <a:lstStyle/>
        <a:p>
          <a:endParaRPr lang="en-SG"/>
        </a:p>
      </dgm:t>
    </dgm:pt>
    <dgm:pt modelId="{60C84AED-F31F-461E-B467-5BAB0A14B0F9}">
      <dgm:prSet phldrT="[Text]" phldr="0"/>
      <dgm:spPr/>
      <dgm:t>
        <a:bodyPr/>
        <a:lstStyle/>
        <a:p>
          <a:r>
            <a:rPr lang="en-GB" dirty="0"/>
            <a:t>Local consumption rises </a:t>
          </a:r>
          <a:endParaRPr lang="en-SG" dirty="0"/>
        </a:p>
      </dgm:t>
    </dgm:pt>
    <dgm:pt modelId="{58413DF9-C312-4A84-B0C3-4489A14FF04B}" type="parTrans" cxnId="{7D0D689C-37BE-4CAF-A1B4-EBC39BDE6901}">
      <dgm:prSet/>
      <dgm:spPr/>
      <dgm:t>
        <a:bodyPr/>
        <a:lstStyle/>
        <a:p>
          <a:endParaRPr lang="en-SG"/>
        </a:p>
      </dgm:t>
    </dgm:pt>
    <dgm:pt modelId="{9524AD65-7C4D-4A32-8700-DF43D9EE86F5}" type="sibTrans" cxnId="{7D0D689C-37BE-4CAF-A1B4-EBC39BDE6901}">
      <dgm:prSet/>
      <dgm:spPr/>
      <dgm:t>
        <a:bodyPr/>
        <a:lstStyle/>
        <a:p>
          <a:endParaRPr lang="en-SG"/>
        </a:p>
      </dgm:t>
    </dgm:pt>
    <dgm:pt modelId="{D5FD04B9-098B-41F5-82F1-9EAE38595265}" type="pres">
      <dgm:prSet presAssocID="{909559A6-9013-4795-B1B0-4F8DE4F344DA}" presName="diagram" presStyleCnt="0">
        <dgm:presLayoutVars>
          <dgm:dir/>
          <dgm:resizeHandles val="exact"/>
        </dgm:presLayoutVars>
      </dgm:prSet>
      <dgm:spPr/>
    </dgm:pt>
    <dgm:pt modelId="{2ED31BD4-DD85-45A5-812E-2F716E4AC5E9}" type="pres">
      <dgm:prSet presAssocID="{417D4678-32B6-4ED9-92E5-D30244DCAD3A}" presName="arrow" presStyleLbl="node1" presStyleIdx="0" presStyleCnt="2">
        <dgm:presLayoutVars>
          <dgm:bulletEnabled val="1"/>
        </dgm:presLayoutVars>
      </dgm:prSet>
      <dgm:spPr/>
    </dgm:pt>
    <dgm:pt modelId="{C9290702-F0D9-4BFB-9381-7D97A3CBDAB4}" type="pres">
      <dgm:prSet presAssocID="{60C84AED-F31F-461E-B467-5BAB0A14B0F9}" presName="arrow" presStyleLbl="node1" presStyleIdx="1" presStyleCnt="2">
        <dgm:presLayoutVars>
          <dgm:bulletEnabled val="1"/>
        </dgm:presLayoutVars>
      </dgm:prSet>
      <dgm:spPr/>
    </dgm:pt>
  </dgm:ptLst>
  <dgm:cxnLst>
    <dgm:cxn modelId="{3D8AFB2E-CAC0-4D25-8256-2DC1E533CF82}" type="presOf" srcId="{60C84AED-F31F-461E-B467-5BAB0A14B0F9}" destId="{C9290702-F0D9-4BFB-9381-7D97A3CBDAB4}" srcOrd="0" destOrd="0" presId="urn:microsoft.com/office/officeart/2005/8/layout/arrow5"/>
    <dgm:cxn modelId="{145CD833-BC10-425D-9599-A4DB990EA41B}" srcId="{909559A6-9013-4795-B1B0-4F8DE4F344DA}" destId="{417D4678-32B6-4ED9-92E5-D30244DCAD3A}" srcOrd="0" destOrd="0" parTransId="{52A385D5-EB28-4C2C-86BC-F0CCCBE39761}" sibTransId="{06E38964-3B55-4CBE-AEA0-5087BE834AE8}"/>
    <dgm:cxn modelId="{7D0D689C-37BE-4CAF-A1B4-EBC39BDE6901}" srcId="{909559A6-9013-4795-B1B0-4F8DE4F344DA}" destId="{60C84AED-F31F-461E-B467-5BAB0A14B0F9}" srcOrd="1" destOrd="0" parTransId="{58413DF9-C312-4A84-B0C3-4489A14FF04B}" sibTransId="{9524AD65-7C4D-4A32-8700-DF43D9EE86F5}"/>
    <dgm:cxn modelId="{1BA075A3-5F75-4D74-B834-521E8E3275FE}" type="presOf" srcId="{417D4678-32B6-4ED9-92E5-D30244DCAD3A}" destId="{2ED31BD4-DD85-45A5-812E-2F716E4AC5E9}" srcOrd="0" destOrd="0" presId="urn:microsoft.com/office/officeart/2005/8/layout/arrow5"/>
    <dgm:cxn modelId="{92EBD5B3-D374-48B6-9964-32B99649FCA3}" type="presOf" srcId="{909559A6-9013-4795-B1B0-4F8DE4F344DA}" destId="{D5FD04B9-098B-41F5-82F1-9EAE38595265}" srcOrd="0" destOrd="0" presId="urn:microsoft.com/office/officeart/2005/8/layout/arrow5"/>
    <dgm:cxn modelId="{F34C55FA-0C62-4028-B6D1-2C64C423F04E}" type="presParOf" srcId="{D5FD04B9-098B-41F5-82F1-9EAE38595265}" destId="{2ED31BD4-DD85-45A5-812E-2F716E4AC5E9}" srcOrd="0" destOrd="0" presId="urn:microsoft.com/office/officeart/2005/8/layout/arrow5"/>
    <dgm:cxn modelId="{FFBBE72D-842D-43E5-8A87-38709E6525E8}" type="presParOf" srcId="{D5FD04B9-098B-41F5-82F1-9EAE38595265}" destId="{C9290702-F0D9-4BFB-9381-7D97A3CBDAB4}"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3C95C4B-4ACA-4CED-8AB4-ABE0A9DE2550}" type="doc">
      <dgm:prSet loTypeId="urn:microsoft.com/office/officeart/2005/8/layout/process1" loCatId="process" qsTypeId="urn:microsoft.com/office/officeart/2005/8/quickstyle/simple1" qsCatId="simple" csTypeId="urn:microsoft.com/office/officeart/2005/8/colors/colorful1" csCatId="colorful" phldr="1"/>
      <dgm:spPr/>
      <dgm:t>
        <a:bodyPr/>
        <a:lstStyle/>
        <a:p>
          <a:endParaRPr lang="en-SG"/>
        </a:p>
      </dgm:t>
    </dgm:pt>
    <dgm:pt modelId="{31A71E00-6E3F-4E31-9468-B69F846C9CE2}">
      <dgm:prSet phldrT="[Text]" phldr="0"/>
      <dgm:spPr/>
      <dgm:t>
        <a:bodyPr/>
        <a:lstStyle/>
        <a:p>
          <a:r>
            <a:rPr lang="en-GB" dirty="0"/>
            <a:t>Restrict import </a:t>
          </a:r>
          <a:r>
            <a:rPr lang="en-GB" dirty="0" err="1"/>
            <a:t>vai</a:t>
          </a:r>
          <a:r>
            <a:rPr lang="en-GB" dirty="0"/>
            <a:t> tariffs </a:t>
          </a:r>
          <a:endParaRPr lang="en-SG" dirty="0"/>
        </a:p>
      </dgm:t>
    </dgm:pt>
    <dgm:pt modelId="{A281B301-5BF0-4EB8-B26A-B26AFE449F36}" type="parTrans" cxnId="{52E3FF8E-09BC-430F-860A-75A43EC70DEE}">
      <dgm:prSet/>
      <dgm:spPr/>
      <dgm:t>
        <a:bodyPr/>
        <a:lstStyle/>
        <a:p>
          <a:endParaRPr lang="en-SG"/>
        </a:p>
      </dgm:t>
    </dgm:pt>
    <dgm:pt modelId="{C285F6EC-31F1-4946-8EC4-73C06B7C0165}" type="sibTrans" cxnId="{52E3FF8E-09BC-430F-860A-75A43EC70DEE}">
      <dgm:prSet/>
      <dgm:spPr/>
      <dgm:t>
        <a:bodyPr/>
        <a:lstStyle/>
        <a:p>
          <a:endParaRPr lang="en-SG"/>
        </a:p>
      </dgm:t>
    </dgm:pt>
    <dgm:pt modelId="{D29B3AA7-EEF0-4519-987B-738686DFD9AD}">
      <dgm:prSet phldrT="[Text]" phldr="0"/>
      <dgm:spPr/>
      <dgm:t>
        <a:bodyPr/>
        <a:lstStyle/>
        <a:p>
          <a:r>
            <a:rPr lang="en-GB" dirty="0"/>
            <a:t>Govt collect more taxes </a:t>
          </a:r>
          <a:endParaRPr lang="en-SG" dirty="0"/>
        </a:p>
      </dgm:t>
    </dgm:pt>
    <dgm:pt modelId="{DEF729CE-5584-4061-8910-09FA5A4E2DFD}" type="parTrans" cxnId="{27C4574E-617F-4D3C-B8F4-75CFA8000000}">
      <dgm:prSet/>
      <dgm:spPr/>
      <dgm:t>
        <a:bodyPr/>
        <a:lstStyle/>
        <a:p>
          <a:endParaRPr lang="en-SG"/>
        </a:p>
      </dgm:t>
    </dgm:pt>
    <dgm:pt modelId="{F8CA58F1-F4E5-4389-8D91-C657D552B81A}" type="sibTrans" cxnId="{27C4574E-617F-4D3C-B8F4-75CFA8000000}">
      <dgm:prSet/>
      <dgm:spPr/>
      <dgm:t>
        <a:bodyPr/>
        <a:lstStyle/>
        <a:p>
          <a:endParaRPr lang="en-SG"/>
        </a:p>
      </dgm:t>
    </dgm:pt>
    <dgm:pt modelId="{FBE87451-CC43-4D45-8233-886371B9FA2B}">
      <dgm:prSet phldrT="[Text]" phldr="0"/>
      <dgm:spPr/>
      <dgm:t>
        <a:bodyPr/>
        <a:lstStyle/>
        <a:p>
          <a:r>
            <a:rPr lang="en-GB" dirty="0"/>
            <a:t>Increase govt spending </a:t>
          </a:r>
          <a:endParaRPr lang="en-SG" dirty="0"/>
        </a:p>
      </dgm:t>
    </dgm:pt>
    <dgm:pt modelId="{DA6D2F4B-3045-44AA-8CD2-2DC1F05F73A2}" type="parTrans" cxnId="{7E323E35-D389-4907-A6D1-1F5853E47AA1}">
      <dgm:prSet/>
      <dgm:spPr/>
      <dgm:t>
        <a:bodyPr/>
        <a:lstStyle/>
        <a:p>
          <a:endParaRPr lang="en-SG"/>
        </a:p>
      </dgm:t>
    </dgm:pt>
    <dgm:pt modelId="{50706AC4-97FC-42C5-B32A-276B4288F3BA}" type="sibTrans" cxnId="{7E323E35-D389-4907-A6D1-1F5853E47AA1}">
      <dgm:prSet/>
      <dgm:spPr/>
      <dgm:t>
        <a:bodyPr/>
        <a:lstStyle/>
        <a:p>
          <a:endParaRPr lang="en-SG"/>
        </a:p>
      </dgm:t>
    </dgm:pt>
    <dgm:pt modelId="{BA480B07-A83D-4FC0-BB31-8DC725713DDF}">
      <dgm:prSet phldrT="[Text]" phldr="0"/>
      <dgm:spPr/>
      <dgm:t>
        <a:bodyPr/>
        <a:lstStyle/>
        <a:p>
          <a:r>
            <a:rPr lang="en-GB" dirty="0"/>
            <a:t>RGDP rises </a:t>
          </a:r>
          <a:endParaRPr lang="en-SG" dirty="0"/>
        </a:p>
      </dgm:t>
    </dgm:pt>
    <dgm:pt modelId="{BF7A6755-343C-471E-A3C7-FD7C29E41C59}" type="parTrans" cxnId="{0DDC8EE1-8E02-4726-B98D-EEACE7E1A25A}">
      <dgm:prSet/>
      <dgm:spPr/>
      <dgm:t>
        <a:bodyPr/>
        <a:lstStyle/>
        <a:p>
          <a:endParaRPr lang="en-SG"/>
        </a:p>
      </dgm:t>
    </dgm:pt>
    <dgm:pt modelId="{5D1B21DB-A9D6-439E-9201-97A081B54BF2}" type="sibTrans" cxnId="{0DDC8EE1-8E02-4726-B98D-EEACE7E1A25A}">
      <dgm:prSet/>
      <dgm:spPr/>
      <dgm:t>
        <a:bodyPr/>
        <a:lstStyle/>
        <a:p>
          <a:endParaRPr lang="en-SG"/>
        </a:p>
      </dgm:t>
    </dgm:pt>
    <dgm:pt modelId="{AE52D9E7-2045-4636-A98B-1180A42D5388}" type="pres">
      <dgm:prSet presAssocID="{D3C95C4B-4ACA-4CED-8AB4-ABE0A9DE2550}" presName="Name0" presStyleCnt="0">
        <dgm:presLayoutVars>
          <dgm:dir/>
          <dgm:resizeHandles val="exact"/>
        </dgm:presLayoutVars>
      </dgm:prSet>
      <dgm:spPr/>
    </dgm:pt>
    <dgm:pt modelId="{EC1BE3D1-6CED-486C-9ACD-2EDBE4E63058}" type="pres">
      <dgm:prSet presAssocID="{31A71E00-6E3F-4E31-9468-B69F846C9CE2}" presName="node" presStyleLbl="node1" presStyleIdx="0" presStyleCnt="4">
        <dgm:presLayoutVars>
          <dgm:bulletEnabled val="1"/>
        </dgm:presLayoutVars>
      </dgm:prSet>
      <dgm:spPr/>
    </dgm:pt>
    <dgm:pt modelId="{71D46A84-DE9E-4B86-AC3C-41D35E680275}" type="pres">
      <dgm:prSet presAssocID="{C285F6EC-31F1-4946-8EC4-73C06B7C0165}" presName="sibTrans" presStyleLbl="sibTrans2D1" presStyleIdx="0" presStyleCnt="3"/>
      <dgm:spPr/>
    </dgm:pt>
    <dgm:pt modelId="{CA5A3F33-E7E5-4D13-94F1-92230F1E8465}" type="pres">
      <dgm:prSet presAssocID="{C285F6EC-31F1-4946-8EC4-73C06B7C0165}" presName="connectorText" presStyleLbl="sibTrans2D1" presStyleIdx="0" presStyleCnt="3"/>
      <dgm:spPr/>
    </dgm:pt>
    <dgm:pt modelId="{A7F954BB-B5E4-452D-B7CE-62862EEB93D2}" type="pres">
      <dgm:prSet presAssocID="{D29B3AA7-EEF0-4519-987B-738686DFD9AD}" presName="node" presStyleLbl="node1" presStyleIdx="1" presStyleCnt="4">
        <dgm:presLayoutVars>
          <dgm:bulletEnabled val="1"/>
        </dgm:presLayoutVars>
      </dgm:prSet>
      <dgm:spPr/>
    </dgm:pt>
    <dgm:pt modelId="{ABD32282-A1E2-4369-8C94-60181AFE82B3}" type="pres">
      <dgm:prSet presAssocID="{F8CA58F1-F4E5-4389-8D91-C657D552B81A}" presName="sibTrans" presStyleLbl="sibTrans2D1" presStyleIdx="1" presStyleCnt="3"/>
      <dgm:spPr/>
    </dgm:pt>
    <dgm:pt modelId="{CE690D1A-3BCA-4872-9ECF-AA790206833D}" type="pres">
      <dgm:prSet presAssocID="{F8CA58F1-F4E5-4389-8D91-C657D552B81A}" presName="connectorText" presStyleLbl="sibTrans2D1" presStyleIdx="1" presStyleCnt="3"/>
      <dgm:spPr/>
    </dgm:pt>
    <dgm:pt modelId="{06CB9287-72C2-4983-9273-F30B94493CF0}" type="pres">
      <dgm:prSet presAssocID="{FBE87451-CC43-4D45-8233-886371B9FA2B}" presName="node" presStyleLbl="node1" presStyleIdx="2" presStyleCnt="4">
        <dgm:presLayoutVars>
          <dgm:bulletEnabled val="1"/>
        </dgm:presLayoutVars>
      </dgm:prSet>
      <dgm:spPr/>
    </dgm:pt>
    <dgm:pt modelId="{AEC1C252-73C1-477F-94A5-714AC29B7FDD}" type="pres">
      <dgm:prSet presAssocID="{50706AC4-97FC-42C5-B32A-276B4288F3BA}" presName="sibTrans" presStyleLbl="sibTrans2D1" presStyleIdx="2" presStyleCnt="3"/>
      <dgm:spPr/>
    </dgm:pt>
    <dgm:pt modelId="{2CCA93BC-ADA6-499A-9FC8-1D9420544A49}" type="pres">
      <dgm:prSet presAssocID="{50706AC4-97FC-42C5-B32A-276B4288F3BA}" presName="connectorText" presStyleLbl="sibTrans2D1" presStyleIdx="2" presStyleCnt="3"/>
      <dgm:spPr/>
    </dgm:pt>
    <dgm:pt modelId="{190E3B48-6C39-4951-BF5E-1668EB838E87}" type="pres">
      <dgm:prSet presAssocID="{BA480B07-A83D-4FC0-BB31-8DC725713DDF}" presName="node" presStyleLbl="node1" presStyleIdx="3" presStyleCnt="4">
        <dgm:presLayoutVars>
          <dgm:bulletEnabled val="1"/>
        </dgm:presLayoutVars>
      </dgm:prSet>
      <dgm:spPr/>
    </dgm:pt>
  </dgm:ptLst>
  <dgm:cxnLst>
    <dgm:cxn modelId="{52105500-0C93-4BBE-8DE7-E69C88D9716C}" type="presOf" srcId="{31A71E00-6E3F-4E31-9468-B69F846C9CE2}" destId="{EC1BE3D1-6CED-486C-9ACD-2EDBE4E63058}" srcOrd="0" destOrd="0" presId="urn:microsoft.com/office/officeart/2005/8/layout/process1"/>
    <dgm:cxn modelId="{4DFB610C-95E9-4FB3-AE01-06093CADD437}" type="presOf" srcId="{D29B3AA7-EEF0-4519-987B-738686DFD9AD}" destId="{A7F954BB-B5E4-452D-B7CE-62862EEB93D2}" srcOrd="0" destOrd="0" presId="urn:microsoft.com/office/officeart/2005/8/layout/process1"/>
    <dgm:cxn modelId="{5726BD1C-263D-4095-A589-BE53775656C8}" type="presOf" srcId="{BA480B07-A83D-4FC0-BB31-8DC725713DDF}" destId="{190E3B48-6C39-4951-BF5E-1668EB838E87}" srcOrd="0" destOrd="0" presId="urn:microsoft.com/office/officeart/2005/8/layout/process1"/>
    <dgm:cxn modelId="{EE70A721-3AD9-45B1-A1EC-1C251ABCD11F}" type="presOf" srcId="{50706AC4-97FC-42C5-B32A-276B4288F3BA}" destId="{2CCA93BC-ADA6-499A-9FC8-1D9420544A49}" srcOrd="1" destOrd="0" presId="urn:microsoft.com/office/officeart/2005/8/layout/process1"/>
    <dgm:cxn modelId="{2D977F22-B0F9-463C-A0D4-D1233CF11280}" type="presOf" srcId="{C285F6EC-31F1-4946-8EC4-73C06B7C0165}" destId="{CA5A3F33-E7E5-4D13-94F1-92230F1E8465}" srcOrd="1" destOrd="0" presId="urn:microsoft.com/office/officeart/2005/8/layout/process1"/>
    <dgm:cxn modelId="{7E323E35-D389-4907-A6D1-1F5853E47AA1}" srcId="{D3C95C4B-4ACA-4CED-8AB4-ABE0A9DE2550}" destId="{FBE87451-CC43-4D45-8233-886371B9FA2B}" srcOrd="2" destOrd="0" parTransId="{DA6D2F4B-3045-44AA-8CD2-2DC1F05F73A2}" sibTransId="{50706AC4-97FC-42C5-B32A-276B4288F3BA}"/>
    <dgm:cxn modelId="{E935925B-5BB9-42F2-A079-806E31E52EDF}" type="presOf" srcId="{F8CA58F1-F4E5-4389-8D91-C657D552B81A}" destId="{CE690D1A-3BCA-4872-9ECF-AA790206833D}" srcOrd="1" destOrd="0" presId="urn:microsoft.com/office/officeart/2005/8/layout/process1"/>
    <dgm:cxn modelId="{0823C46C-DA22-4566-8465-C49B88D4ED4E}" type="presOf" srcId="{50706AC4-97FC-42C5-B32A-276B4288F3BA}" destId="{AEC1C252-73C1-477F-94A5-714AC29B7FDD}" srcOrd="0" destOrd="0" presId="urn:microsoft.com/office/officeart/2005/8/layout/process1"/>
    <dgm:cxn modelId="{27C4574E-617F-4D3C-B8F4-75CFA8000000}" srcId="{D3C95C4B-4ACA-4CED-8AB4-ABE0A9DE2550}" destId="{D29B3AA7-EEF0-4519-987B-738686DFD9AD}" srcOrd="1" destOrd="0" parTransId="{DEF729CE-5584-4061-8910-09FA5A4E2DFD}" sibTransId="{F8CA58F1-F4E5-4389-8D91-C657D552B81A}"/>
    <dgm:cxn modelId="{686B8950-6E8E-49C2-A37B-CEED804926BF}" type="presOf" srcId="{FBE87451-CC43-4D45-8233-886371B9FA2B}" destId="{06CB9287-72C2-4983-9273-F30B94493CF0}" srcOrd="0" destOrd="0" presId="urn:microsoft.com/office/officeart/2005/8/layout/process1"/>
    <dgm:cxn modelId="{52E3FF8E-09BC-430F-860A-75A43EC70DEE}" srcId="{D3C95C4B-4ACA-4CED-8AB4-ABE0A9DE2550}" destId="{31A71E00-6E3F-4E31-9468-B69F846C9CE2}" srcOrd="0" destOrd="0" parTransId="{A281B301-5BF0-4EB8-B26A-B26AFE449F36}" sibTransId="{C285F6EC-31F1-4946-8EC4-73C06B7C0165}"/>
    <dgm:cxn modelId="{461C5EC1-29BF-440A-BB91-8D623957C9DD}" type="presOf" srcId="{F8CA58F1-F4E5-4389-8D91-C657D552B81A}" destId="{ABD32282-A1E2-4369-8C94-60181AFE82B3}" srcOrd="0" destOrd="0" presId="urn:microsoft.com/office/officeart/2005/8/layout/process1"/>
    <dgm:cxn modelId="{2085B3C4-F991-463F-8090-2AA192852BF6}" type="presOf" srcId="{D3C95C4B-4ACA-4CED-8AB4-ABE0A9DE2550}" destId="{AE52D9E7-2045-4636-A98B-1180A42D5388}" srcOrd="0" destOrd="0" presId="urn:microsoft.com/office/officeart/2005/8/layout/process1"/>
    <dgm:cxn modelId="{58E34ECC-9BCE-445B-8C5B-7DFFE6ACD4E1}" type="presOf" srcId="{C285F6EC-31F1-4946-8EC4-73C06B7C0165}" destId="{71D46A84-DE9E-4B86-AC3C-41D35E680275}" srcOrd="0" destOrd="0" presId="urn:microsoft.com/office/officeart/2005/8/layout/process1"/>
    <dgm:cxn modelId="{0DDC8EE1-8E02-4726-B98D-EEACE7E1A25A}" srcId="{D3C95C4B-4ACA-4CED-8AB4-ABE0A9DE2550}" destId="{BA480B07-A83D-4FC0-BB31-8DC725713DDF}" srcOrd="3" destOrd="0" parTransId="{BF7A6755-343C-471E-A3C7-FD7C29E41C59}" sibTransId="{5D1B21DB-A9D6-439E-9201-97A081B54BF2}"/>
    <dgm:cxn modelId="{3646DA51-02E8-4981-AEB2-EADE61367C95}" type="presParOf" srcId="{AE52D9E7-2045-4636-A98B-1180A42D5388}" destId="{EC1BE3D1-6CED-486C-9ACD-2EDBE4E63058}" srcOrd="0" destOrd="0" presId="urn:microsoft.com/office/officeart/2005/8/layout/process1"/>
    <dgm:cxn modelId="{7975A152-F0BC-4309-A29D-D6C4C4D303D1}" type="presParOf" srcId="{AE52D9E7-2045-4636-A98B-1180A42D5388}" destId="{71D46A84-DE9E-4B86-AC3C-41D35E680275}" srcOrd="1" destOrd="0" presId="urn:microsoft.com/office/officeart/2005/8/layout/process1"/>
    <dgm:cxn modelId="{A94FBCBC-6176-4F4B-95B4-CA931CFBE245}" type="presParOf" srcId="{71D46A84-DE9E-4B86-AC3C-41D35E680275}" destId="{CA5A3F33-E7E5-4D13-94F1-92230F1E8465}" srcOrd="0" destOrd="0" presId="urn:microsoft.com/office/officeart/2005/8/layout/process1"/>
    <dgm:cxn modelId="{F1BFB823-20EE-40D3-A904-6125D7985639}" type="presParOf" srcId="{AE52D9E7-2045-4636-A98B-1180A42D5388}" destId="{A7F954BB-B5E4-452D-B7CE-62862EEB93D2}" srcOrd="2" destOrd="0" presId="urn:microsoft.com/office/officeart/2005/8/layout/process1"/>
    <dgm:cxn modelId="{A76530E4-C105-4AFD-892C-0C77A09D318C}" type="presParOf" srcId="{AE52D9E7-2045-4636-A98B-1180A42D5388}" destId="{ABD32282-A1E2-4369-8C94-60181AFE82B3}" srcOrd="3" destOrd="0" presId="urn:microsoft.com/office/officeart/2005/8/layout/process1"/>
    <dgm:cxn modelId="{72B15421-BF94-41AF-8A6A-601182B6A2B7}" type="presParOf" srcId="{ABD32282-A1E2-4369-8C94-60181AFE82B3}" destId="{CE690D1A-3BCA-4872-9ECF-AA790206833D}" srcOrd="0" destOrd="0" presId="urn:microsoft.com/office/officeart/2005/8/layout/process1"/>
    <dgm:cxn modelId="{307691CD-8247-4EA5-9A90-9D590200B955}" type="presParOf" srcId="{AE52D9E7-2045-4636-A98B-1180A42D5388}" destId="{06CB9287-72C2-4983-9273-F30B94493CF0}" srcOrd="4" destOrd="0" presId="urn:microsoft.com/office/officeart/2005/8/layout/process1"/>
    <dgm:cxn modelId="{B3F71EFF-4863-42B8-BE2C-7C6195278DBB}" type="presParOf" srcId="{AE52D9E7-2045-4636-A98B-1180A42D5388}" destId="{AEC1C252-73C1-477F-94A5-714AC29B7FDD}" srcOrd="5" destOrd="0" presId="urn:microsoft.com/office/officeart/2005/8/layout/process1"/>
    <dgm:cxn modelId="{10872ACB-0322-4F72-A923-AECB6C5EF478}" type="presParOf" srcId="{AEC1C252-73C1-477F-94A5-714AC29B7FDD}" destId="{2CCA93BC-ADA6-499A-9FC8-1D9420544A49}" srcOrd="0" destOrd="0" presId="urn:microsoft.com/office/officeart/2005/8/layout/process1"/>
    <dgm:cxn modelId="{EC98CB6B-A3AA-4E17-A277-AD7AFFC99949}" type="presParOf" srcId="{AE52D9E7-2045-4636-A98B-1180A42D5388}" destId="{190E3B48-6C39-4951-BF5E-1668EB838E87}" srcOrd="6"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2EFAA52-BC30-4807-ADFA-87EB6936126E}" type="doc">
      <dgm:prSet loTypeId="urn:microsoft.com/office/officeart/2005/8/layout/hChevron3" loCatId="process" qsTypeId="urn:microsoft.com/office/officeart/2005/8/quickstyle/simple1" qsCatId="simple" csTypeId="urn:microsoft.com/office/officeart/2005/8/colors/colorful1" csCatId="colorful" phldr="1"/>
      <dgm:spPr/>
    </dgm:pt>
    <dgm:pt modelId="{6CE6CD94-786A-412E-BA55-F8C82F967FBB}">
      <dgm:prSet phldrT="[Text]"/>
      <dgm:spPr/>
      <dgm:t>
        <a:bodyPr/>
        <a:lstStyle/>
        <a:p>
          <a:r>
            <a:rPr lang="en-SG" dirty="0">
              <a:solidFill>
                <a:schemeClr val="tx1"/>
              </a:solidFill>
              <a:effectLst>
                <a:outerShdw blurRad="38100" dist="38100" dir="2700000" algn="tl">
                  <a:srgbClr val="000000">
                    <a:alpha val="43137"/>
                  </a:srgbClr>
                </a:outerShdw>
              </a:effectLst>
            </a:rPr>
            <a:t>Industrialisation </a:t>
          </a:r>
        </a:p>
      </dgm:t>
    </dgm:pt>
    <dgm:pt modelId="{F4D2987B-426A-4074-8F22-596AE606FA30}" type="parTrans" cxnId="{37856A06-D1B5-48F5-9AF4-BF04E484E304}">
      <dgm:prSet/>
      <dgm:spPr/>
      <dgm:t>
        <a:bodyPr/>
        <a:lstStyle/>
        <a:p>
          <a:endParaRPr lang="en-SG">
            <a:solidFill>
              <a:schemeClr val="tx1"/>
            </a:solidFill>
            <a:effectLst>
              <a:outerShdw blurRad="38100" dist="38100" dir="2700000" algn="tl">
                <a:srgbClr val="000000">
                  <a:alpha val="43137"/>
                </a:srgbClr>
              </a:outerShdw>
            </a:effectLst>
          </a:endParaRPr>
        </a:p>
      </dgm:t>
    </dgm:pt>
    <dgm:pt modelId="{0BA59E55-230A-4796-9544-386CAAADE525}" type="sibTrans" cxnId="{37856A06-D1B5-48F5-9AF4-BF04E484E304}">
      <dgm:prSet/>
      <dgm:spPr/>
      <dgm:t>
        <a:bodyPr/>
        <a:lstStyle/>
        <a:p>
          <a:endParaRPr lang="en-SG">
            <a:solidFill>
              <a:schemeClr val="tx1"/>
            </a:solidFill>
            <a:effectLst>
              <a:outerShdw blurRad="38100" dist="38100" dir="2700000" algn="tl">
                <a:srgbClr val="000000">
                  <a:alpha val="43137"/>
                </a:srgbClr>
              </a:outerShdw>
            </a:effectLst>
          </a:endParaRPr>
        </a:p>
      </dgm:t>
    </dgm:pt>
    <dgm:pt modelId="{2FDDBA5A-6021-49A6-B40B-333FF5C8BB9F}">
      <dgm:prSet phldrT="[Text]"/>
      <dgm:spPr/>
      <dgm:t>
        <a:bodyPr/>
        <a:lstStyle/>
        <a:p>
          <a:r>
            <a:rPr lang="en-SG" dirty="0">
              <a:solidFill>
                <a:schemeClr val="tx1"/>
              </a:solidFill>
              <a:effectLst>
                <a:outerShdw blurRad="38100" dist="38100" dir="2700000" algn="tl">
                  <a:srgbClr val="000000">
                    <a:alpha val="43137"/>
                  </a:srgbClr>
                </a:outerShdw>
              </a:effectLst>
            </a:rPr>
            <a:t>Inward oriented approach </a:t>
          </a:r>
        </a:p>
      </dgm:t>
    </dgm:pt>
    <dgm:pt modelId="{7DDA93E7-5788-484B-930C-D6FC29A7F148}" type="parTrans" cxnId="{7E117E95-988B-424F-962C-A7D91B8DA30B}">
      <dgm:prSet/>
      <dgm:spPr/>
      <dgm:t>
        <a:bodyPr/>
        <a:lstStyle/>
        <a:p>
          <a:endParaRPr lang="en-SG">
            <a:solidFill>
              <a:schemeClr val="tx1"/>
            </a:solidFill>
            <a:effectLst>
              <a:outerShdw blurRad="38100" dist="38100" dir="2700000" algn="tl">
                <a:srgbClr val="000000">
                  <a:alpha val="43137"/>
                </a:srgbClr>
              </a:outerShdw>
            </a:effectLst>
          </a:endParaRPr>
        </a:p>
      </dgm:t>
    </dgm:pt>
    <dgm:pt modelId="{2A574E95-18F0-4253-9388-D8FF4DEF6116}" type="sibTrans" cxnId="{7E117E95-988B-424F-962C-A7D91B8DA30B}">
      <dgm:prSet/>
      <dgm:spPr/>
      <dgm:t>
        <a:bodyPr/>
        <a:lstStyle/>
        <a:p>
          <a:endParaRPr lang="en-SG">
            <a:solidFill>
              <a:schemeClr val="tx1"/>
            </a:solidFill>
            <a:effectLst>
              <a:outerShdw blurRad="38100" dist="38100" dir="2700000" algn="tl">
                <a:srgbClr val="000000">
                  <a:alpha val="43137"/>
                </a:srgbClr>
              </a:outerShdw>
            </a:effectLst>
          </a:endParaRPr>
        </a:p>
      </dgm:t>
    </dgm:pt>
    <dgm:pt modelId="{88C1DAE6-A8C8-480C-AE45-816B1663A9E1}">
      <dgm:prSet phldrT="[Text]"/>
      <dgm:spPr/>
      <dgm:t>
        <a:bodyPr/>
        <a:lstStyle/>
        <a:p>
          <a:r>
            <a:rPr lang="en-SG" dirty="0">
              <a:solidFill>
                <a:schemeClr val="tx1"/>
              </a:solidFill>
              <a:effectLst>
                <a:outerShdw blurRad="38100" dist="38100" dir="2700000" algn="tl">
                  <a:srgbClr val="000000">
                    <a:alpha val="43137"/>
                  </a:srgbClr>
                </a:outerShdw>
              </a:effectLst>
            </a:rPr>
            <a:t>Trade restriction </a:t>
          </a:r>
        </a:p>
        <a:p>
          <a:r>
            <a:rPr lang="en-SG" dirty="0">
              <a:solidFill>
                <a:schemeClr val="tx1"/>
              </a:solidFill>
              <a:effectLst>
                <a:outerShdw blurRad="38100" dist="38100" dir="2700000" algn="tl">
                  <a:srgbClr val="000000">
                    <a:alpha val="43137"/>
                  </a:srgbClr>
                </a:outerShdw>
              </a:effectLst>
            </a:rPr>
            <a:t>Overvalue currency</a:t>
          </a:r>
        </a:p>
        <a:p>
          <a:r>
            <a:rPr lang="en-SG" dirty="0">
              <a:solidFill>
                <a:schemeClr val="tx1"/>
              </a:solidFill>
              <a:effectLst>
                <a:outerShdw blurRad="38100" dist="38100" dir="2700000" algn="tl">
                  <a:srgbClr val="000000">
                    <a:alpha val="43137"/>
                  </a:srgbClr>
                </a:outerShdw>
              </a:effectLst>
            </a:rPr>
            <a:t>Government support </a:t>
          </a:r>
        </a:p>
      </dgm:t>
    </dgm:pt>
    <dgm:pt modelId="{BF2AD70F-AA4A-470D-9D5E-B766B87EA011}" type="parTrans" cxnId="{D2E23048-A100-4C8C-BC89-353C3A7E2B2E}">
      <dgm:prSet/>
      <dgm:spPr/>
      <dgm:t>
        <a:bodyPr/>
        <a:lstStyle/>
        <a:p>
          <a:endParaRPr lang="en-SG">
            <a:solidFill>
              <a:schemeClr val="tx1"/>
            </a:solidFill>
            <a:effectLst>
              <a:outerShdw blurRad="38100" dist="38100" dir="2700000" algn="tl">
                <a:srgbClr val="000000">
                  <a:alpha val="43137"/>
                </a:srgbClr>
              </a:outerShdw>
            </a:effectLst>
          </a:endParaRPr>
        </a:p>
      </dgm:t>
    </dgm:pt>
    <dgm:pt modelId="{B7EB6897-B8E6-443B-8FD8-35F51E2D4818}" type="sibTrans" cxnId="{D2E23048-A100-4C8C-BC89-353C3A7E2B2E}">
      <dgm:prSet/>
      <dgm:spPr/>
      <dgm:t>
        <a:bodyPr/>
        <a:lstStyle/>
        <a:p>
          <a:endParaRPr lang="en-SG">
            <a:solidFill>
              <a:schemeClr val="tx1"/>
            </a:solidFill>
            <a:effectLst>
              <a:outerShdw blurRad="38100" dist="38100" dir="2700000" algn="tl">
                <a:srgbClr val="000000">
                  <a:alpha val="43137"/>
                </a:srgbClr>
              </a:outerShdw>
            </a:effectLst>
          </a:endParaRPr>
        </a:p>
      </dgm:t>
    </dgm:pt>
    <dgm:pt modelId="{900AF865-4DA9-4C02-97FD-82F6213A8854}" type="pres">
      <dgm:prSet presAssocID="{32EFAA52-BC30-4807-ADFA-87EB6936126E}" presName="Name0" presStyleCnt="0">
        <dgm:presLayoutVars>
          <dgm:dir/>
          <dgm:resizeHandles val="exact"/>
        </dgm:presLayoutVars>
      </dgm:prSet>
      <dgm:spPr/>
    </dgm:pt>
    <dgm:pt modelId="{B0E359A7-47B3-4662-A0C5-1284286C8526}" type="pres">
      <dgm:prSet presAssocID="{6CE6CD94-786A-412E-BA55-F8C82F967FBB}" presName="parTxOnly" presStyleLbl="node1" presStyleIdx="0" presStyleCnt="3">
        <dgm:presLayoutVars>
          <dgm:bulletEnabled val="1"/>
        </dgm:presLayoutVars>
      </dgm:prSet>
      <dgm:spPr/>
    </dgm:pt>
    <dgm:pt modelId="{40FB025C-832C-4662-BC74-BA16030A5D56}" type="pres">
      <dgm:prSet presAssocID="{0BA59E55-230A-4796-9544-386CAAADE525}" presName="parSpace" presStyleCnt="0"/>
      <dgm:spPr/>
    </dgm:pt>
    <dgm:pt modelId="{95F37BF6-788C-4B53-A5E3-5C6896F796A0}" type="pres">
      <dgm:prSet presAssocID="{2FDDBA5A-6021-49A6-B40B-333FF5C8BB9F}" presName="parTxOnly" presStyleLbl="node1" presStyleIdx="1" presStyleCnt="3">
        <dgm:presLayoutVars>
          <dgm:bulletEnabled val="1"/>
        </dgm:presLayoutVars>
      </dgm:prSet>
      <dgm:spPr/>
    </dgm:pt>
    <dgm:pt modelId="{308C6B30-C6F4-48A6-8520-E29313403B59}" type="pres">
      <dgm:prSet presAssocID="{2A574E95-18F0-4253-9388-D8FF4DEF6116}" presName="parSpace" presStyleCnt="0"/>
      <dgm:spPr/>
    </dgm:pt>
    <dgm:pt modelId="{A73A8580-4143-4BDF-9C51-7014A4918899}" type="pres">
      <dgm:prSet presAssocID="{88C1DAE6-A8C8-480C-AE45-816B1663A9E1}" presName="parTxOnly" presStyleLbl="node1" presStyleIdx="2" presStyleCnt="3">
        <dgm:presLayoutVars>
          <dgm:bulletEnabled val="1"/>
        </dgm:presLayoutVars>
      </dgm:prSet>
      <dgm:spPr/>
    </dgm:pt>
  </dgm:ptLst>
  <dgm:cxnLst>
    <dgm:cxn modelId="{37856A06-D1B5-48F5-9AF4-BF04E484E304}" srcId="{32EFAA52-BC30-4807-ADFA-87EB6936126E}" destId="{6CE6CD94-786A-412E-BA55-F8C82F967FBB}" srcOrd="0" destOrd="0" parTransId="{F4D2987B-426A-4074-8F22-596AE606FA30}" sibTransId="{0BA59E55-230A-4796-9544-386CAAADE525}"/>
    <dgm:cxn modelId="{D2E23048-A100-4C8C-BC89-353C3A7E2B2E}" srcId="{32EFAA52-BC30-4807-ADFA-87EB6936126E}" destId="{88C1DAE6-A8C8-480C-AE45-816B1663A9E1}" srcOrd="2" destOrd="0" parTransId="{BF2AD70F-AA4A-470D-9D5E-B766B87EA011}" sibTransId="{B7EB6897-B8E6-443B-8FD8-35F51E2D4818}"/>
    <dgm:cxn modelId="{FAEA7975-4599-4E2A-AA0D-840D3A039CE1}" type="presOf" srcId="{2FDDBA5A-6021-49A6-B40B-333FF5C8BB9F}" destId="{95F37BF6-788C-4B53-A5E3-5C6896F796A0}" srcOrd="0" destOrd="0" presId="urn:microsoft.com/office/officeart/2005/8/layout/hChevron3"/>
    <dgm:cxn modelId="{E252BE58-6CC6-4A62-A630-F7403D12CEDF}" type="presOf" srcId="{32EFAA52-BC30-4807-ADFA-87EB6936126E}" destId="{900AF865-4DA9-4C02-97FD-82F6213A8854}" srcOrd="0" destOrd="0" presId="urn:microsoft.com/office/officeart/2005/8/layout/hChevron3"/>
    <dgm:cxn modelId="{7E117E95-988B-424F-962C-A7D91B8DA30B}" srcId="{32EFAA52-BC30-4807-ADFA-87EB6936126E}" destId="{2FDDBA5A-6021-49A6-B40B-333FF5C8BB9F}" srcOrd="1" destOrd="0" parTransId="{7DDA93E7-5788-484B-930C-D6FC29A7F148}" sibTransId="{2A574E95-18F0-4253-9388-D8FF4DEF6116}"/>
    <dgm:cxn modelId="{8D2661A4-3A50-4C1E-A213-5C3A9467E15D}" type="presOf" srcId="{88C1DAE6-A8C8-480C-AE45-816B1663A9E1}" destId="{A73A8580-4143-4BDF-9C51-7014A4918899}" srcOrd="0" destOrd="0" presId="urn:microsoft.com/office/officeart/2005/8/layout/hChevron3"/>
    <dgm:cxn modelId="{593CECD4-7117-4BE4-96D0-B2727D5333A0}" type="presOf" srcId="{6CE6CD94-786A-412E-BA55-F8C82F967FBB}" destId="{B0E359A7-47B3-4662-A0C5-1284286C8526}" srcOrd="0" destOrd="0" presId="urn:microsoft.com/office/officeart/2005/8/layout/hChevron3"/>
    <dgm:cxn modelId="{C29CEF4A-9A1B-4F4E-8D08-95F7866157EC}" type="presParOf" srcId="{900AF865-4DA9-4C02-97FD-82F6213A8854}" destId="{B0E359A7-47B3-4662-A0C5-1284286C8526}" srcOrd="0" destOrd="0" presId="urn:microsoft.com/office/officeart/2005/8/layout/hChevron3"/>
    <dgm:cxn modelId="{D8FC24DC-45E0-4DE7-B4A0-E424F6562F07}" type="presParOf" srcId="{900AF865-4DA9-4C02-97FD-82F6213A8854}" destId="{40FB025C-832C-4662-BC74-BA16030A5D56}" srcOrd="1" destOrd="0" presId="urn:microsoft.com/office/officeart/2005/8/layout/hChevron3"/>
    <dgm:cxn modelId="{BF597090-8AAC-4466-9140-30D5B7EB54BB}" type="presParOf" srcId="{900AF865-4DA9-4C02-97FD-82F6213A8854}" destId="{95F37BF6-788C-4B53-A5E3-5C6896F796A0}" srcOrd="2" destOrd="0" presId="urn:microsoft.com/office/officeart/2005/8/layout/hChevron3"/>
    <dgm:cxn modelId="{E052EA89-BF74-4898-9D24-28896C306CA4}" type="presParOf" srcId="{900AF865-4DA9-4C02-97FD-82F6213A8854}" destId="{308C6B30-C6F4-48A6-8520-E29313403B59}" srcOrd="3" destOrd="0" presId="urn:microsoft.com/office/officeart/2005/8/layout/hChevron3"/>
    <dgm:cxn modelId="{13E916F6-2A4F-496A-93BB-A53B0E648D4E}" type="presParOf" srcId="{900AF865-4DA9-4C02-97FD-82F6213A8854}" destId="{A73A8580-4143-4BDF-9C51-7014A4918899}" srcOrd="4" destOrd="0" presId="urn:microsoft.com/office/officeart/2005/8/layout/hChevron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B1B0973F-EA1D-4513-BCED-6F147E0336D8}" type="doc">
      <dgm:prSet loTypeId="urn:microsoft.com/office/officeart/2009/3/layout/OpposingIdeas" loCatId="relationship" qsTypeId="urn:microsoft.com/office/officeart/2005/8/quickstyle/simple1" qsCatId="simple" csTypeId="urn:microsoft.com/office/officeart/2005/8/colors/accent1_2" csCatId="accent1" phldr="1"/>
      <dgm:spPr/>
      <dgm:t>
        <a:bodyPr/>
        <a:lstStyle/>
        <a:p>
          <a:endParaRPr lang="en-GB"/>
        </a:p>
      </dgm:t>
    </dgm:pt>
    <dgm:pt modelId="{878442ED-C231-4971-A5BC-0B6978C0D644}">
      <dgm:prSet phldrT="[Text]"/>
      <dgm:spPr/>
      <dgm:t>
        <a:bodyPr/>
        <a:lstStyle/>
        <a:p>
          <a:r>
            <a:rPr lang="en-GB" dirty="0"/>
            <a:t>Inward orientation </a:t>
          </a:r>
        </a:p>
      </dgm:t>
    </dgm:pt>
    <dgm:pt modelId="{EA2FE286-6F81-419B-B707-2929D5C06BEE}" type="parTrans" cxnId="{D312C82E-F5F6-4524-A064-655E788E940C}">
      <dgm:prSet/>
      <dgm:spPr/>
      <dgm:t>
        <a:bodyPr/>
        <a:lstStyle/>
        <a:p>
          <a:endParaRPr lang="en-GB"/>
        </a:p>
      </dgm:t>
    </dgm:pt>
    <dgm:pt modelId="{F741F99A-EDD8-48B2-81A2-0A13E89D0C3B}" type="sibTrans" cxnId="{D312C82E-F5F6-4524-A064-655E788E940C}">
      <dgm:prSet/>
      <dgm:spPr/>
      <dgm:t>
        <a:bodyPr/>
        <a:lstStyle/>
        <a:p>
          <a:endParaRPr lang="en-GB"/>
        </a:p>
      </dgm:t>
    </dgm:pt>
    <dgm:pt modelId="{397066AE-88E3-4C6F-B117-F4FEC4CA0542}">
      <dgm:prSet phldrT="[Text]"/>
      <dgm:spPr/>
      <dgm:t>
        <a:bodyPr/>
        <a:lstStyle/>
        <a:p>
          <a:r>
            <a:rPr lang="en-GB" dirty="0">
              <a:highlight>
                <a:srgbClr val="FFFF00"/>
              </a:highlight>
            </a:rPr>
            <a:t>Focus on domestic  market </a:t>
          </a:r>
        </a:p>
      </dgm:t>
    </dgm:pt>
    <dgm:pt modelId="{2C5506F2-14FC-4D91-B2D8-0823B7FB0606}" type="parTrans" cxnId="{80CA4759-3ED3-4379-9C94-BF494C65E2F9}">
      <dgm:prSet/>
      <dgm:spPr/>
      <dgm:t>
        <a:bodyPr/>
        <a:lstStyle/>
        <a:p>
          <a:endParaRPr lang="en-GB"/>
        </a:p>
      </dgm:t>
    </dgm:pt>
    <dgm:pt modelId="{5439AC55-9DAC-4F73-9EE6-95571F78D2E0}" type="sibTrans" cxnId="{80CA4759-3ED3-4379-9C94-BF494C65E2F9}">
      <dgm:prSet/>
      <dgm:spPr/>
      <dgm:t>
        <a:bodyPr/>
        <a:lstStyle/>
        <a:p>
          <a:endParaRPr lang="en-GB"/>
        </a:p>
      </dgm:t>
    </dgm:pt>
    <dgm:pt modelId="{DBCE7631-E13A-4A41-9A7B-91F347FC55D9}">
      <dgm:prSet phldrT="[Text]"/>
      <dgm:spPr/>
      <dgm:t>
        <a:bodyPr/>
        <a:lstStyle/>
        <a:p>
          <a:r>
            <a:rPr lang="en-GB" dirty="0"/>
            <a:t>Outward Orientation </a:t>
          </a:r>
        </a:p>
      </dgm:t>
    </dgm:pt>
    <dgm:pt modelId="{BCEF51DF-B154-411A-BE87-B38B1EA1AE9D}" type="parTrans" cxnId="{7B264C1D-C76C-4390-AD03-0640A31A8D2D}">
      <dgm:prSet/>
      <dgm:spPr/>
      <dgm:t>
        <a:bodyPr/>
        <a:lstStyle/>
        <a:p>
          <a:endParaRPr lang="en-GB"/>
        </a:p>
      </dgm:t>
    </dgm:pt>
    <dgm:pt modelId="{364BA8B5-7165-49A1-9DC5-01D084D5C38D}" type="sibTrans" cxnId="{7B264C1D-C76C-4390-AD03-0640A31A8D2D}">
      <dgm:prSet/>
      <dgm:spPr/>
      <dgm:t>
        <a:bodyPr/>
        <a:lstStyle/>
        <a:p>
          <a:endParaRPr lang="en-GB"/>
        </a:p>
      </dgm:t>
    </dgm:pt>
    <dgm:pt modelId="{D5B8E161-0A15-4203-9410-6BDA585445F2}">
      <dgm:prSet phldrT="[Text]"/>
      <dgm:spPr/>
      <dgm:t>
        <a:bodyPr/>
        <a:lstStyle/>
        <a:p>
          <a:r>
            <a:rPr lang="en-GB" dirty="0"/>
            <a:t>Focus on international market </a:t>
          </a:r>
        </a:p>
      </dgm:t>
    </dgm:pt>
    <dgm:pt modelId="{A5F1111F-AA75-481C-B590-89FC11152FE3}" type="parTrans" cxnId="{A01FB89F-29ED-4F0D-A616-533439ADF34C}">
      <dgm:prSet/>
      <dgm:spPr/>
      <dgm:t>
        <a:bodyPr/>
        <a:lstStyle/>
        <a:p>
          <a:endParaRPr lang="en-GB"/>
        </a:p>
      </dgm:t>
    </dgm:pt>
    <dgm:pt modelId="{DCB0E388-BE84-418B-85FA-DBA78E33C9C6}" type="sibTrans" cxnId="{A01FB89F-29ED-4F0D-A616-533439ADF34C}">
      <dgm:prSet/>
      <dgm:spPr/>
      <dgm:t>
        <a:bodyPr/>
        <a:lstStyle/>
        <a:p>
          <a:endParaRPr lang="en-GB"/>
        </a:p>
      </dgm:t>
    </dgm:pt>
    <dgm:pt modelId="{152B0224-E8CF-4EA6-80D8-B8A1E8A2A00D}" type="pres">
      <dgm:prSet presAssocID="{B1B0973F-EA1D-4513-BCED-6F147E0336D8}" presName="Name0" presStyleCnt="0">
        <dgm:presLayoutVars>
          <dgm:chMax val="2"/>
          <dgm:dir/>
          <dgm:animOne val="branch"/>
          <dgm:animLvl val="lvl"/>
          <dgm:resizeHandles val="exact"/>
        </dgm:presLayoutVars>
      </dgm:prSet>
      <dgm:spPr/>
    </dgm:pt>
    <dgm:pt modelId="{44983996-61AC-451A-A76B-D1E3A1A97BAC}" type="pres">
      <dgm:prSet presAssocID="{B1B0973F-EA1D-4513-BCED-6F147E0336D8}" presName="Background" presStyleLbl="node1" presStyleIdx="0" presStyleCnt="1" custLinFactNeighborX="364" custLinFactNeighborY="-4213"/>
      <dgm:spPr/>
    </dgm:pt>
    <dgm:pt modelId="{1ED0145A-CF22-41D0-BA00-A066DF4C7334}" type="pres">
      <dgm:prSet presAssocID="{B1B0973F-EA1D-4513-BCED-6F147E0336D8}" presName="Divider" presStyleLbl="callout" presStyleIdx="0" presStyleCnt="1"/>
      <dgm:spPr/>
    </dgm:pt>
    <dgm:pt modelId="{62ABF631-E1DF-4AC7-A2F2-18DF1813EFC6}" type="pres">
      <dgm:prSet presAssocID="{B1B0973F-EA1D-4513-BCED-6F147E0336D8}" presName="ChildText1" presStyleLbl="revTx" presStyleIdx="0" presStyleCnt="0" custLinFactNeighborY="661">
        <dgm:presLayoutVars>
          <dgm:chMax val="0"/>
          <dgm:chPref val="0"/>
          <dgm:bulletEnabled val="1"/>
        </dgm:presLayoutVars>
      </dgm:prSet>
      <dgm:spPr/>
    </dgm:pt>
    <dgm:pt modelId="{1196C948-84E5-41B9-820C-FCA918F2BC37}" type="pres">
      <dgm:prSet presAssocID="{B1B0973F-EA1D-4513-BCED-6F147E0336D8}" presName="ChildText2" presStyleLbl="revTx" presStyleIdx="0" presStyleCnt="0" custLinFactNeighborY="661">
        <dgm:presLayoutVars>
          <dgm:chMax val="0"/>
          <dgm:chPref val="0"/>
          <dgm:bulletEnabled val="1"/>
        </dgm:presLayoutVars>
      </dgm:prSet>
      <dgm:spPr/>
    </dgm:pt>
    <dgm:pt modelId="{23AD498F-598D-4391-8D6A-518E9A329076}" type="pres">
      <dgm:prSet presAssocID="{B1B0973F-EA1D-4513-BCED-6F147E0336D8}" presName="ParentText1" presStyleLbl="revTx" presStyleIdx="0" presStyleCnt="0">
        <dgm:presLayoutVars>
          <dgm:chMax val="1"/>
          <dgm:chPref val="1"/>
        </dgm:presLayoutVars>
      </dgm:prSet>
      <dgm:spPr/>
    </dgm:pt>
    <dgm:pt modelId="{7213070C-E6EC-4D8A-8F62-29ADD778D518}" type="pres">
      <dgm:prSet presAssocID="{B1B0973F-EA1D-4513-BCED-6F147E0336D8}" presName="ParentShape1" presStyleLbl="alignImgPlace1" presStyleIdx="0" presStyleCnt="2" custLinFactNeighborX="9054" custLinFactNeighborY="-1451">
        <dgm:presLayoutVars/>
      </dgm:prSet>
      <dgm:spPr/>
    </dgm:pt>
    <dgm:pt modelId="{5A61626A-126B-4951-AC8E-143D411B71CB}" type="pres">
      <dgm:prSet presAssocID="{B1B0973F-EA1D-4513-BCED-6F147E0336D8}" presName="ParentText2" presStyleLbl="revTx" presStyleIdx="0" presStyleCnt="0">
        <dgm:presLayoutVars>
          <dgm:chMax val="1"/>
          <dgm:chPref val="1"/>
        </dgm:presLayoutVars>
      </dgm:prSet>
      <dgm:spPr/>
    </dgm:pt>
    <dgm:pt modelId="{1EB25D99-4631-4751-8DF2-CFFADB249E21}" type="pres">
      <dgm:prSet presAssocID="{B1B0973F-EA1D-4513-BCED-6F147E0336D8}" presName="ParentShape2" presStyleLbl="alignImgPlace1" presStyleIdx="1" presStyleCnt="2" custLinFactNeighborX="9054" custLinFactNeighborY="-1451">
        <dgm:presLayoutVars/>
      </dgm:prSet>
      <dgm:spPr/>
    </dgm:pt>
  </dgm:ptLst>
  <dgm:cxnLst>
    <dgm:cxn modelId="{7B264C1D-C76C-4390-AD03-0640A31A8D2D}" srcId="{B1B0973F-EA1D-4513-BCED-6F147E0336D8}" destId="{DBCE7631-E13A-4A41-9A7B-91F347FC55D9}" srcOrd="1" destOrd="0" parTransId="{BCEF51DF-B154-411A-BE87-B38B1EA1AE9D}" sibTransId="{364BA8B5-7165-49A1-9DC5-01D084D5C38D}"/>
    <dgm:cxn modelId="{D312C82E-F5F6-4524-A064-655E788E940C}" srcId="{B1B0973F-EA1D-4513-BCED-6F147E0336D8}" destId="{878442ED-C231-4971-A5BC-0B6978C0D644}" srcOrd="0" destOrd="0" parTransId="{EA2FE286-6F81-419B-B707-2929D5C06BEE}" sibTransId="{F741F99A-EDD8-48B2-81A2-0A13E89D0C3B}"/>
    <dgm:cxn modelId="{C3EF9A40-F687-4A31-A925-186C9A459F4D}" type="presOf" srcId="{DBCE7631-E13A-4A41-9A7B-91F347FC55D9}" destId="{1EB25D99-4631-4751-8DF2-CFFADB249E21}" srcOrd="1" destOrd="0" presId="urn:microsoft.com/office/officeart/2009/3/layout/OpposingIdeas"/>
    <dgm:cxn modelId="{99EAEC45-64E3-4505-A3AD-B5E92DA11C92}" type="presOf" srcId="{878442ED-C231-4971-A5BC-0B6978C0D644}" destId="{7213070C-E6EC-4D8A-8F62-29ADD778D518}" srcOrd="1" destOrd="0" presId="urn:microsoft.com/office/officeart/2009/3/layout/OpposingIdeas"/>
    <dgm:cxn modelId="{2C30586B-5A9A-49FE-AB61-6D4D21EC3D01}" type="presOf" srcId="{DBCE7631-E13A-4A41-9A7B-91F347FC55D9}" destId="{5A61626A-126B-4951-AC8E-143D411B71CB}" srcOrd="0" destOrd="0" presId="urn:microsoft.com/office/officeart/2009/3/layout/OpposingIdeas"/>
    <dgm:cxn modelId="{41E8E74D-C291-408B-BB3A-F6F8900D9C34}" type="presOf" srcId="{D5B8E161-0A15-4203-9410-6BDA585445F2}" destId="{1196C948-84E5-41B9-820C-FCA918F2BC37}" srcOrd="0" destOrd="0" presId="urn:microsoft.com/office/officeart/2009/3/layout/OpposingIdeas"/>
    <dgm:cxn modelId="{80CA4759-3ED3-4379-9C94-BF494C65E2F9}" srcId="{878442ED-C231-4971-A5BC-0B6978C0D644}" destId="{397066AE-88E3-4C6F-B117-F4FEC4CA0542}" srcOrd="0" destOrd="0" parTransId="{2C5506F2-14FC-4D91-B2D8-0823B7FB0606}" sibTransId="{5439AC55-9DAC-4F73-9EE6-95571F78D2E0}"/>
    <dgm:cxn modelId="{A01FB89F-29ED-4F0D-A616-533439ADF34C}" srcId="{DBCE7631-E13A-4A41-9A7B-91F347FC55D9}" destId="{D5B8E161-0A15-4203-9410-6BDA585445F2}" srcOrd="0" destOrd="0" parTransId="{A5F1111F-AA75-481C-B590-89FC11152FE3}" sibTransId="{DCB0E388-BE84-418B-85FA-DBA78E33C9C6}"/>
    <dgm:cxn modelId="{EA9BA6A8-422E-4E2F-A256-50E221B47756}" type="presOf" srcId="{878442ED-C231-4971-A5BC-0B6978C0D644}" destId="{23AD498F-598D-4391-8D6A-518E9A329076}" srcOrd="0" destOrd="0" presId="urn:microsoft.com/office/officeart/2009/3/layout/OpposingIdeas"/>
    <dgm:cxn modelId="{6029B8E1-9FBF-4D4E-9F34-1575A4F2F1A0}" type="presOf" srcId="{B1B0973F-EA1D-4513-BCED-6F147E0336D8}" destId="{152B0224-E8CF-4EA6-80D8-B8A1E8A2A00D}" srcOrd="0" destOrd="0" presId="urn:microsoft.com/office/officeart/2009/3/layout/OpposingIdeas"/>
    <dgm:cxn modelId="{900F33F1-70C1-4A8C-8D3F-372B93309711}" type="presOf" srcId="{397066AE-88E3-4C6F-B117-F4FEC4CA0542}" destId="{62ABF631-E1DF-4AC7-A2F2-18DF1813EFC6}" srcOrd="0" destOrd="0" presId="urn:microsoft.com/office/officeart/2009/3/layout/OpposingIdeas"/>
    <dgm:cxn modelId="{493C1B6F-5235-4F8A-896B-A994DFAFB70E}" type="presParOf" srcId="{152B0224-E8CF-4EA6-80D8-B8A1E8A2A00D}" destId="{44983996-61AC-451A-A76B-D1E3A1A97BAC}" srcOrd="0" destOrd="0" presId="urn:microsoft.com/office/officeart/2009/3/layout/OpposingIdeas"/>
    <dgm:cxn modelId="{1803763F-08E2-4AFA-97A6-937EE2016C64}" type="presParOf" srcId="{152B0224-E8CF-4EA6-80D8-B8A1E8A2A00D}" destId="{1ED0145A-CF22-41D0-BA00-A066DF4C7334}" srcOrd="1" destOrd="0" presId="urn:microsoft.com/office/officeart/2009/3/layout/OpposingIdeas"/>
    <dgm:cxn modelId="{2590EF1D-7688-4CF8-8639-017904CC8B4E}" type="presParOf" srcId="{152B0224-E8CF-4EA6-80D8-B8A1E8A2A00D}" destId="{62ABF631-E1DF-4AC7-A2F2-18DF1813EFC6}" srcOrd="2" destOrd="0" presId="urn:microsoft.com/office/officeart/2009/3/layout/OpposingIdeas"/>
    <dgm:cxn modelId="{2960F11C-35F0-4BF2-AB61-A190A89A339E}" type="presParOf" srcId="{152B0224-E8CF-4EA6-80D8-B8A1E8A2A00D}" destId="{1196C948-84E5-41B9-820C-FCA918F2BC37}" srcOrd="3" destOrd="0" presId="urn:microsoft.com/office/officeart/2009/3/layout/OpposingIdeas"/>
    <dgm:cxn modelId="{D3EF5126-C47C-41B8-BE36-E2023EC93A59}" type="presParOf" srcId="{152B0224-E8CF-4EA6-80D8-B8A1E8A2A00D}" destId="{23AD498F-598D-4391-8D6A-518E9A329076}" srcOrd="4" destOrd="0" presId="urn:microsoft.com/office/officeart/2009/3/layout/OpposingIdeas"/>
    <dgm:cxn modelId="{0D15458F-8795-43B5-9960-F607A8F32077}" type="presParOf" srcId="{152B0224-E8CF-4EA6-80D8-B8A1E8A2A00D}" destId="{7213070C-E6EC-4D8A-8F62-29ADD778D518}" srcOrd="5" destOrd="0" presId="urn:microsoft.com/office/officeart/2009/3/layout/OpposingIdeas"/>
    <dgm:cxn modelId="{50649FD5-8507-451F-B2E2-B69014E6F478}" type="presParOf" srcId="{152B0224-E8CF-4EA6-80D8-B8A1E8A2A00D}" destId="{5A61626A-126B-4951-AC8E-143D411B71CB}" srcOrd="6" destOrd="0" presId="urn:microsoft.com/office/officeart/2009/3/layout/OpposingIdeas"/>
    <dgm:cxn modelId="{4126CEF8-DF35-4101-9867-7062DAFC7C9C}" type="presParOf" srcId="{152B0224-E8CF-4EA6-80D8-B8A1E8A2A00D}" destId="{1EB25D99-4631-4751-8DF2-CFFADB249E21}" srcOrd="7" destOrd="0" presId="urn:microsoft.com/office/officeart/2009/3/layout/OpposingIdea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1E076A69-0342-4144-BFBA-F6F2A0EBAD4F}" type="doc">
      <dgm:prSet loTypeId="urn:microsoft.com/office/officeart/2009/3/layout/StepUpProcess" loCatId="process" qsTypeId="urn:microsoft.com/office/officeart/2005/8/quickstyle/simple1" qsCatId="simple" csTypeId="urn:microsoft.com/office/officeart/2005/8/colors/accent1_2" csCatId="accent1" phldr="1"/>
      <dgm:spPr/>
      <dgm:t>
        <a:bodyPr/>
        <a:lstStyle/>
        <a:p>
          <a:endParaRPr lang="en-GB"/>
        </a:p>
      </dgm:t>
    </dgm:pt>
    <dgm:pt modelId="{928CB558-4151-46F4-BC6A-F03BDCF67553}">
      <dgm:prSet phldrT="[Text]"/>
      <dgm:spPr/>
      <dgm:t>
        <a:bodyPr/>
        <a:lstStyle/>
        <a:p>
          <a:r>
            <a:rPr lang="en-GB" dirty="0">
              <a:solidFill>
                <a:schemeClr val="tx1"/>
              </a:solidFill>
            </a:rPr>
            <a:t>Inward oriented Growth and development</a:t>
          </a:r>
        </a:p>
      </dgm:t>
    </dgm:pt>
    <dgm:pt modelId="{60594CFA-9664-4AFF-B6F6-3D580311A4EA}" type="parTrans" cxnId="{9B87BE3D-9743-4060-ACAF-458E27D3337E}">
      <dgm:prSet/>
      <dgm:spPr/>
      <dgm:t>
        <a:bodyPr/>
        <a:lstStyle/>
        <a:p>
          <a:endParaRPr lang="en-GB">
            <a:solidFill>
              <a:schemeClr val="tx1"/>
            </a:solidFill>
          </a:endParaRPr>
        </a:p>
      </dgm:t>
    </dgm:pt>
    <dgm:pt modelId="{C14CCFCD-7E41-4D62-B5FB-2EF0DA7FD1E0}" type="sibTrans" cxnId="{9B87BE3D-9743-4060-ACAF-458E27D3337E}">
      <dgm:prSet/>
      <dgm:spPr/>
      <dgm:t>
        <a:bodyPr/>
        <a:lstStyle/>
        <a:p>
          <a:endParaRPr lang="en-GB">
            <a:solidFill>
              <a:schemeClr val="tx1"/>
            </a:solidFill>
          </a:endParaRPr>
        </a:p>
      </dgm:t>
    </dgm:pt>
    <dgm:pt modelId="{4C0EC4CE-F76B-4C45-9D1F-D3010D00E030}">
      <dgm:prSet phldrT="[Text]" custT="1"/>
      <dgm:spPr/>
      <dgm:t>
        <a:bodyPr/>
        <a:lstStyle/>
        <a:p>
          <a:r>
            <a:rPr lang="en-GB" sz="3200" b="1" dirty="0">
              <a:solidFill>
                <a:schemeClr val="tx1"/>
              </a:solidFill>
              <a:effectLst>
                <a:outerShdw blurRad="38100" dist="38100" dir="2700000" algn="tl">
                  <a:srgbClr val="000000">
                    <a:alpha val="43137"/>
                  </a:srgbClr>
                </a:outerShdw>
              </a:effectLst>
              <a:highlight>
                <a:srgbClr val="FFFF00"/>
              </a:highlight>
            </a:rPr>
            <a:t>Reforms </a:t>
          </a:r>
        </a:p>
        <a:p>
          <a:r>
            <a:rPr lang="en-GB" sz="1900" dirty="0">
              <a:solidFill>
                <a:schemeClr val="tx1"/>
              </a:solidFill>
            </a:rPr>
            <a:t>1) Trade reforms</a:t>
          </a:r>
        </a:p>
        <a:p>
          <a:r>
            <a:rPr lang="en-GB" sz="1900" dirty="0">
              <a:solidFill>
                <a:schemeClr val="tx1"/>
              </a:solidFill>
            </a:rPr>
            <a:t>2) Investment reforms </a:t>
          </a:r>
        </a:p>
      </dgm:t>
    </dgm:pt>
    <dgm:pt modelId="{FCA71705-677D-48DF-85FA-F40319530F3A}" type="parTrans" cxnId="{DD33300E-C7E2-43AC-85D0-4138A21B1773}">
      <dgm:prSet/>
      <dgm:spPr/>
      <dgm:t>
        <a:bodyPr/>
        <a:lstStyle/>
        <a:p>
          <a:endParaRPr lang="en-GB">
            <a:solidFill>
              <a:schemeClr val="tx1"/>
            </a:solidFill>
          </a:endParaRPr>
        </a:p>
      </dgm:t>
    </dgm:pt>
    <dgm:pt modelId="{2D08C6B8-73CB-4A68-8875-DCDDC557937E}" type="sibTrans" cxnId="{DD33300E-C7E2-43AC-85D0-4138A21B1773}">
      <dgm:prSet/>
      <dgm:spPr/>
      <dgm:t>
        <a:bodyPr/>
        <a:lstStyle/>
        <a:p>
          <a:endParaRPr lang="en-GB">
            <a:solidFill>
              <a:schemeClr val="tx1"/>
            </a:solidFill>
          </a:endParaRPr>
        </a:p>
      </dgm:t>
    </dgm:pt>
    <dgm:pt modelId="{AA80D088-1130-4EB6-A6A0-9467327AD8A9}">
      <dgm:prSet phldrT="[Text]"/>
      <dgm:spPr/>
      <dgm:t>
        <a:bodyPr/>
        <a:lstStyle/>
        <a:p>
          <a:r>
            <a:rPr lang="en-GB" dirty="0">
              <a:solidFill>
                <a:schemeClr val="tx1"/>
              </a:solidFill>
            </a:rPr>
            <a:t>Outward Oriented Growth and Development </a:t>
          </a:r>
        </a:p>
      </dgm:t>
    </dgm:pt>
    <dgm:pt modelId="{24E0F686-E12F-4F82-B408-BC363289517B}" type="parTrans" cxnId="{223619A7-5A99-4F70-8CA1-3C4533898F00}">
      <dgm:prSet/>
      <dgm:spPr/>
      <dgm:t>
        <a:bodyPr/>
        <a:lstStyle/>
        <a:p>
          <a:endParaRPr lang="en-GB">
            <a:solidFill>
              <a:schemeClr val="tx1"/>
            </a:solidFill>
          </a:endParaRPr>
        </a:p>
      </dgm:t>
    </dgm:pt>
    <dgm:pt modelId="{14619251-9532-4306-9024-2275BB88527F}" type="sibTrans" cxnId="{223619A7-5A99-4F70-8CA1-3C4533898F00}">
      <dgm:prSet/>
      <dgm:spPr/>
      <dgm:t>
        <a:bodyPr/>
        <a:lstStyle/>
        <a:p>
          <a:endParaRPr lang="en-GB">
            <a:solidFill>
              <a:schemeClr val="tx1"/>
            </a:solidFill>
          </a:endParaRPr>
        </a:p>
      </dgm:t>
    </dgm:pt>
    <dgm:pt modelId="{C837D443-F344-4EEB-83A3-B357DA17BA24}" type="pres">
      <dgm:prSet presAssocID="{1E076A69-0342-4144-BFBA-F6F2A0EBAD4F}" presName="rootnode" presStyleCnt="0">
        <dgm:presLayoutVars>
          <dgm:chMax/>
          <dgm:chPref/>
          <dgm:dir/>
          <dgm:animLvl val="lvl"/>
        </dgm:presLayoutVars>
      </dgm:prSet>
      <dgm:spPr/>
    </dgm:pt>
    <dgm:pt modelId="{AD4C1E66-0639-485E-9746-15F558DF6EC9}" type="pres">
      <dgm:prSet presAssocID="{928CB558-4151-46F4-BC6A-F03BDCF67553}" presName="composite" presStyleCnt="0"/>
      <dgm:spPr/>
    </dgm:pt>
    <dgm:pt modelId="{2ADC0309-DBC0-4604-82A2-50C842F67BA6}" type="pres">
      <dgm:prSet presAssocID="{928CB558-4151-46F4-BC6A-F03BDCF67553}" presName="LShape" presStyleLbl="alignNode1" presStyleIdx="0" presStyleCnt="5"/>
      <dgm:spPr/>
    </dgm:pt>
    <dgm:pt modelId="{49F7F9E1-F79B-41C3-ADE6-6968635A5CA2}" type="pres">
      <dgm:prSet presAssocID="{928CB558-4151-46F4-BC6A-F03BDCF67553}" presName="ParentText" presStyleLbl="revTx" presStyleIdx="0" presStyleCnt="3">
        <dgm:presLayoutVars>
          <dgm:chMax val="0"/>
          <dgm:chPref val="0"/>
          <dgm:bulletEnabled val="1"/>
        </dgm:presLayoutVars>
      </dgm:prSet>
      <dgm:spPr/>
    </dgm:pt>
    <dgm:pt modelId="{7B62C2AD-A793-4DEB-9F24-632B55DEC1A1}" type="pres">
      <dgm:prSet presAssocID="{928CB558-4151-46F4-BC6A-F03BDCF67553}" presName="Triangle" presStyleLbl="alignNode1" presStyleIdx="1" presStyleCnt="5"/>
      <dgm:spPr/>
    </dgm:pt>
    <dgm:pt modelId="{A486D066-32BC-4724-B215-26275650E24C}" type="pres">
      <dgm:prSet presAssocID="{C14CCFCD-7E41-4D62-B5FB-2EF0DA7FD1E0}" presName="sibTrans" presStyleCnt="0"/>
      <dgm:spPr/>
    </dgm:pt>
    <dgm:pt modelId="{27499DAA-D54F-4DCA-83BA-9235E93D8B44}" type="pres">
      <dgm:prSet presAssocID="{C14CCFCD-7E41-4D62-B5FB-2EF0DA7FD1E0}" presName="space" presStyleCnt="0"/>
      <dgm:spPr/>
    </dgm:pt>
    <dgm:pt modelId="{F352A9CF-F581-4A37-A664-74BC99DC0C9C}" type="pres">
      <dgm:prSet presAssocID="{4C0EC4CE-F76B-4C45-9D1F-D3010D00E030}" presName="composite" presStyleCnt="0"/>
      <dgm:spPr/>
    </dgm:pt>
    <dgm:pt modelId="{4CD7C015-39B2-4E1A-B2DB-174B29B5626B}" type="pres">
      <dgm:prSet presAssocID="{4C0EC4CE-F76B-4C45-9D1F-D3010D00E030}" presName="LShape" presStyleLbl="alignNode1" presStyleIdx="2" presStyleCnt="5"/>
      <dgm:spPr/>
    </dgm:pt>
    <dgm:pt modelId="{77CC3D76-353D-4860-A902-405BA8F06405}" type="pres">
      <dgm:prSet presAssocID="{4C0EC4CE-F76B-4C45-9D1F-D3010D00E030}" presName="ParentText" presStyleLbl="revTx" presStyleIdx="1" presStyleCnt="3">
        <dgm:presLayoutVars>
          <dgm:chMax val="0"/>
          <dgm:chPref val="0"/>
          <dgm:bulletEnabled val="1"/>
        </dgm:presLayoutVars>
      </dgm:prSet>
      <dgm:spPr/>
    </dgm:pt>
    <dgm:pt modelId="{7C8734AF-602D-48E3-89C3-9923AA933DBA}" type="pres">
      <dgm:prSet presAssocID="{4C0EC4CE-F76B-4C45-9D1F-D3010D00E030}" presName="Triangle" presStyleLbl="alignNode1" presStyleIdx="3" presStyleCnt="5"/>
      <dgm:spPr/>
    </dgm:pt>
    <dgm:pt modelId="{8AFC119E-C0CF-4515-9222-1FF76316F81E}" type="pres">
      <dgm:prSet presAssocID="{2D08C6B8-73CB-4A68-8875-DCDDC557937E}" presName="sibTrans" presStyleCnt="0"/>
      <dgm:spPr/>
    </dgm:pt>
    <dgm:pt modelId="{47AC5D7A-AF08-42A5-9E0F-50C45512EC95}" type="pres">
      <dgm:prSet presAssocID="{2D08C6B8-73CB-4A68-8875-DCDDC557937E}" presName="space" presStyleCnt="0"/>
      <dgm:spPr/>
    </dgm:pt>
    <dgm:pt modelId="{F4EFD5AB-0396-48F1-A868-96C0C9326475}" type="pres">
      <dgm:prSet presAssocID="{AA80D088-1130-4EB6-A6A0-9467327AD8A9}" presName="composite" presStyleCnt="0"/>
      <dgm:spPr/>
    </dgm:pt>
    <dgm:pt modelId="{1CCC776B-CC83-4BB6-8FE9-1B0032FBEBF0}" type="pres">
      <dgm:prSet presAssocID="{AA80D088-1130-4EB6-A6A0-9467327AD8A9}" presName="LShape" presStyleLbl="alignNode1" presStyleIdx="4" presStyleCnt="5"/>
      <dgm:spPr/>
    </dgm:pt>
    <dgm:pt modelId="{DD6C2C5D-331D-4A9A-B1B7-4D76E12A164F}" type="pres">
      <dgm:prSet presAssocID="{AA80D088-1130-4EB6-A6A0-9467327AD8A9}" presName="ParentText" presStyleLbl="revTx" presStyleIdx="2" presStyleCnt="3">
        <dgm:presLayoutVars>
          <dgm:chMax val="0"/>
          <dgm:chPref val="0"/>
          <dgm:bulletEnabled val="1"/>
        </dgm:presLayoutVars>
      </dgm:prSet>
      <dgm:spPr/>
    </dgm:pt>
  </dgm:ptLst>
  <dgm:cxnLst>
    <dgm:cxn modelId="{DD33300E-C7E2-43AC-85D0-4138A21B1773}" srcId="{1E076A69-0342-4144-BFBA-F6F2A0EBAD4F}" destId="{4C0EC4CE-F76B-4C45-9D1F-D3010D00E030}" srcOrd="1" destOrd="0" parTransId="{FCA71705-677D-48DF-85FA-F40319530F3A}" sibTransId="{2D08C6B8-73CB-4A68-8875-DCDDC557937E}"/>
    <dgm:cxn modelId="{8C37DB1A-2CE3-47A9-91A7-BD7D927123C6}" type="presOf" srcId="{1E076A69-0342-4144-BFBA-F6F2A0EBAD4F}" destId="{C837D443-F344-4EEB-83A3-B357DA17BA24}" srcOrd="0" destOrd="0" presId="urn:microsoft.com/office/officeart/2009/3/layout/StepUpProcess"/>
    <dgm:cxn modelId="{9B87BE3D-9743-4060-ACAF-458E27D3337E}" srcId="{1E076A69-0342-4144-BFBA-F6F2A0EBAD4F}" destId="{928CB558-4151-46F4-BC6A-F03BDCF67553}" srcOrd="0" destOrd="0" parTransId="{60594CFA-9664-4AFF-B6F6-3D580311A4EA}" sibTransId="{C14CCFCD-7E41-4D62-B5FB-2EF0DA7FD1E0}"/>
    <dgm:cxn modelId="{223619A7-5A99-4F70-8CA1-3C4533898F00}" srcId="{1E076A69-0342-4144-BFBA-F6F2A0EBAD4F}" destId="{AA80D088-1130-4EB6-A6A0-9467327AD8A9}" srcOrd="2" destOrd="0" parTransId="{24E0F686-E12F-4F82-B408-BC363289517B}" sibTransId="{14619251-9532-4306-9024-2275BB88527F}"/>
    <dgm:cxn modelId="{3C01CFAC-C654-473A-9EF5-9CD8056AD2BE}" type="presOf" srcId="{928CB558-4151-46F4-BC6A-F03BDCF67553}" destId="{49F7F9E1-F79B-41C3-ADE6-6968635A5CA2}" srcOrd="0" destOrd="0" presId="urn:microsoft.com/office/officeart/2009/3/layout/StepUpProcess"/>
    <dgm:cxn modelId="{2036C0BC-0ED3-4E6C-ABDD-B9BB30AB6847}" type="presOf" srcId="{4C0EC4CE-F76B-4C45-9D1F-D3010D00E030}" destId="{77CC3D76-353D-4860-A902-405BA8F06405}" srcOrd="0" destOrd="0" presId="urn:microsoft.com/office/officeart/2009/3/layout/StepUpProcess"/>
    <dgm:cxn modelId="{7C8985FA-FC40-414E-9EC6-76500ABCE5FC}" type="presOf" srcId="{AA80D088-1130-4EB6-A6A0-9467327AD8A9}" destId="{DD6C2C5D-331D-4A9A-B1B7-4D76E12A164F}" srcOrd="0" destOrd="0" presId="urn:microsoft.com/office/officeart/2009/3/layout/StepUpProcess"/>
    <dgm:cxn modelId="{FFC383BA-C866-4947-BB7E-CE2B5DCD4CD9}" type="presParOf" srcId="{C837D443-F344-4EEB-83A3-B357DA17BA24}" destId="{AD4C1E66-0639-485E-9746-15F558DF6EC9}" srcOrd="0" destOrd="0" presId="urn:microsoft.com/office/officeart/2009/3/layout/StepUpProcess"/>
    <dgm:cxn modelId="{E8B46913-5571-459B-9584-919F1C438C6C}" type="presParOf" srcId="{AD4C1E66-0639-485E-9746-15F558DF6EC9}" destId="{2ADC0309-DBC0-4604-82A2-50C842F67BA6}" srcOrd="0" destOrd="0" presId="urn:microsoft.com/office/officeart/2009/3/layout/StepUpProcess"/>
    <dgm:cxn modelId="{BBE47581-6A11-4EB2-8E3E-1A1A38995CBF}" type="presParOf" srcId="{AD4C1E66-0639-485E-9746-15F558DF6EC9}" destId="{49F7F9E1-F79B-41C3-ADE6-6968635A5CA2}" srcOrd="1" destOrd="0" presId="urn:microsoft.com/office/officeart/2009/3/layout/StepUpProcess"/>
    <dgm:cxn modelId="{3CD302FB-B855-4444-B291-D5114C043E47}" type="presParOf" srcId="{AD4C1E66-0639-485E-9746-15F558DF6EC9}" destId="{7B62C2AD-A793-4DEB-9F24-632B55DEC1A1}" srcOrd="2" destOrd="0" presId="urn:microsoft.com/office/officeart/2009/3/layout/StepUpProcess"/>
    <dgm:cxn modelId="{77848085-E1B2-4B9C-996E-661A8E86D8F6}" type="presParOf" srcId="{C837D443-F344-4EEB-83A3-B357DA17BA24}" destId="{A486D066-32BC-4724-B215-26275650E24C}" srcOrd="1" destOrd="0" presId="urn:microsoft.com/office/officeart/2009/3/layout/StepUpProcess"/>
    <dgm:cxn modelId="{50A42B88-5BF5-47F4-8D52-31D2E51D3186}" type="presParOf" srcId="{A486D066-32BC-4724-B215-26275650E24C}" destId="{27499DAA-D54F-4DCA-83BA-9235E93D8B44}" srcOrd="0" destOrd="0" presId="urn:microsoft.com/office/officeart/2009/3/layout/StepUpProcess"/>
    <dgm:cxn modelId="{5ACF5FC6-E9C6-4228-886E-6B7634FF8200}" type="presParOf" srcId="{C837D443-F344-4EEB-83A3-B357DA17BA24}" destId="{F352A9CF-F581-4A37-A664-74BC99DC0C9C}" srcOrd="2" destOrd="0" presId="urn:microsoft.com/office/officeart/2009/3/layout/StepUpProcess"/>
    <dgm:cxn modelId="{DE6EBACE-F96F-4793-9D85-A9765EB8EA59}" type="presParOf" srcId="{F352A9CF-F581-4A37-A664-74BC99DC0C9C}" destId="{4CD7C015-39B2-4E1A-B2DB-174B29B5626B}" srcOrd="0" destOrd="0" presId="urn:microsoft.com/office/officeart/2009/3/layout/StepUpProcess"/>
    <dgm:cxn modelId="{0672C90E-4350-4498-A904-5BCCCD86BBCF}" type="presParOf" srcId="{F352A9CF-F581-4A37-A664-74BC99DC0C9C}" destId="{77CC3D76-353D-4860-A902-405BA8F06405}" srcOrd="1" destOrd="0" presId="urn:microsoft.com/office/officeart/2009/3/layout/StepUpProcess"/>
    <dgm:cxn modelId="{04DAA0D5-6FA2-4FE3-AEF3-A2176DD546A5}" type="presParOf" srcId="{F352A9CF-F581-4A37-A664-74BC99DC0C9C}" destId="{7C8734AF-602D-48E3-89C3-9923AA933DBA}" srcOrd="2" destOrd="0" presId="urn:microsoft.com/office/officeart/2009/3/layout/StepUpProcess"/>
    <dgm:cxn modelId="{E1B0AD53-7058-4491-9034-CA051410206B}" type="presParOf" srcId="{C837D443-F344-4EEB-83A3-B357DA17BA24}" destId="{8AFC119E-C0CF-4515-9222-1FF76316F81E}" srcOrd="3" destOrd="0" presId="urn:microsoft.com/office/officeart/2009/3/layout/StepUpProcess"/>
    <dgm:cxn modelId="{12442AD1-7859-4654-AE4E-F46D35C98355}" type="presParOf" srcId="{8AFC119E-C0CF-4515-9222-1FF76316F81E}" destId="{47AC5D7A-AF08-42A5-9E0F-50C45512EC95}" srcOrd="0" destOrd="0" presId="urn:microsoft.com/office/officeart/2009/3/layout/StepUpProcess"/>
    <dgm:cxn modelId="{8E1C57BB-31BB-4F6D-BEEC-E8CD99BA425B}" type="presParOf" srcId="{C837D443-F344-4EEB-83A3-B357DA17BA24}" destId="{F4EFD5AB-0396-48F1-A868-96C0C9326475}" srcOrd="4" destOrd="0" presId="urn:microsoft.com/office/officeart/2009/3/layout/StepUpProcess"/>
    <dgm:cxn modelId="{32DB6493-F830-451E-9FBB-AF2DFE5F04E1}" type="presParOf" srcId="{F4EFD5AB-0396-48F1-A868-96C0C9326475}" destId="{1CCC776B-CC83-4BB6-8FE9-1B0032FBEBF0}" srcOrd="0" destOrd="0" presId="urn:microsoft.com/office/officeart/2009/3/layout/StepUpProcess"/>
    <dgm:cxn modelId="{F075B118-9FA7-4DC9-AA6A-7F58F071B8E7}" type="presParOf" srcId="{F4EFD5AB-0396-48F1-A868-96C0C9326475}" destId="{DD6C2C5D-331D-4A9A-B1B7-4D76E12A164F}"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205383-807C-4A20-877D-55662DABFA76}">
      <dsp:nvSpPr>
        <dsp:cNvPr id="0" name=""/>
        <dsp:cNvSpPr/>
      </dsp:nvSpPr>
      <dsp:spPr>
        <a:xfrm>
          <a:off x="0" y="0"/>
          <a:ext cx="8391763" cy="1708861"/>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SG" sz="3400" kern="1200" dirty="0">
              <a:solidFill>
                <a:schemeClr val="tx1"/>
              </a:solidFill>
            </a:rPr>
            <a:t>Describe the main features of structuralist approach</a:t>
          </a:r>
          <a:endParaRPr lang="en-US" sz="3400" kern="1200" dirty="0">
            <a:solidFill>
              <a:schemeClr val="tx1"/>
            </a:solidFill>
          </a:endParaRPr>
        </a:p>
      </dsp:txBody>
      <dsp:txXfrm>
        <a:off x="50051" y="50051"/>
        <a:ext cx="6625521" cy="1608759"/>
      </dsp:txXfrm>
    </dsp:sp>
    <dsp:sp modelId="{E8CEAF28-427B-409F-9748-6BF55C8192F3}">
      <dsp:nvSpPr>
        <dsp:cNvPr id="0" name=""/>
        <dsp:cNvSpPr/>
      </dsp:nvSpPr>
      <dsp:spPr>
        <a:xfrm>
          <a:off x="1480899" y="2088608"/>
          <a:ext cx="8391763" cy="1708861"/>
        </a:xfrm>
        <a:prstGeom prst="roundRect">
          <a:avLst>
            <a:gd name="adj" fmla="val 10000"/>
          </a:avLst>
        </a:prstGeom>
        <a:solidFill>
          <a:schemeClr val="accent4">
            <a:hueOff val="-1528355"/>
            <a:satOff val="-10245"/>
            <a:lumOff val="-10589"/>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9540" tIns="129540" rIns="129540" bIns="129540" numCol="1" spcCol="1270" anchor="ctr" anchorCtr="0">
          <a:noAutofit/>
        </a:bodyPr>
        <a:lstStyle/>
        <a:p>
          <a:pPr marL="0" lvl="0" indent="0" algn="l" defTabSz="1511300">
            <a:lnSpc>
              <a:spcPct val="90000"/>
            </a:lnSpc>
            <a:spcBef>
              <a:spcPct val="0"/>
            </a:spcBef>
            <a:spcAft>
              <a:spcPct val="35000"/>
            </a:spcAft>
            <a:buNone/>
          </a:pPr>
          <a:r>
            <a:rPr lang="en-SG" sz="3400" kern="1200" dirty="0">
              <a:solidFill>
                <a:schemeClr val="tx1"/>
              </a:solidFill>
            </a:rPr>
            <a:t>Discuss  and evaluate the import substitution strategies</a:t>
          </a:r>
          <a:endParaRPr lang="en-US" sz="3400" kern="1200" dirty="0">
            <a:solidFill>
              <a:schemeClr val="tx1"/>
            </a:solidFill>
          </a:endParaRPr>
        </a:p>
      </dsp:txBody>
      <dsp:txXfrm>
        <a:off x="1530950" y="2138659"/>
        <a:ext cx="5700002" cy="1608759"/>
      </dsp:txXfrm>
    </dsp:sp>
    <dsp:sp modelId="{B002858C-3938-4AE4-B185-D3EE06492337}">
      <dsp:nvSpPr>
        <dsp:cNvPr id="0" name=""/>
        <dsp:cNvSpPr/>
      </dsp:nvSpPr>
      <dsp:spPr>
        <a:xfrm>
          <a:off x="7281003" y="1343355"/>
          <a:ext cx="1110759" cy="1110759"/>
        </a:xfrm>
        <a:prstGeom prst="downArrow">
          <a:avLst>
            <a:gd name="adj1" fmla="val 55000"/>
            <a:gd name="adj2" fmla="val 45000"/>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dirty="0">
            <a:solidFill>
              <a:schemeClr val="tx1"/>
            </a:solidFill>
          </a:endParaRPr>
        </a:p>
      </dsp:txBody>
      <dsp:txXfrm>
        <a:off x="7530924" y="1343355"/>
        <a:ext cx="610917" cy="83584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33C736-D47C-4A83-A603-3A83AE3213E6}">
      <dsp:nvSpPr>
        <dsp:cNvPr id="0" name=""/>
        <dsp:cNvSpPr/>
      </dsp:nvSpPr>
      <dsp:spPr>
        <a:xfrm>
          <a:off x="263383" y="84075"/>
          <a:ext cx="1580302" cy="877946"/>
        </a:xfrm>
        <a:prstGeom prst="roundRect">
          <a:avLst>
            <a:gd name="adj" fmla="val 10000"/>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Primary goods</a:t>
          </a:r>
        </a:p>
      </dsp:txBody>
      <dsp:txXfrm>
        <a:off x="289097" y="109789"/>
        <a:ext cx="1528874" cy="826518"/>
      </dsp:txXfrm>
    </dsp:sp>
    <dsp:sp modelId="{E399046D-5E4B-40BA-8B7A-4D6A524F39D1}">
      <dsp:nvSpPr>
        <dsp:cNvPr id="0" name=""/>
        <dsp:cNvSpPr/>
      </dsp:nvSpPr>
      <dsp:spPr>
        <a:xfrm>
          <a:off x="2546043" y="84075"/>
          <a:ext cx="1580302" cy="877946"/>
        </a:xfrm>
        <a:prstGeom prst="roundRect">
          <a:avLst>
            <a:gd name="adj" fmla="val 10000"/>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Manufacturing goods</a:t>
          </a:r>
        </a:p>
      </dsp:txBody>
      <dsp:txXfrm>
        <a:off x="2571757" y="109789"/>
        <a:ext cx="1528874" cy="826518"/>
      </dsp:txXfrm>
    </dsp:sp>
    <dsp:sp modelId="{D411A478-2AE5-45D2-9BCD-18C737BC4EF1}">
      <dsp:nvSpPr>
        <dsp:cNvPr id="0" name=""/>
        <dsp:cNvSpPr/>
      </dsp:nvSpPr>
      <dsp:spPr>
        <a:xfrm>
          <a:off x="1865635" y="3815346"/>
          <a:ext cx="658459" cy="658459"/>
        </a:xfrm>
        <a:prstGeom prst="triangle">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C64C2C5-96C4-4B44-840F-A275C062FCD0}">
      <dsp:nvSpPr>
        <dsp:cNvPr id="0" name=""/>
        <dsp:cNvSpPr/>
      </dsp:nvSpPr>
      <dsp:spPr>
        <a:xfrm rot="240000">
          <a:off x="218883" y="3533189"/>
          <a:ext cx="3951963" cy="276348"/>
        </a:xfrm>
        <a:prstGeom prst="rect">
          <a:avLst/>
        </a:prstGeom>
        <a:solidFill>
          <a:schemeClr val="lt1">
            <a:alpha val="90000"/>
            <a:tint val="40000"/>
            <a:hueOff val="0"/>
            <a:satOff val="0"/>
            <a:lumOff val="0"/>
            <a:alphaOff val="0"/>
          </a:schemeClr>
        </a:solidFill>
        <a:ln w="19050" cap="flat" cmpd="sng" algn="ctr">
          <a:solidFill>
            <a:schemeClr val="accent2">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A06CEAA-2B0D-4EAA-9792-F9E03ABBBACA}">
      <dsp:nvSpPr>
        <dsp:cNvPr id="0" name=""/>
        <dsp:cNvSpPr/>
      </dsp:nvSpPr>
      <dsp:spPr>
        <a:xfrm rot="240000">
          <a:off x="2595946" y="3035337"/>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Engine of growth </a:t>
          </a:r>
        </a:p>
      </dsp:txBody>
      <dsp:txXfrm>
        <a:off x="2622385" y="3061776"/>
        <a:ext cx="1515413" cy="488722"/>
      </dsp:txXfrm>
    </dsp:sp>
    <dsp:sp modelId="{4F995D41-BDB3-4F93-9305-C75F972B0688}">
      <dsp:nvSpPr>
        <dsp:cNvPr id="0" name=""/>
        <dsp:cNvSpPr/>
      </dsp:nvSpPr>
      <dsp:spPr>
        <a:xfrm rot="240000">
          <a:off x="2639843" y="2455893"/>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Linkages </a:t>
          </a:r>
        </a:p>
      </dsp:txBody>
      <dsp:txXfrm>
        <a:off x="2666282" y="2482332"/>
        <a:ext cx="1515413" cy="488722"/>
      </dsp:txXfrm>
    </dsp:sp>
    <dsp:sp modelId="{111A54ED-E408-4675-9FFB-7466485D4B21}">
      <dsp:nvSpPr>
        <dsp:cNvPr id="0" name=""/>
        <dsp:cNvSpPr/>
      </dsp:nvSpPr>
      <dsp:spPr>
        <a:xfrm rot="240000">
          <a:off x="2683740" y="1876448"/>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GB" sz="1200" kern="1200" dirty="0"/>
            <a:t>Stable supply </a:t>
          </a:r>
        </a:p>
        <a:p>
          <a:pPr marL="57150" lvl="1" indent="-57150" algn="l" defTabSz="400050">
            <a:lnSpc>
              <a:spcPct val="90000"/>
            </a:lnSpc>
            <a:spcBef>
              <a:spcPct val="0"/>
            </a:spcBef>
            <a:spcAft>
              <a:spcPct val="15000"/>
            </a:spcAft>
            <a:buChar char="•"/>
          </a:pPr>
          <a:endParaRPr lang="en-SG" sz="900" kern="1200" dirty="0"/>
        </a:p>
      </dsp:txBody>
      <dsp:txXfrm>
        <a:off x="2710179" y="1902887"/>
        <a:ext cx="1515413" cy="488722"/>
      </dsp:txXfrm>
    </dsp:sp>
    <dsp:sp modelId="{0420EA64-6E2E-4FD8-9B5B-C95803C7CBB9}">
      <dsp:nvSpPr>
        <dsp:cNvPr id="0" name=""/>
        <dsp:cNvSpPr/>
      </dsp:nvSpPr>
      <dsp:spPr>
        <a:xfrm rot="240000">
          <a:off x="2727638" y="1297004"/>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Higher % of K and A </a:t>
          </a:r>
          <a:endParaRPr lang="en-SG" sz="1200" kern="1200" dirty="0"/>
        </a:p>
      </dsp:txBody>
      <dsp:txXfrm>
        <a:off x="2754077" y="1323443"/>
        <a:ext cx="1515413" cy="488722"/>
      </dsp:txXfrm>
    </dsp:sp>
    <dsp:sp modelId="{217365AB-809B-45F4-9325-87A6AF0593D0}">
      <dsp:nvSpPr>
        <dsp:cNvPr id="0" name=""/>
        <dsp:cNvSpPr/>
      </dsp:nvSpPr>
      <dsp:spPr>
        <a:xfrm rot="240000">
          <a:off x="313286" y="2877307"/>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Low GDP and growth </a:t>
          </a:r>
        </a:p>
      </dsp:txBody>
      <dsp:txXfrm>
        <a:off x="339725" y="2903746"/>
        <a:ext cx="1515413" cy="488722"/>
      </dsp:txXfrm>
    </dsp:sp>
    <dsp:sp modelId="{892F6E2C-B877-442F-83E7-CBD640F5FA42}">
      <dsp:nvSpPr>
        <dsp:cNvPr id="0" name=""/>
        <dsp:cNvSpPr/>
      </dsp:nvSpPr>
      <dsp:spPr>
        <a:xfrm rot="240000">
          <a:off x="357184" y="2297862"/>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Unstable supply </a:t>
          </a:r>
        </a:p>
      </dsp:txBody>
      <dsp:txXfrm>
        <a:off x="383623" y="2324301"/>
        <a:ext cx="1515413" cy="488722"/>
      </dsp:txXfrm>
    </dsp:sp>
    <dsp:sp modelId="{FB762DF5-CF73-481E-BA14-85CEB2DB4594}">
      <dsp:nvSpPr>
        <dsp:cNvPr id="0" name=""/>
        <dsp:cNvSpPr/>
      </dsp:nvSpPr>
      <dsp:spPr>
        <a:xfrm rot="240000">
          <a:off x="401081" y="1718418"/>
          <a:ext cx="1568291" cy="541600"/>
        </a:xfrm>
        <a:prstGeom prst="roundRect">
          <a:avLst/>
        </a:prstGeom>
        <a:solidFill>
          <a:schemeClr val="lt1">
            <a:hueOff val="0"/>
            <a:satOff val="0"/>
            <a:lumOff val="0"/>
            <a:alphaOff val="0"/>
          </a:schemeClr>
        </a:solidFill>
        <a:ln w="19050" cap="flat" cmpd="sng" algn="ctr">
          <a:solidFill>
            <a:schemeClr val="accent2">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dirty="0"/>
            <a:t>Smaller % of K and A </a:t>
          </a:r>
          <a:endParaRPr lang="en-SG" sz="1200" kern="1200" dirty="0"/>
        </a:p>
      </dsp:txBody>
      <dsp:txXfrm>
        <a:off x="427520" y="1744857"/>
        <a:ext cx="1515413" cy="4887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983996-61AC-451A-A76B-D1E3A1A97BAC}">
      <dsp:nvSpPr>
        <dsp:cNvPr id="0" name=""/>
        <dsp:cNvSpPr/>
      </dsp:nvSpPr>
      <dsp:spPr>
        <a:xfrm>
          <a:off x="972215" y="699515"/>
          <a:ext cx="5050094" cy="2715768"/>
        </a:xfrm>
        <a:prstGeom prst="round2DiagRect">
          <a:avLst>
            <a:gd name="adj1" fmla="val 0"/>
            <a:gd name="adj2" fmla="val 1667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D0145A-CF22-41D0-BA00-A066DF4C7334}">
      <dsp:nvSpPr>
        <dsp:cNvPr id="0" name=""/>
        <dsp:cNvSpPr/>
      </dsp:nvSpPr>
      <dsp:spPr>
        <a:xfrm>
          <a:off x="3497262" y="987551"/>
          <a:ext cx="673" cy="2139696"/>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2ABF631-E1DF-4AC7-A2F2-18DF1813EFC6}">
      <dsp:nvSpPr>
        <dsp:cNvPr id="0" name=""/>
        <dsp:cNvSpPr/>
      </dsp:nvSpPr>
      <dsp:spPr>
        <a:xfrm>
          <a:off x="1140551" y="905255"/>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a:t>
          </a:r>
          <a:r>
            <a:rPr lang="en-GB" sz="2900" kern="1200" dirty="0">
              <a:highlight>
                <a:srgbClr val="FFFF00"/>
              </a:highlight>
            </a:rPr>
            <a:t>domestic  market </a:t>
          </a:r>
        </a:p>
      </dsp:txBody>
      <dsp:txXfrm>
        <a:off x="1140551" y="905255"/>
        <a:ext cx="2188374" cy="2304288"/>
      </dsp:txXfrm>
    </dsp:sp>
    <dsp:sp modelId="{1196C948-84E5-41B9-820C-FCA918F2BC37}">
      <dsp:nvSpPr>
        <dsp:cNvPr id="0" name=""/>
        <dsp:cNvSpPr/>
      </dsp:nvSpPr>
      <dsp:spPr>
        <a:xfrm>
          <a:off x="3665598" y="905255"/>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international market </a:t>
          </a:r>
        </a:p>
      </dsp:txBody>
      <dsp:txXfrm>
        <a:off x="3665598" y="905255"/>
        <a:ext cx="2188374" cy="2304288"/>
      </dsp:txXfrm>
    </dsp:sp>
    <dsp:sp modelId="{7213070C-E6EC-4D8A-8F62-29ADD778D518}">
      <dsp:nvSpPr>
        <dsp:cNvPr id="0" name=""/>
        <dsp:cNvSpPr/>
      </dsp:nvSpPr>
      <dsp:spPr>
        <a:xfrm rot="16200000">
          <a:off x="-929953" y="1060486"/>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highlight>
                <a:srgbClr val="FFFF00"/>
              </a:highlight>
            </a:rPr>
            <a:t>Inward orientation </a:t>
          </a:r>
        </a:p>
      </dsp:txBody>
      <dsp:txXfrm>
        <a:off x="-802746" y="1398829"/>
        <a:ext cx="2708242" cy="419410"/>
      </dsp:txXfrm>
    </dsp:sp>
    <dsp:sp modelId="{1EB25D99-4631-4751-8DF2-CFFADB249E21}">
      <dsp:nvSpPr>
        <dsp:cNvPr id="0" name=""/>
        <dsp:cNvSpPr/>
      </dsp:nvSpPr>
      <dsp:spPr>
        <a:xfrm rot="5400000">
          <a:off x="4961822" y="2212630"/>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Outward Orientation </a:t>
          </a:r>
        </a:p>
      </dsp:txBody>
      <dsp:txXfrm>
        <a:off x="5089029" y="2296559"/>
        <a:ext cx="2708242" cy="4194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52629C-6E55-4688-BD2D-BC032735617D}">
      <dsp:nvSpPr>
        <dsp:cNvPr id="0" name=""/>
        <dsp:cNvSpPr/>
      </dsp:nvSpPr>
      <dsp:spPr>
        <a:xfrm>
          <a:off x="3638622" y="538721"/>
          <a:ext cx="1427343" cy="1427323"/>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3FEB4B-6DD6-4B52-90D2-B88B13375D26}">
      <dsp:nvSpPr>
        <dsp:cNvPr id="0" name=""/>
        <dsp:cNvSpPr/>
      </dsp:nvSpPr>
      <dsp:spPr>
        <a:xfrm>
          <a:off x="3686179" y="586306"/>
          <a:ext cx="1331912" cy="1332151"/>
        </a:xfrm>
        <a:prstGeom prst="ellips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Manufacturing sector </a:t>
          </a:r>
        </a:p>
      </dsp:txBody>
      <dsp:txXfrm>
        <a:off x="3876724" y="776650"/>
        <a:ext cx="951456" cy="951465"/>
      </dsp:txXfrm>
    </dsp:sp>
    <dsp:sp modelId="{9111C37C-BAE6-4A83-8103-055C149C579D}">
      <dsp:nvSpPr>
        <dsp:cNvPr id="0" name=""/>
        <dsp:cNvSpPr/>
      </dsp:nvSpPr>
      <dsp:spPr>
        <a:xfrm rot="2700000">
          <a:off x="2163856" y="538562"/>
          <a:ext cx="1427390" cy="1427390"/>
        </a:xfrm>
        <a:prstGeom prst="teardrop">
          <a:avLst>
            <a:gd name="adj" fmla="val 10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12FD78-32ED-4F6B-A7CF-ED48201ECD4D}">
      <dsp:nvSpPr>
        <dsp:cNvPr id="0" name=""/>
        <dsp:cNvSpPr/>
      </dsp:nvSpPr>
      <dsp:spPr>
        <a:xfrm>
          <a:off x="2211595" y="586306"/>
          <a:ext cx="1331912" cy="1332151"/>
        </a:xfrm>
        <a:prstGeom prst="ellipse">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Primary sector </a:t>
          </a:r>
        </a:p>
      </dsp:txBody>
      <dsp:txXfrm>
        <a:off x="2401823" y="776650"/>
        <a:ext cx="951456" cy="9514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BC03B0-2486-4A2C-A65B-0B463094E93E}">
      <dsp:nvSpPr>
        <dsp:cNvPr id="0" name=""/>
        <dsp:cNvSpPr/>
      </dsp:nvSpPr>
      <dsp:spPr>
        <a:xfrm>
          <a:off x="2733" y="396935"/>
          <a:ext cx="7748950" cy="271521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1955800">
            <a:lnSpc>
              <a:spcPct val="90000"/>
            </a:lnSpc>
            <a:spcBef>
              <a:spcPct val="0"/>
            </a:spcBef>
            <a:spcAft>
              <a:spcPct val="35000"/>
            </a:spcAft>
            <a:buNone/>
          </a:pPr>
          <a:r>
            <a:rPr lang="en-GB" sz="4400" kern="1200" dirty="0">
              <a:solidFill>
                <a:schemeClr val="tx1"/>
              </a:solidFill>
              <a:highlight>
                <a:srgbClr val="FFFF00"/>
              </a:highlight>
            </a:rPr>
            <a:t>Inward Orientation </a:t>
          </a:r>
        </a:p>
        <a:p>
          <a:pPr marL="0" lvl="0" indent="0" algn="ctr" defTabSz="1955800">
            <a:lnSpc>
              <a:spcPct val="90000"/>
            </a:lnSpc>
            <a:spcBef>
              <a:spcPct val="0"/>
            </a:spcBef>
            <a:spcAft>
              <a:spcPct val="35000"/>
            </a:spcAft>
            <a:buNone/>
          </a:pPr>
          <a:r>
            <a:rPr lang="en-GB" sz="4400" kern="1200" dirty="0"/>
            <a:t>Growth strategies </a:t>
          </a:r>
        </a:p>
      </dsp:txBody>
      <dsp:txXfrm>
        <a:off x="2733" y="396935"/>
        <a:ext cx="7748950" cy="271521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152629C-6E55-4688-BD2D-BC032735617D}">
      <dsp:nvSpPr>
        <dsp:cNvPr id="0" name=""/>
        <dsp:cNvSpPr/>
      </dsp:nvSpPr>
      <dsp:spPr>
        <a:xfrm>
          <a:off x="3638622" y="538721"/>
          <a:ext cx="1427343" cy="1427323"/>
        </a:xfrm>
        <a:prstGeom prst="ellips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83FEB4B-6DD6-4B52-90D2-B88B13375D26}">
      <dsp:nvSpPr>
        <dsp:cNvPr id="0" name=""/>
        <dsp:cNvSpPr/>
      </dsp:nvSpPr>
      <dsp:spPr>
        <a:xfrm>
          <a:off x="3686179" y="586306"/>
          <a:ext cx="1331912" cy="1332151"/>
        </a:xfrm>
        <a:prstGeom prst="ellipse">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Manufacturing sector </a:t>
          </a:r>
        </a:p>
      </dsp:txBody>
      <dsp:txXfrm>
        <a:off x="3876724" y="776650"/>
        <a:ext cx="951456" cy="951465"/>
      </dsp:txXfrm>
    </dsp:sp>
    <dsp:sp modelId="{9111C37C-BAE6-4A83-8103-055C149C579D}">
      <dsp:nvSpPr>
        <dsp:cNvPr id="0" name=""/>
        <dsp:cNvSpPr/>
      </dsp:nvSpPr>
      <dsp:spPr>
        <a:xfrm rot="2700000">
          <a:off x="2163856" y="538562"/>
          <a:ext cx="1427390" cy="1427390"/>
        </a:xfrm>
        <a:prstGeom prst="teardrop">
          <a:avLst>
            <a:gd name="adj" fmla="val 10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612FD78-32ED-4F6B-A7CF-ED48201ECD4D}">
      <dsp:nvSpPr>
        <dsp:cNvPr id="0" name=""/>
        <dsp:cNvSpPr/>
      </dsp:nvSpPr>
      <dsp:spPr>
        <a:xfrm>
          <a:off x="2211595" y="586306"/>
          <a:ext cx="1331912" cy="1332151"/>
        </a:xfrm>
        <a:prstGeom prst="ellipse">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GB" sz="1100" kern="1200" dirty="0"/>
            <a:t>Primary sector </a:t>
          </a:r>
        </a:p>
      </dsp:txBody>
      <dsp:txXfrm>
        <a:off x="2401823" y="776650"/>
        <a:ext cx="951456" cy="95146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D559A29-3EBA-4036-824E-942A207B14AD}">
      <dsp:nvSpPr>
        <dsp:cNvPr id="0" name=""/>
        <dsp:cNvSpPr/>
      </dsp:nvSpPr>
      <dsp:spPr>
        <a:xfrm>
          <a:off x="3715600" y="1392392"/>
          <a:ext cx="1354196" cy="470051"/>
        </a:xfrm>
        <a:custGeom>
          <a:avLst/>
          <a:gdLst/>
          <a:ahLst/>
          <a:cxnLst/>
          <a:rect l="0" t="0" r="0" b="0"/>
          <a:pathLst>
            <a:path>
              <a:moveTo>
                <a:pt x="0" y="0"/>
              </a:moveTo>
              <a:lnTo>
                <a:pt x="0" y="235025"/>
              </a:lnTo>
              <a:lnTo>
                <a:pt x="1354196" y="235025"/>
              </a:lnTo>
              <a:lnTo>
                <a:pt x="1354196" y="470051"/>
              </a:lnTo>
            </a:path>
          </a:pathLst>
        </a:custGeom>
        <a:noFill/>
        <a:ln w="19050" cap="flat" cmpd="sng" algn="ctr">
          <a:solidFill>
            <a:schemeClr val="dk2">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B7FBC-EBAA-4CD9-AE56-0FF835BFA147}">
      <dsp:nvSpPr>
        <dsp:cNvPr id="0" name=""/>
        <dsp:cNvSpPr/>
      </dsp:nvSpPr>
      <dsp:spPr>
        <a:xfrm>
          <a:off x="1466067" y="2981614"/>
          <a:ext cx="335751" cy="1029636"/>
        </a:xfrm>
        <a:custGeom>
          <a:avLst/>
          <a:gdLst/>
          <a:ahLst/>
          <a:cxnLst/>
          <a:rect l="0" t="0" r="0" b="0"/>
          <a:pathLst>
            <a:path>
              <a:moveTo>
                <a:pt x="0" y="0"/>
              </a:moveTo>
              <a:lnTo>
                <a:pt x="0" y="1029636"/>
              </a:lnTo>
              <a:lnTo>
                <a:pt x="335751" y="1029636"/>
              </a:lnTo>
            </a:path>
          </a:pathLst>
        </a:custGeom>
        <a:noFill/>
        <a:ln w="19050" cap="flat" cmpd="sng" algn="ctr">
          <a:solidFill>
            <a:schemeClr val="dk2">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8E5D519-353E-4B20-A6A8-643BA1DA17F2}">
      <dsp:nvSpPr>
        <dsp:cNvPr id="0" name=""/>
        <dsp:cNvSpPr/>
      </dsp:nvSpPr>
      <dsp:spPr>
        <a:xfrm>
          <a:off x="2361404" y="1392392"/>
          <a:ext cx="1354196" cy="470051"/>
        </a:xfrm>
        <a:custGeom>
          <a:avLst/>
          <a:gdLst/>
          <a:ahLst/>
          <a:cxnLst/>
          <a:rect l="0" t="0" r="0" b="0"/>
          <a:pathLst>
            <a:path>
              <a:moveTo>
                <a:pt x="1354196" y="0"/>
              </a:moveTo>
              <a:lnTo>
                <a:pt x="1354196" y="235025"/>
              </a:lnTo>
              <a:lnTo>
                <a:pt x="0" y="235025"/>
              </a:lnTo>
              <a:lnTo>
                <a:pt x="0" y="470051"/>
              </a:lnTo>
            </a:path>
          </a:pathLst>
        </a:custGeom>
        <a:noFill/>
        <a:ln w="19050" cap="flat" cmpd="sng" algn="ctr">
          <a:solidFill>
            <a:schemeClr val="dk2">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ABC03B0-2486-4A2C-A65B-0B463094E93E}">
      <dsp:nvSpPr>
        <dsp:cNvPr id="0" name=""/>
        <dsp:cNvSpPr/>
      </dsp:nvSpPr>
      <dsp:spPr>
        <a:xfrm>
          <a:off x="1730382" y="1163"/>
          <a:ext cx="3970436" cy="1391229"/>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solidFill>
                <a:schemeClr val="tx1"/>
              </a:solidFill>
              <a:highlight>
                <a:srgbClr val="FFFF00"/>
              </a:highlight>
            </a:rPr>
            <a:t>Inward Orientation </a:t>
          </a:r>
          <a:r>
            <a:rPr lang="en-GB" sz="3600" kern="1200" dirty="0"/>
            <a:t>Growth strategies </a:t>
          </a:r>
        </a:p>
      </dsp:txBody>
      <dsp:txXfrm>
        <a:off x="1730382" y="1163"/>
        <a:ext cx="3970436" cy="1391229"/>
      </dsp:txXfrm>
    </dsp:sp>
    <dsp:sp modelId="{04CFBDBC-79CA-4C7F-AA0C-485336DCF81B}">
      <dsp:nvSpPr>
        <dsp:cNvPr id="0" name=""/>
        <dsp:cNvSpPr/>
      </dsp:nvSpPr>
      <dsp:spPr>
        <a:xfrm>
          <a:off x="1242233" y="1862444"/>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Trade Protection </a:t>
          </a:r>
        </a:p>
      </dsp:txBody>
      <dsp:txXfrm>
        <a:off x="1242233" y="1862444"/>
        <a:ext cx="2238340" cy="1119170"/>
      </dsp:txXfrm>
    </dsp:sp>
    <dsp:sp modelId="{5D4A1195-F866-46BE-A0E4-D6EA06EEB61F}">
      <dsp:nvSpPr>
        <dsp:cNvPr id="0" name=""/>
        <dsp:cNvSpPr/>
      </dsp:nvSpPr>
      <dsp:spPr>
        <a:xfrm>
          <a:off x="1801819" y="3451666"/>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Limit trade </a:t>
          </a:r>
        </a:p>
      </dsp:txBody>
      <dsp:txXfrm>
        <a:off x="1801819" y="3451666"/>
        <a:ext cx="2238340" cy="1119170"/>
      </dsp:txXfrm>
    </dsp:sp>
    <dsp:sp modelId="{9583B7E4-1C80-4025-94AB-40877C6A07BA}">
      <dsp:nvSpPr>
        <dsp:cNvPr id="0" name=""/>
        <dsp:cNvSpPr/>
      </dsp:nvSpPr>
      <dsp:spPr>
        <a:xfrm>
          <a:off x="3950626" y="1862444"/>
          <a:ext cx="2238340" cy="1119170"/>
        </a:xfrm>
        <a:prstGeom prst="rect">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GB" sz="3600" kern="1200" dirty="0"/>
            <a:t>Overvalued currency </a:t>
          </a:r>
        </a:p>
      </dsp:txBody>
      <dsp:txXfrm>
        <a:off x="3950626" y="1862444"/>
        <a:ext cx="2238340" cy="111917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F06309-9D9F-4143-A949-C7248C0D89B4}">
      <dsp:nvSpPr>
        <dsp:cNvPr id="0" name=""/>
        <dsp:cNvSpPr/>
      </dsp:nvSpPr>
      <dsp:spPr>
        <a:xfrm>
          <a:off x="5981369" y="1077524"/>
          <a:ext cx="206202" cy="903361"/>
        </a:xfrm>
        <a:custGeom>
          <a:avLst/>
          <a:gdLst/>
          <a:ahLst/>
          <a:cxnLst/>
          <a:rect l="0" t="0" r="0" b="0"/>
          <a:pathLst>
            <a:path>
              <a:moveTo>
                <a:pt x="206202" y="0"/>
              </a:moveTo>
              <a:lnTo>
                <a:pt x="206202" y="903361"/>
              </a:lnTo>
              <a:lnTo>
                <a:pt x="0" y="903361"/>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7E6D713-3FCC-46F2-A5E1-AC4D3B365E79}">
      <dsp:nvSpPr>
        <dsp:cNvPr id="0" name=""/>
        <dsp:cNvSpPr/>
      </dsp:nvSpPr>
      <dsp:spPr>
        <a:xfrm>
          <a:off x="6866099" y="3866161"/>
          <a:ext cx="420543" cy="903361"/>
        </a:xfrm>
        <a:custGeom>
          <a:avLst/>
          <a:gdLst/>
          <a:ahLst/>
          <a:cxnLst/>
          <a:rect l="0" t="0" r="0" b="0"/>
          <a:pathLst>
            <a:path>
              <a:moveTo>
                <a:pt x="0" y="0"/>
              </a:moveTo>
              <a:lnTo>
                <a:pt x="0" y="903361"/>
              </a:lnTo>
              <a:lnTo>
                <a:pt x="420543" y="903361"/>
              </a:lnTo>
            </a:path>
          </a:pathLst>
        </a:custGeom>
        <a:noFill/>
        <a:ln w="1905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7AC2096-6B5D-4D05-AFD8-A21F27E4660D}">
      <dsp:nvSpPr>
        <dsp:cNvPr id="0" name=""/>
        <dsp:cNvSpPr/>
      </dsp:nvSpPr>
      <dsp:spPr>
        <a:xfrm>
          <a:off x="6187571" y="1077524"/>
          <a:ext cx="1799976" cy="1806722"/>
        </a:xfrm>
        <a:custGeom>
          <a:avLst/>
          <a:gdLst/>
          <a:ahLst/>
          <a:cxnLst/>
          <a:rect l="0" t="0" r="0" b="0"/>
          <a:pathLst>
            <a:path>
              <a:moveTo>
                <a:pt x="0" y="0"/>
              </a:moveTo>
              <a:lnTo>
                <a:pt x="0" y="1600520"/>
              </a:lnTo>
              <a:lnTo>
                <a:pt x="1799976" y="1600520"/>
              </a:lnTo>
              <a:lnTo>
                <a:pt x="1799976" y="1806722"/>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F41FDCF-EF24-414F-8313-DF16B29E3680}">
      <dsp:nvSpPr>
        <dsp:cNvPr id="0" name=""/>
        <dsp:cNvSpPr/>
      </dsp:nvSpPr>
      <dsp:spPr>
        <a:xfrm>
          <a:off x="3304539" y="3866161"/>
          <a:ext cx="478132" cy="903361"/>
        </a:xfrm>
        <a:custGeom>
          <a:avLst/>
          <a:gdLst/>
          <a:ahLst/>
          <a:cxnLst/>
          <a:rect l="0" t="0" r="0" b="0"/>
          <a:pathLst>
            <a:path>
              <a:moveTo>
                <a:pt x="0" y="0"/>
              </a:moveTo>
              <a:lnTo>
                <a:pt x="0" y="903361"/>
              </a:lnTo>
              <a:lnTo>
                <a:pt x="478132" y="903361"/>
              </a:lnTo>
            </a:path>
          </a:pathLst>
        </a:custGeom>
        <a:noFill/>
        <a:ln w="19050" cap="flat" cmpd="sng" algn="ctr">
          <a:solidFill>
            <a:schemeClr val="accent5">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51762D2-A678-4F4A-B433-EB291DE65946}">
      <dsp:nvSpPr>
        <dsp:cNvPr id="0" name=""/>
        <dsp:cNvSpPr/>
      </dsp:nvSpPr>
      <dsp:spPr>
        <a:xfrm>
          <a:off x="4579558" y="1077524"/>
          <a:ext cx="1608012" cy="1806722"/>
        </a:xfrm>
        <a:custGeom>
          <a:avLst/>
          <a:gdLst/>
          <a:ahLst/>
          <a:cxnLst/>
          <a:rect l="0" t="0" r="0" b="0"/>
          <a:pathLst>
            <a:path>
              <a:moveTo>
                <a:pt x="1608012" y="0"/>
              </a:moveTo>
              <a:lnTo>
                <a:pt x="1608012" y="1600520"/>
              </a:lnTo>
              <a:lnTo>
                <a:pt x="0" y="1600520"/>
              </a:lnTo>
              <a:lnTo>
                <a:pt x="0" y="1806722"/>
              </a:lnTo>
            </a:path>
          </a:pathLst>
        </a:custGeom>
        <a:noFill/>
        <a:ln w="19050" cap="flat" cmpd="sng" algn="ctr">
          <a:solidFill>
            <a:schemeClr val="accent4">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AF8FD23-ED33-498D-AF4C-983AC5B24DAE}">
      <dsp:nvSpPr>
        <dsp:cNvPr id="0" name=""/>
        <dsp:cNvSpPr/>
      </dsp:nvSpPr>
      <dsp:spPr>
        <a:xfrm>
          <a:off x="4018964" y="698"/>
          <a:ext cx="4337214" cy="1076826"/>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World price of apples = $10/kg</a:t>
          </a:r>
        </a:p>
      </dsp:txBody>
      <dsp:txXfrm>
        <a:off x="4018964" y="698"/>
        <a:ext cx="4337214" cy="1076826"/>
      </dsp:txXfrm>
    </dsp:sp>
    <dsp:sp modelId="{2E366FFB-A9D0-4FCD-A179-9FD2E77AD5DC}">
      <dsp:nvSpPr>
        <dsp:cNvPr id="0" name=""/>
        <dsp:cNvSpPr/>
      </dsp:nvSpPr>
      <dsp:spPr>
        <a:xfrm>
          <a:off x="2985784" y="2884246"/>
          <a:ext cx="3187549" cy="981914"/>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Specific tax of $1 per kg </a:t>
          </a:r>
        </a:p>
      </dsp:txBody>
      <dsp:txXfrm>
        <a:off x="2985784" y="2884246"/>
        <a:ext cx="3187549" cy="981914"/>
      </dsp:txXfrm>
    </dsp:sp>
    <dsp:sp modelId="{AB36A197-FB73-4966-B5BB-27100DE868D2}">
      <dsp:nvSpPr>
        <dsp:cNvPr id="0" name=""/>
        <dsp:cNvSpPr/>
      </dsp:nvSpPr>
      <dsp:spPr>
        <a:xfrm>
          <a:off x="3782671" y="4278565"/>
          <a:ext cx="1963828" cy="981914"/>
        </a:xfrm>
        <a:prstGeom prst="rect">
          <a:avLst/>
        </a:prstGeom>
        <a:solidFill>
          <a:schemeClr val="accent2"/>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New price </a:t>
          </a:r>
        </a:p>
        <a:p>
          <a:pPr marL="0" lvl="0" indent="0" algn="ctr" defTabSz="889000">
            <a:lnSpc>
              <a:spcPct val="90000"/>
            </a:lnSpc>
            <a:spcBef>
              <a:spcPct val="0"/>
            </a:spcBef>
            <a:spcAft>
              <a:spcPct val="35000"/>
            </a:spcAft>
            <a:buNone/>
          </a:pPr>
          <a:r>
            <a:rPr lang="en-GB" sz="2000" kern="1200" dirty="0">
              <a:solidFill>
                <a:schemeClr val="tx1"/>
              </a:solidFill>
            </a:rPr>
            <a:t>$10 + $1 = $11 </a:t>
          </a:r>
        </a:p>
      </dsp:txBody>
      <dsp:txXfrm>
        <a:off x="3782671" y="4278565"/>
        <a:ext cx="1963828" cy="981914"/>
      </dsp:txXfrm>
    </dsp:sp>
    <dsp:sp modelId="{2417EE78-6536-47BB-920D-4FED75FC3EFA}">
      <dsp:nvSpPr>
        <dsp:cNvPr id="0" name=""/>
        <dsp:cNvSpPr/>
      </dsp:nvSpPr>
      <dsp:spPr>
        <a:xfrm>
          <a:off x="6585737" y="2884246"/>
          <a:ext cx="2803620" cy="981914"/>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Ad valorem Tax of 20% </a:t>
          </a:r>
        </a:p>
      </dsp:txBody>
      <dsp:txXfrm>
        <a:off x="6585737" y="2884246"/>
        <a:ext cx="2803620" cy="981914"/>
      </dsp:txXfrm>
    </dsp:sp>
    <dsp:sp modelId="{1BF600C5-3A39-4664-81C3-74ECD094EEE2}">
      <dsp:nvSpPr>
        <dsp:cNvPr id="0" name=""/>
        <dsp:cNvSpPr/>
      </dsp:nvSpPr>
      <dsp:spPr>
        <a:xfrm>
          <a:off x="7286643" y="4278565"/>
          <a:ext cx="1963828" cy="981914"/>
        </a:xfrm>
        <a:prstGeom prst="rect">
          <a:avLst/>
        </a:prstGeom>
        <a:solidFill>
          <a:schemeClr val="accent2"/>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New price</a:t>
          </a:r>
        </a:p>
        <a:p>
          <a:pPr marL="0" lvl="0" indent="0" algn="ctr" defTabSz="889000">
            <a:lnSpc>
              <a:spcPct val="90000"/>
            </a:lnSpc>
            <a:spcBef>
              <a:spcPct val="0"/>
            </a:spcBef>
            <a:spcAft>
              <a:spcPct val="35000"/>
            </a:spcAft>
            <a:buNone/>
          </a:pPr>
          <a:r>
            <a:rPr lang="en-GB" sz="2000" kern="1200" dirty="0">
              <a:solidFill>
                <a:schemeClr val="tx1"/>
              </a:solidFill>
            </a:rPr>
            <a:t>$10 + 0.2X$10= $12  </a:t>
          </a:r>
        </a:p>
      </dsp:txBody>
      <dsp:txXfrm>
        <a:off x="7286643" y="4278565"/>
        <a:ext cx="1963828" cy="981914"/>
      </dsp:txXfrm>
    </dsp:sp>
    <dsp:sp modelId="{A2D39FF8-73BB-4E38-8B8F-2C3FC7995DF4}">
      <dsp:nvSpPr>
        <dsp:cNvPr id="0" name=""/>
        <dsp:cNvSpPr/>
      </dsp:nvSpPr>
      <dsp:spPr>
        <a:xfrm>
          <a:off x="4017540" y="1489928"/>
          <a:ext cx="1963828" cy="981914"/>
        </a:xfrm>
        <a:prstGeom prst="rect">
          <a:avLst/>
        </a:prstGeom>
        <a:solidFill>
          <a:schemeClr val="accent4">
            <a:hueOff val="0"/>
            <a:satOff val="0"/>
            <a:lumOff val="0"/>
            <a:alphaOff val="0"/>
          </a:schemeClr>
        </a:solidFill>
        <a:ln w="19050" cap="flat" cmpd="sng" algn="ctr">
          <a:solidFill>
            <a:schemeClr val="lt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GB" sz="2000" kern="1200" dirty="0">
              <a:solidFill>
                <a:schemeClr val="tx1"/>
              </a:solidFill>
            </a:rPr>
            <a:t>Tariff imposed  = </a:t>
          </a:r>
          <a:r>
            <a:rPr lang="en-GB" sz="2400" b="1" kern="1200" dirty="0">
              <a:solidFill>
                <a:schemeClr val="tx1"/>
              </a:solidFill>
              <a:highlight>
                <a:srgbClr val="FFFF00"/>
              </a:highlight>
            </a:rPr>
            <a:t>tax on imports</a:t>
          </a:r>
          <a:endParaRPr lang="en-GB" sz="2000" b="1" kern="1200" dirty="0">
            <a:solidFill>
              <a:schemeClr val="tx1"/>
            </a:solidFill>
            <a:highlight>
              <a:srgbClr val="FFFF00"/>
            </a:highlight>
          </a:endParaRPr>
        </a:p>
      </dsp:txBody>
      <dsp:txXfrm>
        <a:off x="4017540" y="1489928"/>
        <a:ext cx="1963828" cy="98191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5896B8-7E4D-4CC6-896D-B7B328A01660}">
      <dsp:nvSpPr>
        <dsp:cNvPr id="0" name=""/>
        <dsp:cNvSpPr/>
      </dsp:nvSpPr>
      <dsp:spPr>
        <a:xfrm rot="21300000">
          <a:off x="24942" y="2246800"/>
          <a:ext cx="8078114" cy="925066"/>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0C7C65A-CFB9-4BF5-A93E-A62AE9B75B4E}">
      <dsp:nvSpPr>
        <dsp:cNvPr id="0" name=""/>
        <dsp:cNvSpPr/>
      </dsp:nvSpPr>
      <dsp:spPr>
        <a:xfrm>
          <a:off x="975360" y="270933"/>
          <a:ext cx="2438400" cy="2167466"/>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E68140B-1A10-4AA8-85F2-DDAE5AC2D538}">
      <dsp:nvSpPr>
        <dsp:cNvPr id="0" name=""/>
        <dsp:cNvSpPr/>
      </dsp:nvSpPr>
      <dsp:spPr>
        <a:xfrm>
          <a:off x="4307840" y="0"/>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Reduce Local demand </a:t>
          </a:r>
        </a:p>
      </dsp:txBody>
      <dsp:txXfrm>
        <a:off x="4307840" y="0"/>
        <a:ext cx="2600960" cy="2275840"/>
      </dsp:txXfrm>
    </dsp:sp>
    <dsp:sp modelId="{E5EDBE11-42BD-4F4D-A0DA-C4276B0A167A}">
      <dsp:nvSpPr>
        <dsp:cNvPr id="0" name=""/>
        <dsp:cNvSpPr/>
      </dsp:nvSpPr>
      <dsp:spPr>
        <a:xfrm>
          <a:off x="4714239" y="2980266"/>
          <a:ext cx="2438400" cy="2167466"/>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D1B80D-C3ED-4C5A-829C-4D4858710571}">
      <dsp:nvSpPr>
        <dsp:cNvPr id="0" name=""/>
        <dsp:cNvSpPr/>
      </dsp:nvSpPr>
      <dsp:spPr>
        <a:xfrm>
          <a:off x="1219200" y="3142826"/>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Increase Local supply </a:t>
          </a:r>
        </a:p>
      </dsp:txBody>
      <dsp:txXfrm>
        <a:off x="1219200" y="3142826"/>
        <a:ext cx="2600960" cy="22758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25896B8-7E4D-4CC6-896D-B7B328A01660}">
      <dsp:nvSpPr>
        <dsp:cNvPr id="0" name=""/>
        <dsp:cNvSpPr/>
      </dsp:nvSpPr>
      <dsp:spPr>
        <a:xfrm rot="21300000">
          <a:off x="24942" y="2246800"/>
          <a:ext cx="8078114" cy="925066"/>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0C7C65A-CFB9-4BF5-A93E-A62AE9B75B4E}">
      <dsp:nvSpPr>
        <dsp:cNvPr id="0" name=""/>
        <dsp:cNvSpPr/>
      </dsp:nvSpPr>
      <dsp:spPr>
        <a:xfrm>
          <a:off x="975360" y="270933"/>
          <a:ext cx="2438400" cy="2167466"/>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E68140B-1A10-4AA8-85F2-DDAE5AC2D538}">
      <dsp:nvSpPr>
        <dsp:cNvPr id="0" name=""/>
        <dsp:cNvSpPr/>
      </dsp:nvSpPr>
      <dsp:spPr>
        <a:xfrm>
          <a:off x="4307840" y="0"/>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Reduce Local demand </a:t>
          </a:r>
        </a:p>
      </dsp:txBody>
      <dsp:txXfrm>
        <a:off x="4307840" y="0"/>
        <a:ext cx="2600960" cy="2275840"/>
      </dsp:txXfrm>
    </dsp:sp>
    <dsp:sp modelId="{E5EDBE11-42BD-4F4D-A0DA-C4276B0A167A}">
      <dsp:nvSpPr>
        <dsp:cNvPr id="0" name=""/>
        <dsp:cNvSpPr/>
      </dsp:nvSpPr>
      <dsp:spPr>
        <a:xfrm>
          <a:off x="4714239" y="2980266"/>
          <a:ext cx="2438400" cy="2167466"/>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D1B80D-C3ED-4C5A-829C-4D4858710571}">
      <dsp:nvSpPr>
        <dsp:cNvPr id="0" name=""/>
        <dsp:cNvSpPr/>
      </dsp:nvSpPr>
      <dsp:spPr>
        <a:xfrm>
          <a:off x="1219200" y="3142826"/>
          <a:ext cx="2600960" cy="22758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84480" tIns="284480" rIns="284480" bIns="284480" numCol="1" spcCol="1270" anchor="ctr" anchorCtr="0">
          <a:noAutofit/>
        </a:bodyPr>
        <a:lstStyle/>
        <a:p>
          <a:pPr marL="0" lvl="0" indent="0" algn="ctr" defTabSz="1778000">
            <a:lnSpc>
              <a:spcPct val="90000"/>
            </a:lnSpc>
            <a:spcBef>
              <a:spcPct val="0"/>
            </a:spcBef>
            <a:spcAft>
              <a:spcPct val="35000"/>
            </a:spcAft>
            <a:buNone/>
          </a:pPr>
          <a:r>
            <a:rPr lang="en-SG" sz="4000" kern="1200" dirty="0"/>
            <a:t>Increase Local supply </a:t>
          </a:r>
        </a:p>
      </dsp:txBody>
      <dsp:txXfrm>
        <a:off x="1219200" y="3142826"/>
        <a:ext cx="2600960" cy="227584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ED31BD4-DD85-45A5-812E-2F716E4AC5E9}">
      <dsp:nvSpPr>
        <dsp:cNvPr id="0" name=""/>
        <dsp:cNvSpPr/>
      </dsp:nvSpPr>
      <dsp:spPr>
        <a:xfrm rot="16200000">
          <a:off x="1763" y="744802"/>
          <a:ext cx="3929062" cy="3929062"/>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248920" rIns="248920" bIns="248920" numCol="1" spcCol="1270" anchor="ctr" anchorCtr="0">
          <a:noAutofit/>
        </a:bodyPr>
        <a:lstStyle/>
        <a:p>
          <a:pPr marL="0" lvl="0" indent="0" algn="ctr" defTabSz="1555750">
            <a:lnSpc>
              <a:spcPct val="90000"/>
            </a:lnSpc>
            <a:spcBef>
              <a:spcPct val="0"/>
            </a:spcBef>
            <a:spcAft>
              <a:spcPct val="35000"/>
            </a:spcAft>
            <a:buNone/>
          </a:pPr>
          <a:r>
            <a:rPr lang="en-GB" sz="3500" kern="1200" dirty="0"/>
            <a:t>Local production rises </a:t>
          </a:r>
          <a:endParaRPr lang="en-SG" sz="3500" kern="1200" dirty="0"/>
        </a:p>
      </dsp:txBody>
      <dsp:txXfrm rot="5400000">
        <a:off x="1764" y="1727067"/>
        <a:ext cx="3241476" cy="1964531"/>
      </dsp:txXfrm>
    </dsp:sp>
    <dsp:sp modelId="{C9290702-F0D9-4BFB-9381-7D97A3CBDAB4}">
      <dsp:nvSpPr>
        <dsp:cNvPr id="0" name=""/>
        <dsp:cNvSpPr/>
      </dsp:nvSpPr>
      <dsp:spPr>
        <a:xfrm rot="5400000">
          <a:off x="4197174" y="744802"/>
          <a:ext cx="3929062" cy="3929062"/>
        </a:xfrm>
        <a:prstGeom prst="downArrow">
          <a:avLst>
            <a:gd name="adj1" fmla="val 50000"/>
            <a:gd name="adj2" fmla="val 35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8920" tIns="248920" rIns="248920" bIns="248920" numCol="1" spcCol="1270" anchor="ctr" anchorCtr="0">
          <a:noAutofit/>
        </a:bodyPr>
        <a:lstStyle/>
        <a:p>
          <a:pPr marL="0" lvl="0" indent="0" algn="ctr" defTabSz="1555750">
            <a:lnSpc>
              <a:spcPct val="90000"/>
            </a:lnSpc>
            <a:spcBef>
              <a:spcPct val="0"/>
            </a:spcBef>
            <a:spcAft>
              <a:spcPct val="35000"/>
            </a:spcAft>
            <a:buNone/>
          </a:pPr>
          <a:r>
            <a:rPr lang="en-GB" sz="3500" kern="1200" dirty="0"/>
            <a:t>Local consumption rises </a:t>
          </a:r>
          <a:endParaRPr lang="en-SG" sz="3500" kern="1200" dirty="0"/>
        </a:p>
      </dsp:txBody>
      <dsp:txXfrm rot="-5400000">
        <a:off x="4884761" y="1727068"/>
        <a:ext cx="3241476" cy="1964531"/>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C1BE3D1-6CED-486C-9ACD-2EDBE4E63058}">
      <dsp:nvSpPr>
        <dsp:cNvPr id="0" name=""/>
        <dsp:cNvSpPr/>
      </dsp:nvSpPr>
      <dsp:spPr>
        <a:xfrm>
          <a:off x="3795" y="0"/>
          <a:ext cx="1659309" cy="804333"/>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Restrict import </a:t>
          </a:r>
          <a:r>
            <a:rPr lang="en-GB" sz="1800" kern="1200" dirty="0" err="1"/>
            <a:t>vai</a:t>
          </a:r>
          <a:r>
            <a:rPr lang="en-GB" sz="1800" kern="1200" dirty="0"/>
            <a:t> tariffs </a:t>
          </a:r>
          <a:endParaRPr lang="en-SG" sz="1800" kern="1200" dirty="0"/>
        </a:p>
      </dsp:txBody>
      <dsp:txXfrm>
        <a:off x="27353" y="23558"/>
        <a:ext cx="1612193" cy="757217"/>
      </dsp:txXfrm>
    </dsp:sp>
    <dsp:sp modelId="{71D46A84-DE9E-4B86-AC3C-41D35E680275}">
      <dsp:nvSpPr>
        <dsp:cNvPr id="0" name=""/>
        <dsp:cNvSpPr/>
      </dsp:nvSpPr>
      <dsp:spPr>
        <a:xfrm>
          <a:off x="1829035" y="196412"/>
          <a:ext cx="351773" cy="411508"/>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1829035" y="278714"/>
        <a:ext cx="246241" cy="246904"/>
      </dsp:txXfrm>
    </dsp:sp>
    <dsp:sp modelId="{A7F954BB-B5E4-452D-B7CE-62862EEB93D2}">
      <dsp:nvSpPr>
        <dsp:cNvPr id="0" name=""/>
        <dsp:cNvSpPr/>
      </dsp:nvSpPr>
      <dsp:spPr>
        <a:xfrm>
          <a:off x="2326828" y="0"/>
          <a:ext cx="1659309" cy="804333"/>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Govt collect more taxes </a:t>
          </a:r>
          <a:endParaRPr lang="en-SG" sz="1800" kern="1200" dirty="0"/>
        </a:p>
      </dsp:txBody>
      <dsp:txXfrm>
        <a:off x="2350386" y="23558"/>
        <a:ext cx="1612193" cy="757217"/>
      </dsp:txXfrm>
    </dsp:sp>
    <dsp:sp modelId="{ABD32282-A1E2-4369-8C94-60181AFE82B3}">
      <dsp:nvSpPr>
        <dsp:cNvPr id="0" name=""/>
        <dsp:cNvSpPr/>
      </dsp:nvSpPr>
      <dsp:spPr>
        <a:xfrm>
          <a:off x="4152069" y="196412"/>
          <a:ext cx="351773" cy="411508"/>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4152069" y="278714"/>
        <a:ext cx="246241" cy="246904"/>
      </dsp:txXfrm>
    </dsp:sp>
    <dsp:sp modelId="{06CB9287-72C2-4983-9273-F30B94493CF0}">
      <dsp:nvSpPr>
        <dsp:cNvPr id="0" name=""/>
        <dsp:cNvSpPr/>
      </dsp:nvSpPr>
      <dsp:spPr>
        <a:xfrm>
          <a:off x="4649861" y="0"/>
          <a:ext cx="1659309" cy="804333"/>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Increase govt spending </a:t>
          </a:r>
          <a:endParaRPr lang="en-SG" sz="1800" kern="1200" dirty="0"/>
        </a:p>
      </dsp:txBody>
      <dsp:txXfrm>
        <a:off x="4673419" y="23558"/>
        <a:ext cx="1612193" cy="757217"/>
      </dsp:txXfrm>
    </dsp:sp>
    <dsp:sp modelId="{AEC1C252-73C1-477F-94A5-714AC29B7FDD}">
      <dsp:nvSpPr>
        <dsp:cNvPr id="0" name=""/>
        <dsp:cNvSpPr/>
      </dsp:nvSpPr>
      <dsp:spPr>
        <a:xfrm>
          <a:off x="6475102" y="196412"/>
          <a:ext cx="351773" cy="41150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a:p>
      </dsp:txBody>
      <dsp:txXfrm>
        <a:off x="6475102" y="278714"/>
        <a:ext cx="246241" cy="246904"/>
      </dsp:txXfrm>
    </dsp:sp>
    <dsp:sp modelId="{190E3B48-6C39-4951-BF5E-1668EB838E87}">
      <dsp:nvSpPr>
        <dsp:cNvPr id="0" name=""/>
        <dsp:cNvSpPr/>
      </dsp:nvSpPr>
      <dsp:spPr>
        <a:xfrm>
          <a:off x="6972895" y="0"/>
          <a:ext cx="1659309" cy="804333"/>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GB" sz="1800" kern="1200" dirty="0"/>
            <a:t>RGDP rises </a:t>
          </a:r>
          <a:endParaRPr lang="en-SG" sz="1800" kern="1200" dirty="0"/>
        </a:p>
      </dsp:txBody>
      <dsp:txXfrm>
        <a:off x="6996453" y="23558"/>
        <a:ext cx="1612193" cy="75721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E359A7-47B3-4662-A0C5-1284286C8526}">
      <dsp:nvSpPr>
        <dsp:cNvPr id="0" name=""/>
        <dsp:cNvSpPr/>
      </dsp:nvSpPr>
      <dsp:spPr>
        <a:xfrm>
          <a:off x="4359" y="2061173"/>
          <a:ext cx="3812295" cy="1524918"/>
        </a:xfrm>
        <a:prstGeom prst="homePlat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2014"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Industrialisation </a:t>
          </a:r>
        </a:p>
      </dsp:txBody>
      <dsp:txXfrm>
        <a:off x="4359" y="2061173"/>
        <a:ext cx="3431066" cy="1524918"/>
      </dsp:txXfrm>
    </dsp:sp>
    <dsp:sp modelId="{95F37BF6-788C-4B53-A5E3-5C6896F796A0}">
      <dsp:nvSpPr>
        <dsp:cNvPr id="0" name=""/>
        <dsp:cNvSpPr/>
      </dsp:nvSpPr>
      <dsp:spPr>
        <a:xfrm>
          <a:off x="3054195" y="2061173"/>
          <a:ext cx="3812295" cy="1524918"/>
        </a:xfrm>
        <a:prstGeom prst="chevr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Inward oriented approach </a:t>
          </a:r>
        </a:p>
      </dsp:txBody>
      <dsp:txXfrm>
        <a:off x="3816654" y="2061173"/>
        <a:ext cx="2287377" cy="1524918"/>
      </dsp:txXfrm>
    </dsp:sp>
    <dsp:sp modelId="{A73A8580-4143-4BDF-9C51-7014A4918899}">
      <dsp:nvSpPr>
        <dsp:cNvPr id="0" name=""/>
        <dsp:cNvSpPr/>
      </dsp:nvSpPr>
      <dsp:spPr>
        <a:xfrm>
          <a:off x="6104032" y="2061173"/>
          <a:ext cx="3812295" cy="1524918"/>
        </a:xfrm>
        <a:prstGeom prst="chevr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56007" rIns="28004" bIns="56007" numCol="1" spcCol="1270" anchor="ctr" anchorCtr="0">
          <a:noAutofit/>
        </a:bodyPr>
        <a:lstStyle/>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Trade restriction </a:t>
          </a:r>
        </a:p>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Overvalue currency</a:t>
          </a:r>
        </a:p>
        <a:p>
          <a:pPr marL="0" lvl="0" indent="0" algn="ctr" defTabSz="933450">
            <a:lnSpc>
              <a:spcPct val="90000"/>
            </a:lnSpc>
            <a:spcBef>
              <a:spcPct val="0"/>
            </a:spcBef>
            <a:spcAft>
              <a:spcPct val="35000"/>
            </a:spcAft>
            <a:buNone/>
          </a:pPr>
          <a:r>
            <a:rPr lang="en-SG" sz="2100" kern="1200" dirty="0">
              <a:solidFill>
                <a:schemeClr val="tx1"/>
              </a:solidFill>
              <a:effectLst>
                <a:outerShdw blurRad="38100" dist="38100" dir="2700000" algn="tl">
                  <a:srgbClr val="000000">
                    <a:alpha val="43137"/>
                  </a:srgbClr>
                </a:outerShdw>
              </a:effectLst>
            </a:rPr>
            <a:t>Government support </a:t>
          </a:r>
        </a:p>
      </dsp:txBody>
      <dsp:txXfrm>
        <a:off x="6866491" y="2061173"/>
        <a:ext cx="2287377" cy="1524918"/>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983996-61AC-451A-A76B-D1E3A1A97BAC}">
      <dsp:nvSpPr>
        <dsp:cNvPr id="0" name=""/>
        <dsp:cNvSpPr/>
      </dsp:nvSpPr>
      <dsp:spPr>
        <a:xfrm>
          <a:off x="990597" y="585100"/>
          <a:ext cx="5050094" cy="2715768"/>
        </a:xfrm>
        <a:prstGeom prst="round2DiagRect">
          <a:avLst>
            <a:gd name="adj1" fmla="val 0"/>
            <a:gd name="adj2" fmla="val 1667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D0145A-CF22-41D0-BA00-A066DF4C7334}">
      <dsp:nvSpPr>
        <dsp:cNvPr id="0" name=""/>
        <dsp:cNvSpPr/>
      </dsp:nvSpPr>
      <dsp:spPr>
        <a:xfrm>
          <a:off x="3497262" y="987551"/>
          <a:ext cx="673" cy="2139696"/>
        </a:xfrm>
        <a:prstGeom prst="line">
          <a:avLst/>
        </a:prstGeom>
        <a:solidFill>
          <a:schemeClr val="accent1">
            <a:hueOff val="0"/>
            <a:satOff val="0"/>
            <a:lumOff val="0"/>
            <a:alphaOff val="0"/>
          </a:schemeClr>
        </a:solidFill>
        <a:ln w="19050" cap="flat" cmpd="sng" algn="ctr">
          <a:solidFill>
            <a:schemeClr val="accent1">
              <a:tint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2ABF631-E1DF-4AC7-A2F2-18DF1813EFC6}">
      <dsp:nvSpPr>
        <dsp:cNvPr id="0" name=""/>
        <dsp:cNvSpPr/>
      </dsp:nvSpPr>
      <dsp:spPr>
        <a:xfrm>
          <a:off x="1140551" y="920487"/>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highlight>
                <a:srgbClr val="FFFF00"/>
              </a:highlight>
            </a:rPr>
            <a:t>Focus on domestic  market </a:t>
          </a:r>
        </a:p>
      </dsp:txBody>
      <dsp:txXfrm>
        <a:off x="1140551" y="920487"/>
        <a:ext cx="2188374" cy="2304288"/>
      </dsp:txXfrm>
    </dsp:sp>
    <dsp:sp modelId="{1196C948-84E5-41B9-820C-FCA918F2BC37}">
      <dsp:nvSpPr>
        <dsp:cNvPr id="0" name=""/>
        <dsp:cNvSpPr/>
      </dsp:nvSpPr>
      <dsp:spPr>
        <a:xfrm>
          <a:off x="3665598" y="920487"/>
          <a:ext cx="2188374" cy="2304288"/>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GB" sz="2900" kern="1200" dirty="0"/>
            <a:t>Focus on international market </a:t>
          </a:r>
        </a:p>
      </dsp:txBody>
      <dsp:txXfrm>
        <a:off x="3665598" y="920487"/>
        <a:ext cx="2188374" cy="2304288"/>
      </dsp:txXfrm>
    </dsp:sp>
    <dsp:sp modelId="{7213070C-E6EC-4D8A-8F62-29ADD778D518}">
      <dsp:nvSpPr>
        <dsp:cNvPr id="0" name=""/>
        <dsp:cNvSpPr/>
      </dsp:nvSpPr>
      <dsp:spPr>
        <a:xfrm rot="16200000">
          <a:off x="-853747" y="1060486"/>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Inward orientation </a:t>
          </a:r>
        </a:p>
      </dsp:txBody>
      <dsp:txXfrm>
        <a:off x="-726540" y="1398829"/>
        <a:ext cx="2708242" cy="419410"/>
      </dsp:txXfrm>
    </dsp:sp>
    <dsp:sp modelId="{1EB25D99-4631-4751-8DF2-CFFADB249E21}">
      <dsp:nvSpPr>
        <dsp:cNvPr id="0" name=""/>
        <dsp:cNvSpPr/>
      </dsp:nvSpPr>
      <dsp:spPr>
        <a:xfrm rot="5400000">
          <a:off x="5038028" y="2169642"/>
          <a:ext cx="2962656" cy="841682"/>
        </a:xfrm>
        <a:prstGeom prst="rightArrow">
          <a:avLst>
            <a:gd name="adj1" fmla="val 49830"/>
            <a:gd name="adj2" fmla="val 60660"/>
          </a:avLst>
        </a:prstGeom>
        <a:solidFill>
          <a:schemeClr val="accent1">
            <a:tint val="50000"/>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r" defTabSz="844550">
            <a:lnSpc>
              <a:spcPct val="90000"/>
            </a:lnSpc>
            <a:spcBef>
              <a:spcPct val="0"/>
            </a:spcBef>
            <a:spcAft>
              <a:spcPct val="35000"/>
            </a:spcAft>
            <a:buNone/>
          </a:pPr>
          <a:r>
            <a:rPr lang="en-GB" sz="1900" kern="1200" dirty="0"/>
            <a:t>Outward Orientation </a:t>
          </a:r>
        </a:p>
      </dsp:txBody>
      <dsp:txXfrm>
        <a:off x="5165235" y="2253571"/>
        <a:ext cx="2708242" cy="419410"/>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DC0309-DBC0-4604-82A2-50C842F67BA6}">
      <dsp:nvSpPr>
        <dsp:cNvPr id="0" name=""/>
        <dsp:cNvSpPr/>
      </dsp:nvSpPr>
      <dsp:spPr>
        <a:xfrm rot="5400000">
          <a:off x="2292765" y="680591"/>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9F7F9E1-F79B-41C3-ADE6-6968635A5CA2}">
      <dsp:nvSpPr>
        <dsp:cNvPr id="0" name=""/>
        <dsp:cNvSpPr/>
      </dsp:nvSpPr>
      <dsp:spPr>
        <a:xfrm>
          <a:off x="2096730" y="1264462"/>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GB" sz="2200" kern="1200" dirty="0">
              <a:solidFill>
                <a:schemeClr val="tx1"/>
              </a:solidFill>
            </a:rPr>
            <a:t>Inward oriented Growth and development</a:t>
          </a:r>
        </a:p>
      </dsp:txBody>
      <dsp:txXfrm>
        <a:off x="2096730" y="1264462"/>
        <a:ext cx="1764221" cy="1546443"/>
      </dsp:txXfrm>
    </dsp:sp>
    <dsp:sp modelId="{7B62C2AD-A793-4DEB-9F24-632B55DEC1A1}">
      <dsp:nvSpPr>
        <dsp:cNvPr id="0" name=""/>
        <dsp:cNvSpPr/>
      </dsp:nvSpPr>
      <dsp:spPr>
        <a:xfrm>
          <a:off x="3528080" y="536723"/>
          <a:ext cx="332872" cy="332872"/>
        </a:xfrm>
        <a:prstGeom prst="triangle">
          <a:avLst>
            <a:gd name="adj" fmla="val 10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CD7C015-39B2-4E1A-B2DB-174B29B5626B}">
      <dsp:nvSpPr>
        <dsp:cNvPr id="0" name=""/>
        <dsp:cNvSpPr/>
      </dsp:nvSpPr>
      <dsp:spPr>
        <a:xfrm rot="5400000">
          <a:off x="4452517" y="146158"/>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7CC3D76-353D-4860-A902-405BA8F06405}">
      <dsp:nvSpPr>
        <dsp:cNvPr id="0" name=""/>
        <dsp:cNvSpPr/>
      </dsp:nvSpPr>
      <dsp:spPr>
        <a:xfrm>
          <a:off x="4256482" y="730029"/>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1920" tIns="121920" rIns="121920" bIns="121920" numCol="1" spcCol="1270" anchor="t" anchorCtr="0">
          <a:noAutofit/>
        </a:bodyPr>
        <a:lstStyle/>
        <a:p>
          <a:pPr marL="0" lvl="0" indent="0" algn="l" defTabSz="1422400">
            <a:lnSpc>
              <a:spcPct val="90000"/>
            </a:lnSpc>
            <a:spcBef>
              <a:spcPct val="0"/>
            </a:spcBef>
            <a:spcAft>
              <a:spcPct val="35000"/>
            </a:spcAft>
            <a:buNone/>
          </a:pPr>
          <a:r>
            <a:rPr lang="en-GB" sz="3200" b="1" kern="1200" dirty="0">
              <a:solidFill>
                <a:schemeClr val="tx1"/>
              </a:solidFill>
              <a:effectLst>
                <a:outerShdw blurRad="38100" dist="38100" dir="2700000" algn="tl">
                  <a:srgbClr val="000000">
                    <a:alpha val="43137"/>
                  </a:srgbClr>
                </a:outerShdw>
              </a:effectLst>
              <a:highlight>
                <a:srgbClr val="FFFF00"/>
              </a:highlight>
            </a:rPr>
            <a:t>Reforms </a:t>
          </a:r>
        </a:p>
        <a:p>
          <a:pPr marL="0" lvl="0" indent="0" algn="l" defTabSz="1422400">
            <a:lnSpc>
              <a:spcPct val="90000"/>
            </a:lnSpc>
            <a:spcBef>
              <a:spcPct val="0"/>
            </a:spcBef>
            <a:spcAft>
              <a:spcPct val="35000"/>
            </a:spcAft>
            <a:buNone/>
          </a:pPr>
          <a:r>
            <a:rPr lang="en-GB" sz="1900" kern="1200" dirty="0">
              <a:solidFill>
                <a:schemeClr val="tx1"/>
              </a:solidFill>
            </a:rPr>
            <a:t>1) Trade reforms</a:t>
          </a:r>
        </a:p>
        <a:p>
          <a:pPr marL="0" lvl="0" indent="0" algn="l" defTabSz="1422400">
            <a:lnSpc>
              <a:spcPct val="90000"/>
            </a:lnSpc>
            <a:spcBef>
              <a:spcPct val="0"/>
            </a:spcBef>
            <a:spcAft>
              <a:spcPct val="35000"/>
            </a:spcAft>
            <a:buNone/>
          </a:pPr>
          <a:r>
            <a:rPr lang="en-GB" sz="1900" kern="1200" dirty="0">
              <a:solidFill>
                <a:schemeClr val="tx1"/>
              </a:solidFill>
            </a:rPr>
            <a:t>2) Investment reforms </a:t>
          </a:r>
        </a:p>
      </dsp:txBody>
      <dsp:txXfrm>
        <a:off x="4256482" y="730029"/>
        <a:ext cx="1764221" cy="1546443"/>
      </dsp:txXfrm>
    </dsp:sp>
    <dsp:sp modelId="{7C8734AF-602D-48E3-89C3-9923AA933DBA}">
      <dsp:nvSpPr>
        <dsp:cNvPr id="0" name=""/>
        <dsp:cNvSpPr/>
      </dsp:nvSpPr>
      <dsp:spPr>
        <a:xfrm>
          <a:off x="5687832" y="2291"/>
          <a:ext cx="332872" cy="332872"/>
        </a:xfrm>
        <a:prstGeom prst="triangle">
          <a:avLst>
            <a:gd name="adj" fmla="val 10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CC776B-CC83-4BB6-8FE9-1B0032FBEBF0}">
      <dsp:nvSpPr>
        <dsp:cNvPr id="0" name=""/>
        <dsp:cNvSpPr/>
      </dsp:nvSpPr>
      <dsp:spPr>
        <a:xfrm rot="5400000">
          <a:off x="6612269" y="-388274"/>
          <a:ext cx="1174387" cy="1954154"/>
        </a:xfrm>
        <a:prstGeom prst="corner">
          <a:avLst>
            <a:gd name="adj1" fmla="val 16120"/>
            <a:gd name="adj2" fmla="val 1611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D6C2C5D-331D-4A9A-B1B7-4D76E12A164F}">
      <dsp:nvSpPr>
        <dsp:cNvPr id="0" name=""/>
        <dsp:cNvSpPr/>
      </dsp:nvSpPr>
      <dsp:spPr>
        <a:xfrm>
          <a:off x="6416234" y="195596"/>
          <a:ext cx="1764221" cy="1546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GB" sz="2200" kern="1200" dirty="0">
              <a:solidFill>
                <a:schemeClr val="tx1"/>
              </a:solidFill>
            </a:rPr>
            <a:t>Outward Oriented Growth and Development </a:t>
          </a:r>
        </a:p>
      </dsp:txBody>
      <dsp:txXfrm>
        <a:off x="6416234" y="195596"/>
        <a:ext cx="1764221" cy="1546443"/>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3.xml><?xml version="1.0" encoding="utf-8"?>
<dgm:layoutDef xmlns:dgm="http://schemas.openxmlformats.org/drawingml/2006/diagram" xmlns:a="http://schemas.openxmlformats.org/drawingml/2006/main" uniqueId="urn:microsoft.com/office/officeart/2009/3/layout/OpposingIdeas">
  <dgm:title val=""/>
  <dgm:desc val=""/>
  <dgm:catLst>
    <dgm:cat type="relationship" pri="3400"/>
  </dgm:catLst>
  <dgm:samp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clrData>
  <dgm:layoutNode name="Name0">
    <dgm:varLst>
      <dgm:chMax val="2"/>
      <dgm:dir/>
      <dgm:animOne val="branch"/>
      <dgm:animLvl val="lvl"/>
      <dgm:resizeHandles val="exact"/>
    </dgm:varLst>
    <dgm:choose name="Name1">
      <dgm:if name="Name2" axis="ch" ptType="node" func="cnt" op="lte" val="1">
        <dgm:alg type="composite">
          <dgm:param type="ar" val="0.9928"/>
        </dgm:alg>
      </dgm:if>
      <dgm:else name="Name3">
        <dgm:alg type="composite">
          <dgm:param type="ar" val="1.6364"/>
        </dgm:alg>
      </dgm:else>
    </dgm:choose>
    <dgm:shape xmlns:r="http://schemas.openxmlformats.org/officeDocument/2006/relationships" r:blip="">
      <dgm:adjLst/>
    </dgm:shape>
    <dgm:choose name="Name4">
      <dgm:if name="Name5" func="var" arg="dir" op="equ" val="norm">
        <dgm:choose name="Name6">
          <dgm:if name="Name7"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2963"/>
              <dgm:constr type="t" for="ch" forName="ChildText1" refType="h" fact="0.2722"/>
              <dgm:constr type="w" for="ch" forName="ChildText1" refType="w" fact="0.6534"/>
              <dgm:constr type="h" for="ch" forName="ChildText1" refType="h" fact="0.6682"/>
              <dgm:constr type="l" for="ch" forName="Background" refType="w" fact="0.246"/>
              <dgm:constr type="t" for="ch" forName="Background" refType="h" fact="0.2125"/>
              <dgm:constr type="w" for="ch" forName="Background" refType="w" fact="0.754"/>
              <dgm:constr type="h" for="ch" forName="Background" refType="h" fact="0.7875"/>
              <dgm:constr type="l" for="ch" forName="ParentText1" refType="w" fact="0"/>
              <dgm:constr type="t" for="ch" forName="ParentText1" refType="h" fact="0"/>
              <dgm:constr type="w" for="ch" forName="ParentText1" refType="w" fact="0.234"/>
              <dgm:constr type="h" for="ch" forName="ParentText1" refType="h" fact="0.8713"/>
              <dgm:constr type="l" for="ch" forName="ParentShape1" refType="w" fact="0"/>
              <dgm:constr type="t" for="ch" forName="ParentShape1" refType="h" fact="0"/>
              <dgm:constr type="w" for="ch" forName="ParentShape1" refType="w" fact="0.234"/>
              <dgm:constr type="h" for="ch" forName="ParentShape1" refType="h" fact="0.8713"/>
            </dgm:constrLst>
          </dgm:if>
          <dgm:else name="Name8">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15"/>
              <dgm:constr type="t" for="ch" forName="ChildText1" refType="h" fact="0.22"/>
              <dgm:constr type="w" for="ch" forName="ChildText1" refType="w" fact="0.325"/>
              <dgm:constr type="h" for="ch" forName="ChildText1" refType="h" fact="0.56"/>
              <dgm:constr type="l" for="ch" forName="ChildText2" refType="w" fact="0.525"/>
              <dgm:constr type="t" for="ch" forName="ChildText2" refType="h" fact="0.22"/>
              <dgm:constr type="w" for="ch" forName="ChildText2" refType="w" fact="0.325"/>
              <dgm:constr type="h" for="ch" forName="ChildText2" refType="h" fact="0.56"/>
              <dgm:constr type="l" for="ch" forName="Background" refType="w" fact="0.125"/>
              <dgm:constr type="t" for="ch" forName="Background" refType="h" fact="0.17"/>
              <dgm:constr type="w" for="ch" forName="Background" refType="w" fact="0.75"/>
              <dgm:constr type="h" for="ch" forName="Background" refType="h" fact="0.66"/>
              <dgm:constr type="l" for="ch" forName="ParentText1" refType="w" fact="0"/>
              <dgm:constr type="t" for="ch" forName="ParentText1" refType="h" fact="0"/>
              <dgm:constr type="w" for="ch" forName="ParentText1" refType="w" fact="0.125"/>
              <dgm:constr type="h" for="ch" forName="ParentText1" refType="h" fact="0.72"/>
              <dgm:constr type="l" for="ch" forName="ParentShape1" refType="w" fact="0"/>
              <dgm:constr type="t" for="ch" forName="ParentShape1" refType="h" fact="0"/>
              <dgm:constr type="w" for="ch" forName="ParentShape1" refType="w" fact="0.125"/>
              <dgm:constr type="h" for="ch" forName="ParentShape1" refType="h" fact="0.72"/>
              <dgm:constr type="l" for="ch" forName="ParentText2" refType="w" fact="0.875"/>
              <dgm:constr type="t" for="ch" forName="ParentText2" refType="h" fact="0.28"/>
              <dgm:constr type="w" for="ch" forName="ParentText2" refType="w" fact="0.125"/>
              <dgm:constr type="h" for="ch" forName="ParentText2" refType="h" fact="0.72"/>
              <dgm:constr type="l" for="ch" forName="ParentShape2" refType="w" fact="0.875"/>
              <dgm:constr type="t" for="ch" forName="ParentShape2" refType="h" fact="0.28"/>
              <dgm:constr type="w" for="ch" forName="ParentShape2" refType="w" fact="0.125"/>
              <dgm:constr type="h" for="ch" forName="ParentShape2" refType="h" fact="0.72"/>
              <dgm:constr type="l" for="ch" forName="Divider" refType="w" fact="0.5"/>
              <dgm:constr type="t" for="ch" forName="Divider" refType="h" fact="0.24"/>
              <dgm:constr type="w" for="ch" forName="Divider" refType="w" fact="0.0001"/>
              <dgm:constr type="h" for="ch" forName="Divider" refType="h" fact="0.52"/>
            </dgm:constrLst>
          </dgm:else>
        </dgm:choose>
      </dgm:if>
      <dgm:else name="Name9">
        <dgm:choose name="Name10">
          <dgm:if name="Name11"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2455"/>
              <dgm:constr type="t" for="ch" forName="ChildText1" refType="h" fact="0.2651"/>
              <dgm:constr type="w" for="ch" forName="ChildText1" refType="w" fact="0.5351"/>
              <dgm:constr type="h" for="ch" forName="ChildText1" refType="h" fact="0.56"/>
              <dgm:constr type="r" for="ch" forName="Background" refType="w" fact="-0.246"/>
              <dgm:constr type="t" for="ch" forName="Background" refType="h" fact="0.2125"/>
              <dgm:constr type="w" for="ch" forName="Background" refType="w" fact="0.754"/>
              <dgm:constr type="h" for="ch" forName="Background" refType="h" fact="0.7875"/>
              <dgm:constr type="r" for="ch" forName="ParentText1" refType="w" fact="0"/>
              <dgm:constr type="t" for="ch" forName="ParentText1" refType="h" fact="0"/>
              <dgm:constr type="w" for="ch" forName="ParentText1" refType="w" fact="0.234"/>
              <dgm:constr type="h" for="ch" forName="ParentText1" refType="h" fact="0.8713"/>
              <dgm:constr type="r" for="ch" forName="ParentShape1" refType="w" fact="0"/>
              <dgm:constr type="t" for="ch" forName="ParentShape1" refType="h" fact="0"/>
              <dgm:constr type="w" for="ch" forName="ParentShape1" refType="w" fact="0.234"/>
              <dgm:constr type="h" for="ch" forName="ParentShape1" refType="h" fact="0.8713"/>
            </dgm:constrLst>
          </dgm:if>
          <dgm:else name="Name12">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15"/>
              <dgm:constr type="t" for="ch" forName="ChildText1" refType="h" fact="0.22"/>
              <dgm:constr type="w" for="ch" forName="ChildText1" refType="w" fact="0.325"/>
              <dgm:constr type="h" for="ch" forName="ChildText1" refType="h" fact="0.56"/>
              <dgm:constr type="r" for="ch" forName="ChildText2" refType="w" fact="-0.525"/>
              <dgm:constr type="t" for="ch" forName="ChildText2" refType="h" fact="0.22"/>
              <dgm:constr type="w" for="ch" forName="ChildText2" refType="w" fact="0.325"/>
              <dgm:constr type="h" for="ch" forName="ChildText2" refType="h" fact="0.56"/>
              <dgm:constr type="r" for="ch" forName="Background" refType="w" fact="-0.125"/>
              <dgm:constr type="t" for="ch" forName="Background" refType="h" fact="0.17"/>
              <dgm:constr type="w" for="ch" forName="Background" refType="w" fact="0.75"/>
              <dgm:constr type="h" for="ch" forName="Background" refType="h" fact="0.66"/>
              <dgm:constr type="r" for="ch" forName="ParentText1" refType="w" fact="0"/>
              <dgm:constr type="t" for="ch" forName="ParentText1" refType="h" fact="0"/>
              <dgm:constr type="w" for="ch" forName="ParentText1" refType="w" fact="0.125"/>
              <dgm:constr type="h" for="ch" forName="ParentText1" refType="h" fact="0.72"/>
              <dgm:constr type="r" for="ch" forName="ParentShape1" refType="w" fact="0"/>
              <dgm:constr type="t" for="ch" forName="ParentShape1" refType="h" fact="0"/>
              <dgm:constr type="w" for="ch" forName="ParentShape1" refType="w" fact="0.125"/>
              <dgm:constr type="h" for="ch" forName="ParentShape1" refType="h" fact="0.72"/>
              <dgm:constr type="r" for="ch" forName="ParentText2" refType="w" fact="-0.875"/>
              <dgm:constr type="t" for="ch" forName="ParentText2" refType="h" fact="0.28"/>
              <dgm:constr type="w" for="ch" forName="ParentText2" refType="w" fact="0.125"/>
              <dgm:constr type="h" for="ch" forName="ParentText2" refType="h" fact="0.72"/>
              <dgm:constr type="r" for="ch" forName="ParentShape2" refType="w" fact="-0.875"/>
              <dgm:constr type="t" for="ch" forName="ParentShape2" refType="h" fact="0.28"/>
              <dgm:constr type="w" for="ch" forName="ParentShape2" refType="w" fact="0.125"/>
              <dgm:constr type="h" for="ch" forName="ParentShape2" refType="h" fact="0.72"/>
              <dgm:constr type="r" for="ch" forName="Divider" refType="w" fact="-0.5"/>
              <dgm:constr type="t" for="ch" forName="Divider" refType="h" fact="0.24"/>
              <dgm:constr type="w" for="ch" forName="Divider" refType="w" fact="0.0001"/>
              <dgm:constr type="h" for="ch" forName="Divider" refType="h" fact="0.52"/>
            </dgm:constrLst>
          </dgm:else>
        </dgm:choose>
      </dgm:else>
    </dgm:choose>
    <dgm:choose name="Name13">
      <dgm:if name="Name14" axis="ch" ptType="node" func="cnt" op="gte" val="1">
        <dgm:layoutNode name="Background" styleLbl="node1">
          <dgm:alg type="sp"/>
          <dgm:choose name="Name15">
            <dgm:if name="Name16" func="var" arg="dir" op="equ" val="norm">
              <dgm:shape xmlns:r="http://schemas.openxmlformats.org/officeDocument/2006/relationships" type="round2DiagRect" r:blip="">
                <dgm:adjLst>
                  <dgm:adj idx="1" val="0"/>
                  <dgm:adj idx="2" val="0.1667"/>
                </dgm:adjLst>
              </dgm:shape>
            </dgm:if>
            <dgm:else name="Name17">
              <dgm:shape xmlns:r="http://schemas.openxmlformats.org/officeDocument/2006/relationships" type="round2DiagRect" r:blip="">
                <dgm:adjLst>
                  <dgm:adj idx="1" val="0.1667"/>
                  <dgm:adj idx="2" val="0"/>
                </dgm:adjLst>
              </dgm:shape>
            </dgm:else>
          </dgm:choose>
          <dgm:presOf/>
        </dgm:layoutNode>
        <dgm:choose name="Name18">
          <dgm:if name="Name19" axis="ch" ptType="node" func="cnt" op="gte" val="2">
            <dgm:layoutNode name="Divider" styleLbl="callout">
              <dgm:alg type="sp"/>
              <dgm:shape xmlns:r="http://schemas.openxmlformats.org/officeDocument/2006/relationships" type="line" r:blip="">
                <dgm:adjLst/>
              </dgm:shape>
              <dgm:presOf/>
            </dgm:layoutNode>
          </dgm:if>
          <dgm:else name="Name20"/>
        </dgm:choose>
        <dgm:layoutNode name="ChildText1"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21">
          <dgm:if name="Name22" axis="ch" ptType="node" func="cnt" op="gte" val="2">
            <dgm:layoutNode name="ChildText2"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3"/>
        </dgm:choose>
        <dgm:layoutNode name="ParentText1" styleLbl="revTx">
          <dgm:varLst>
            <dgm:chMax val="1"/>
            <dgm:chPref val="1"/>
          </dgm:varLst>
          <dgm:choose name="Name24">
            <dgm:if name="Name25" func="var" arg="dir" op="equ" val="norm">
              <dgm:alg type="tx">
                <dgm:param type="parTxLTRAlign" val="r"/>
                <dgm:param type="shpTxLTRAlignCh" val="r"/>
                <dgm:param type="txAnchorVertCh" val="mid"/>
                <dgm:param type="autoTxRot" val="grav"/>
              </dgm:alg>
            </dgm:if>
            <dgm:else name="Name26">
              <dgm:alg type="tx">
                <dgm:param type="parTxLTRAlign" val="l"/>
                <dgm:param type="shpTxLTRAlignCh" val="r"/>
                <dgm:param type="txAnchorVertCh" val="mid"/>
                <dgm:param type="autoTxRot" val="grav"/>
              </dgm:alg>
            </dgm:else>
          </dgm:choose>
          <dgm:choose name="Name27">
            <dgm:if name="Name28" func="var" arg="dir" op="equ" val="norm">
              <dgm:shape xmlns:r="http://schemas.openxmlformats.org/officeDocument/2006/relationships" rot="-90" type="rightArrow" r:blip="" hideGeom="1">
                <dgm:adjLst>
                  <dgm:adj idx="1" val="0.4983"/>
                  <dgm:adj idx="2" val="0.6066"/>
                </dgm:adjLst>
              </dgm:shape>
            </dgm:if>
            <dgm:else name="Name29">
              <dgm:shape xmlns:r="http://schemas.openxmlformats.org/officeDocument/2006/relationships" rot="90" type="leftArrow" r:blip="" hideGeom="1">
                <dgm:adjLst>
                  <dgm:adj idx="1" val="0.4983"/>
                  <dgm:adj idx="2" val="0.6066"/>
                </dgm:adjLst>
              </dgm:shape>
            </dgm:else>
          </dgm:choos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1" styleLbl="alignImgPlace1">
          <dgm:varLst/>
          <dgm:alg type="sp"/>
          <dgm:presOf axis="ch self" ptType="node node" st="1 1" cnt="1 0"/>
          <dgm:choose name="Name30">
            <dgm:if name="Name31" func="var" arg="dir" op="equ" val="norm">
              <dgm:shape xmlns:r="http://schemas.openxmlformats.org/officeDocument/2006/relationships" rot="-90" type="rightArrow" r:blip="">
                <dgm:adjLst>
                  <dgm:adj idx="1" val="0.4983"/>
                  <dgm:adj idx="2" val="0.6066"/>
                </dgm:adjLst>
              </dgm:shape>
            </dgm:if>
            <dgm:else name="Name32">
              <dgm:shape xmlns:r="http://schemas.openxmlformats.org/officeDocument/2006/relationships" rot="90" type="leftArrow" r:blip="">
                <dgm:adjLst>
                  <dgm:adj idx="1" val="0.4983"/>
                  <dgm:adj idx="2" val="0.6066"/>
                </dgm:adjLst>
              </dgm:shape>
            </dgm:else>
          </dgm:choose>
        </dgm:layoutNode>
        <dgm:choose name="Name33">
          <dgm:if name="Name34" axis="ch" ptType="node" func="cnt" op="gte" val="2">
            <dgm:layoutNode name="ParentText2" styleLbl="revTx">
              <dgm:varLst>
                <dgm:chMax val="1"/>
                <dgm:chPref val="1"/>
              </dgm:varLst>
              <dgm:choose name="Name35">
                <dgm:if name="Name36" func="var" arg="dir" op="equ" val="norm">
                  <dgm:alg type="tx">
                    <dgm:param type="parTxLTRAlign" val="r"/>
                    <dgm:param type="shpTxLTRAlignCh" val="r"/>
                    <dgm:param type="txAnchorVertCh" val="mid"/>
                    <dgm:param type="autoTxRot" val="grav"/>
                  </dgm:alg>
                </dgm:if>
                <dgm:else name="Name37">
                  <dgm:alg type="tx">
                    <dgm:param type="parTxLTRAlign" val="l"/>
                    <dgm:param type="shpTxLTRAlignCh" val="r"/>
                    <dgm:param type="txAnchorVertCh" val="mid"/>
                    <dgm:param type="autoTxRot" val="grav"/>
                  </dgm:alg>
                </dgm:else>
              </dgm:choose>
              <dgm:choose name="Name38">
                <dgm:if name="Name39" func="var" arg="dir" op="equ" val="norm">
                  <dgm:shape xmlns:r="http://schemas.openxmlformats.org/officeDocument/2006/relationships" rot="90" type="rightArrow" r:blip="" hideGeom="1">
                    <dgm:adjLst>
                      <dgm:adj idx="1" val="0.4983"/>
                      <dgm:adj idx="2" val="0.6066"/>
                    </dgm:adjLst>
                  </dgm:shape>
                </dgm:if>
                <dgm:else name="Name40">
                  <dgm:shape xmlns:r="http://schemas.openxmlformats.org/officeDocument/2006/relationships" rot="-90" type="leftArrow" r:blip="" hideGeom="1">
                    <dgm:adjLst>
                      <dgm:adj idx="1" val="0.4983"/>
                      <dgm:adj idx="2" val="0.6066"/>
                    </dgm:adjLst>
                  </dgm:shape>
                </dgm:else>
              </dgm:choos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2" styleLbl="alignImgPlace1">
              <dgm:varLst/>
              <dgm:alg type="sp"/>
              <dgm:choose name="Name41">
                <dgm:if name="Name42" func="var" arg="dir" op="equ" val="norm">
                  <dgm:shape xmlns:r="http://schemas.openxmlformats.org/officeDocument/2006/relationships" rot="90" type="rightArrow" r:blip="">
                    <dgm:adjLst>
                      <dgm:adj idx="1" val="0.4983"/>
                      <dgm:adj idx="2" val="0.6066"/>
                    </dgm:adjLst>
                  </dgm:shape>
                </dgm:if>
                <dgm:else name="Name43">
                  <dgm:shape xmlns:r="http://schemas.openxmlformats.org/officeDocument/2006/relationships" rot="-90" type="leftArrow" r:blip="">
                    <dgm:adjLst>
                      <dgm:adj idx="1" val="0.4983"/>
                      <dgm:adj idx="2" val="0.6066"/>
                    </dgm:adjLst>
                  </dgm:shape>
                </dgm:else>
              </dgm:choose>
              <dgm:presOf axis="ch self" ptType="node node" st="2 1" cnt="1 0"/>
            </dgm:layoutNode>
          </dgm:if>
          <dgm:else name="Name44"/>
        </dgm:choose>
      </dgm:if>
      <dgm:else name="Name45"/>
    </dgm:choose>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11.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1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14.xml><?xml version="1.0" encoding="utf-8"?>
<dgm:layoutDef xmlns:dgm="http://schemas.openxmlformats.org/drawingml/2006/diagram" xmlns:a="http://schemas.openxmlformats.org/drawingml/2006/main" uniqueId="urn:microsoft.com/office/officeart/2009/3/layout/OpposingIdeas">
  <dgm:title val=""/>
  <dgm:desc val=""/>
  <dgm:catLst>
    <dgm:cat type="relationship" pri="3400"/>
  </dgm:catLst>
  <dgm:samp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Lst>
      <dgm:cxnLst>
        <dgm:cxn modelId="30" srcId="0" destId="10" srcOrd="0" destOrd="0"/>
        <dgm:cxn modelId="12" srcId="10" destId="11" srcOrd="0" destOrd="0"/>
        <dgm:cxn modelId="40" srcId="0" destId="20" srcOrd="1" destOrd="0"/>
        <dgm:cxn modelId="22" srcId="20" destId="21" srcOrd="0" destOrd="0"/>
      </dgm:cxnLst>
      <dgm:bg/>
      <dgm:whole/>
    </dgm:dataModel>
  </dgm:clrData>
  <dgm:layoutNode name="Name0">
    <dgm:varLst>
      <dgm:chMax val="2"/>
      <dgm:dir/>
      <dgm:animOne val="branch"/>
      <dgm:animLvl val="lvl"/>
      <dgm:resizeHandles val="exact"/>
    </dgm:varLst>
    <dgm:choose name="Name1">
      <dgm:if name="Name2" axis="ch" ptType="node" func="cnt" op="lte" val="1">
        <dgm:alg type="composite">
          <dgm:param type="ar" val="0.9928"/>
        </dgm:alg>
      </dgm:if>
      <dgm:else name="Name3">
        <dgm:alg type="composite">
          <dgm:param type="ar" val="1.6364"/>
        </dgm:alg>
      </dgm:else>
    </dgm:choose>
    <dgm:shape xmlns:r="http://schemas.openxmlformats.org/officeDocument/2006/relationships" r:blip="">
      <dgm:adjLst/>
    </dgm:shape>
    <dgm:choose name="Name4">
      <dgm:if name="Name5" func="var" arg="dir" op="equ" val="norm">
        <dgm:choose name="Name6">
          <dgm:if name="Name7"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2963"/>
              <dgm:constr type="t" for="ch" forName="ChildText1" refType="h" fact="0.2722"/>
              <dgm:constr type="w" for="ch" forName="ChildText1" refType="w" fact="0.6534"/>
              <dgm:constr type="h" for="ch" forName="ChildText1" refType="h" fact="0.6682"/>
              <dgm:constr type="l" for="ch" forName="Background" refType="w" fact="0.246"/>
              <dgm:constr type="t" for="ch" forName="Background" refType="h" fact="0.2125"/>
              <dgm:constr type="w" for="ch" forName="Background" refType="w" fact="0.754"/>
              <dgm:constr type="h" for="ch" forName="Background" refType="h" fact="0.7875"/>
              <dgm:constr type="l" for="ch" forName="ParentText1" refType="w" fact="0"/>
              <dgm:constr type="t" for="ch" forName="ParentText1" refType="h" fact="0"/>
              <dgm:constr type="w" for="ch" forName="ParentText1" refType="w" fact="0.234"/>
              <dgm:constr type="h" for="ch" forName="ParentText1" refType="h" fact="0.8713"/>
              <dgm:constr type="l" for="ch" forName="ParentShape1" refType="w" fact="0"/>
              <dgm:constr type="t" for="ch" forName="ParentShape1" refType="h" fact="0"/>
              <dgm:constr type="w" for="ch" forName="ParentShape1" refType="w" fact="0.234"/>
              <dgm:constr type="h" for="ch" forName="ParentShape1" refType="h" fact="0.8713"/>
            </dgm:constrLst>
          </dgm:if>
          <dgm:else name="Name8">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l" for="ch" forName="ChildText1" refType="w" fact="0.15"/>
              <dgm:constr type="t" for="ch" forName="ChildText1" refType="h" fact="0.22"/>
              <dgm:constr type="w" for="ch" forName="ChildText1" refType="w" fact="0.325"/>
              <dgm:constr type="h" for="ch" forName="ChildText1" refType="h" fact="0.56"/>
              <dgm:constr type="l" for="ch" forName="ChildText2" refType="w" fact="0.525"/>
              <dgm:constr type="t" for="ch" forName="ChildText2" refType="h" fact="0.22"/>
              <dgm:constr type="w" for="ch" forName="ChildText2" refType="w" fact="0.325"/>
              <dgm:constr type="h" for="ch" forName="ChildText2" refType="h" fact="0.56"/>
              <dgm:constr type="l" for="ch" forName="Background" refType="w" fact="0.125"/>
              <dgm:constr type="t" for="ch" forName="Background" refType="h" fact="0.17"/>
              <dgm:constr type="w" for="ch" forName="Background" refType="w" fact="0.75"/>
              <dgm:constr type="h" for="ch" forName="Background" refType="h" fact="0.66"/>
              <dgm:constr type="l" for="ch" forName="ParentText1" refType="w" fact="0"/>
              <dgm:constr type="t" for="ch" forName="ParentText1" refType="h" fact="0"/>
              <dgm:constr type="w" for="ch" forName="ParentText1" refType="w" fact="0.125"/>
              <dgm:constr type="h" for="ch" forName="ParentText1" refType="h" fact="0.72"/>
              <dgm:constr type="l" for="ch" forName="ParentShape1" refType="w" fact="0"/>
              <dgm:constr type="t" for="ch" forName="ParentShape1" refType="h" fact="0"/>
              <dgm:constr type="w" for="ch" forName="ParentShape1" refType="w" fact="0.125"/>
              <dgm:constr type="h" for="ch" forName="ParentShape1" refType="h" fact="0.72"/>
              <dgm:constr type="l" for="ch" forName="ParentText2" refType="w" fact="0.875"/>
              <dgm:constr type="t" for="ch" forName="ParentText2" refType="h" fact="0.28"/>
              <dgm:constr type="w" for="ch" forName="ParentText2" refType="w" fact="0.125"/>
              <dgm:constr type="h" for="ch" forName="ParentText2" refType="h" fact="0.72"/>
              <dgm:constr type="l" for="ch" forName="ParentShape2" refType="w" fact="0.875"/>
              <dgm:constr type="t" for="ch" forName="ParentShape2" refType="h" fact="0.28"/>
              <dgm:constr type="w" for="ch" forName="ParentShape2" refType="w" fact="0.125"/>
              <dgm:constr type="h" for="ch" forName="ParentShape2" refType="h" fact="0.72"/>
              <dgm:constr type="l" for="ch" forName="Divider" refType="w" fact="0.5"/>
              <dgm:constr type="t" for="ch" forName="Divider" refType="h" fact="0.24"/>
              <dgm:constr type="w" for="ch" forName="Divider" refType="w" fact="0.0001"/>
              <dgm:constr type="h" for="ch" forName="Divider" refType="h" fact="0.52"/>
            </dgm:constrLst>
          </dgm:else>
        </dgm:choose>
      </dgm:if>
      <dgm:else name="Name9">
        <dgm:choose name="Name10">
          <dgm:if name="Name11" axis="ch" ptType="node" func="cnt" op="lte" val="1">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2455"/>
              <dgm:constr type="t" for="ch" forName="ChildText1" refType="h" fact="0.2651"/>
              <dgm:constr type="w" for="ch" forName="ChildText1" refType="w" fact="0.5351"/>
              <dgm:constr type="h" for="ch" forName="ChildText1" refType="h" fact="0.56"/>
              <dgm:constr type="r" for="ch" forName="Background" refType="w" fact="-0.246"/>
              <dgm:constr type="t" for="ch" forName="Background" refType="h" fact="0.2125"/>
              <dgm:constr type="w" for="ch" forName="Background" refType="w" fact="0.754"/>
              <dgm:constr type="h" for="ch" forName="Background" refType="h" fact="0.7875"/>
              <dgm:constr type="r" for="ch" forName="ParentText1" refType="w" fact="0"/>
              <dgm:constr type="t" for="ch" forName="ParentText1" refType="h" fact="0"/>
              <dgm:constr type="w" for="ch" forName="ParentText1" refType="w" fact="0.234"/>
              <dgm:constr type="h" for="ch" forName="ParentText1" refType="h" fact="0.8713"/>
              <dgm:constr type="r" for="ch" forName="ParentShape1" refType="w" fact="0"/>
              <dgm:constr type="t" for="ch" forName="ParentShape1" refType="h" fact="0"/>
              <dgm:constr type="w" for="ch" forName="ParentShape1" refType="w" fact="0.234"/>
              <dgm:constr type="h" for="ch" forName="ParentShape1" refType="h" fact="0.8713"/>
            </dgm:constrLst>
          </dgm:if>
          <dgm:else name="Name12">
            <dgm:constrLst>
              <dgm:constr type="primFontSz" for="des" forName="ParentText1" op="equ" val="65"/>
              <dgm:constr type="primFontSz" for="des" forName="ParentText2" refType="primFontSz" refFor="des" refForName="ParentText1" op="equ"/>
              <dgm:constr type="primFontSz" for="des" forName="ChildText1" op="equ" val="65"/>
              <dgm:constr type="primFontSz" for="des" forName="ChildText2" refType="primFontSz" refFor="des" refForName="ChildText1" op="equ"/>
              <dgm:constr type="r" for="ch" forName="ChildText1" refType="w" fact="-0.15"/>
              <dgm:constr type="t" for="ch" forName="ChildText1" refType="h" fact="0.22"/>
              <dgm:constr type="w" for="ch" forName="ChildText1" refType="w" fact="0.325"/>
              <dgm:constr type="h" for="ch" forName="ChildText1" refType="h" fact="0.56"/>
              <dgm:constr type="r" for="ch" forName="ChildText2" refType="w" fact="-0.525"/>
              <dgm:constr type="t" for="ch" forName="ChildText2" refType="h" fact="0.22"/>
              <dgm:constr type="w" for="ch" forName="ChildText2" refType="w" fact="0.325"/>
              <dgm:constr type="h" for="ch" forName="ChildText2" refType="h" fact="0.56"/>
              <dgm:constr type="r" for="ch" forName="Background" refType="w" fact="-0.125"/>
              <dgm:constr type="t" for="ch" forName="Background" refType="h" fact="0.17"/>
              <dgm:constr type="w" for="ch" forName="Background" refType="w" fact="0.75"/>
              <dgm:constr type="h" for="ch" forName="Background" refType="h" fact="0.66"/>
              <dgm:constr type="r" for="ch" forName="ParentText1" refType="w" fact="0"/>
              <dgm:constr type="t" for="ch" forName="ParentText1" refType="h" fact="0"/>
              <dgm:constr type="w" for="ch" forName="ParentText1" refType="w" fact="0.125"/>
              <dgm:constr type="h" for="ch" forName="ParentText1" refType="h" fact="0.72"/>
              <dgm:constr type="r" for="ch" forName="ParentShape1" refType="w" fact="0"/>
              <dgm:constr type="t" for="ch" forName="ParentShape1" refType="h" fact="0"/>
              <dgm:constr type="w" for="ch" forName="ParentShape1" refType="w" fact="0.125"/>
              <dgm:constr type="h" for="ch" forName="ParentShape1" refType="h" fact="0.72"/>
              <dgm:constr type="r" for="ch" forName="ParentText2" refType="w" fact="-0.875"/>
              <dgm:constr type="t" for="ch" forName="ParentText2" refType="h" fact="0.28"/>
              <dgm:constr type="w" for="ch" forName="ParentText2" refType="w" fact="0.125"/>
              <dgm:constr type="h" for="ch" forName="ParentText2" refType="h" fact="0.72"/>
              <dgm:constr type="r" for="ch" forName="ParentShape2" refType="w" fact="-0.875"/>
              <dgm:constr type="t" for="ch" forName="ParentShape2" refType="h" fact="0.28"/>
              <dgm:constr type="w" for="ch" forName="ParentShape2" refType="w" fact="0.125"/>
              <dgm:constr type="h" for="ch" forName="ParentShape2" refType="h" fact="0.72"/>
              <dgm:constr type="r" for="ch" forName="Divider" refType="w" fact="-0.5"/>
              <dgm:constr type="t" for="ch" forName="Divider" refType="h" fact="0.24"/>
              <dgm:constr type="w" for="ch" forName="Divider" refType="w" fact="0.0001"/>
              <dgm:constr type="h" for="ch" forName="Divider" refType="h" fact="0.52"/>
            </dgm:constrLst>
          </dgm:else>
        </dgm:choose>
      </dgm:else>
    </dgm:choose>
    <dgm:choose name="Name13">
      <dgm:if name="Name14" axis="ch" ptType="node" func="cnt" op="gte" val="1">
        <dgm:layoutNode name="Background" styleLbl="node1">
          <dgm:alg type="sp"/>
          <dgm:choose name="Name15">
            <dgm:if name="Name16" func="var" arg="dir" op="equ" val="norm">
              <dgm:shape xmlns:r="http://schemas.openxmlformats.org/officeDocument/2006/relationships" type="round2DiagRect" r:blip="">
                <dgm:adjLst>
                  <dgm:adj idx="1" val="0"/>
                  <dgm:adj idx="2" val="0.1667"/>
                </dgm:adjLst>
              </dgm:shape>
            </dgm:if>
            <dgm:else name="Name17">
              <dgm:shape xmlns:r="http://schemas.openxmlformats.org/officeDocument/2006/relationships" type="round2DiagRect" r:blip="">
                <dgm:adjLst>
                  <dgm:adj idx="1" val="0.1667"/>
                  <dgm:adj idx="2" val="0"/>
                </dgm:adjLst>
              </dgm:shape>
            </dgm:else>
          </dgm:choose>
          <dgm:presOf/>
        </dgm:layoutNode>
        <dgm:choose name="Name18">
          <dgm:if name="Name19" axis="ch" ptType="node" func="cnt" op="gte" val="2">
            <dgm:layoutNode name="Divider" styleLbl="callout">
              <dgm:alg type="sp"/>
              <dgm:shape xmlns:r="http://schemas.openxmlformats.org/officeDocument/2006/relationships" type="line" r:blip="">
                <dgm:adjLst/>
              </dgm:shape>
              <dgm:presOf/>
            </dgm:layoutNode>
          </dgm:if>
          <dgm:else name="Name20"/>
        </dgm:choose>
        <dgm:layoutNode name="ChildText1"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21">
          <dgm:if name="Name22" axis="ch" ptType="node" func="cnt" op="gte" val="2">
            <dgm:layoutNode name="ChildText2" styleLbl="revTx">
              <dgm:varLst>
                <dgm:chMax val="0"/>
                <dgm:chPref val="0"/>
                <dgm:bulletEnabled val="1"/>
              </dgm:varLst>
              <dgm:alg type="tx">
                <dgm:param type="parTxLTRAlign" val="l"/>
                <dgm:param type="txAnchorVert" val="t"/>
              </dgm:alg>
              <dgm:shape xmlns:r="http://schemas.openxmlformats.org/officeDocument/2006/relationships" type="rect" r:blip="" hideGeom="1">
                <dgm:adjLst/>
              </dgm:shape>
              <dgm:presOf axis="ch des"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3"/>
        </dgm:choose>
        <dgm:layoutNode name="ParentText1" styleLbl="revTx">
          <dgm:varLst>
            <dgm:chMax val="1"/>
            <dgm:chPref val="1"/>
          </dgm:varLst>
          <dgm:choose name="Name24">
            <dgm:if name="Name25" func="var" arg="dir" op="equ" val="norm">
              <dgm:alg type="tx">
                <dgm:param type="parTxLTRAlign" val="r"/>
                <dgm:param type="shpTxLTRAlignCh" val="r"/>
                <dgm:param type="txAnchorVertCh" val="mid"/>
                <dgm:param type="autoTxRot" val="grav"/>
              </dgm:alg>
            </dgm:if>
            <dgm:else name="Name26">
              <dgm:alg type="tx">
                <dgm:param type="parTxLTRAlign" val="l"/>
                <dgm:param type="shpTxLTRAlignCh" val="r"/>
                <dgm:param type="txAnchorVertCh" val="mid"/>
                <dgm:param type="autoTxRot" val="grav"/>
              </dgm:alg>
            </dgm:else>
          </dgm:choose>
          <dgm:choose name="Name27">
            <dgm:if name="Name28" func="var" arg="dir" op="equ" val="norm">
              <dgm:shape xmlns:r="http://schemas.openxmlformats.org/officeDocument/2006/relationships" rot="-90" type="rightArrow" r:blip="" hideGeom="1">
                <dgm:adjLst>
                  <dgm:adj idx="1" val="0.4983"/>
                  <dgm:adj idx="2" val="0.6066"/>
                </dgm:adjLst>
              </dgm:shape>
            </dgm:if>
            <dgm:else name="Name29">
              <dgm:shape xmlns:r="http://schemas.openxmlformats.org/officeDocument/2006/relationships" rot="90" type="leftArrow" r:blip="" hideGeom="1">
                <dgm:adjLst>
                  <dgm:adj idx="1" val="0.4983"/>
                  <dgm:adj idx="2" val="0.6066"/>
                </dgm:adjLst>
              </dgm:shape>
            </dgm:else>
          </dgm:choose>
          <dgm:presOf axis="ch 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1" styleLbl="alignImgPlace1">
          <dgm:varLst/>
          <dgm:alg type="sp"/>
          <dgm:presOf axis="ch self" ptType="node node" st="1 1" cnt="1 0"/>
          <dgm:choose name="Name30">
            <dgm:if name="Name31" func="var" arg="dir" op="equ" val="norm">
              <dgm:shape xmlns:r="http://schemas.openxmlformats.org/officeDocument/2006/relationships" rot="-90" type="rightArrow" r:blip="">
                <dgm:adjLst>
                  <dgm:adj idx="1" val="0.4983"/>
                  <dgm:adj idx="2" val="0.6066"/>
                </dgm:adjLst>
              </dgm:shape>
            </dgm:if>
            <dgm:else name="Name32">
              <dgm:shape xmlns:r="http://schemas.openxmlformats.org/officeDocument/2006/relationships" rot="90" type="leftArrow" r:blip="">
                <dgm:adjLst>
                  <dgm:adj idx="1" val="0.4983"/>
                  <dgm:adj idx="2" val="0.6066"/>
                </dgm:adjLst>
              </dgm:shape>
            </dgm:else>
          </dgm:choose>
        </dgm:layoutNode>
        <dgm:choose name="Name33">
          <dgm:if name="Name34" axis="ch" ptType="node" func="cnt" op="gte" val="2">
            <dgm:layoutNode name="ParentText2" styleLbl="revTx">
              <dgm:varLst>
                <dgm:chMax val="1"/>
                <dgm:chPref val="1"/>
              </dgm:varLst>
              <dgm:choose name="Name35">
                <dgm:if name="Name36" func="var" arg="dir" op="equ" val="norm">
                  <dgm:alg type="tx">
                    <dgm:param type="parTxLTRAlign" val="r"/>
                    <dgm:param type="shpTxLTRAlignCh" val="r"/>
                    <dgm:param type="txAnchorVertCh" val="mid"/>
                    <dgm:param type="autoTxRot" val="grav"/>
                  </dgm:alg>
                </dgm:if>
                <dgm:else name="Name37">
                  <dgm:alg type="tx">
                    <dgm:param type="parTxLTRAlign" val="l"/>
                    <dgm:param type="shpTxLTRAlignCh" val="r"/>
                    <dgm:param type="txAnchorVertCh" val="mid"/>
                    <dgm:param type="autoTxRot" val="grav"/>
                  </dgm:alg>
                </dgm:else>
              </dgm:choose>
              <dgm:choose name="Name38">
                <dgm:if name="Name39" func="var" arg="dir" op="equ" val="norm">
                  <dgm:shape xmlns:r="http://schemas.openxmlformats.org/officeDocument/2006/relationships" rot="90" type="rightArrow" r:blip="" hideGeom="1">
                    <dgm:adjLst>
                      <dgm:adj idx="1" val="0.4983"/>
                      <dgm:adj idx="2" val="0.6066"/>
                    </dgm:adjLst>
                  </dgm:shape>
                </dgm:if>
                <dgm:else name="Name40">
                  <dgm:shape xmlns:r="http://schemas.openxmlformats.org/officeDocument/2006/relationships" rot="-90" type="leftArrow" r:blip="" hideGeom="1">
                    <dgm:adjLst>
                      <dgm:adj idx="1" val="0.4983"/>
                      <dgm:adj idx="2" val="0.6066"/>
                    </dgm:adjLst>
                  </dgm:shape>
                </dgm:else>
              </dgm:choose>
              <dgm:presOf axis="ch 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Shape2" styleLbl="alignImgPlace1">
              <dgm:varLst/>
              <dgm:alg type="sp"/>
              <dgm:choose name="Name41">
                <dgm:if name="Name42" func="var" arg="dir" op="equ" val="norm">
                  <dgm:shape xmlns:r="http://schemas.openxmlformats.org/officeDocument/2006/relationships" rot="90" type="rightArrow" r:blip="">
                    <dgm:adjLst>
                      <dgm:adj idx="1" val="0.4983"/>
                      <dgm:adj idx="2" val="0.6066"/>
                    </dgm:adjLst>
                  </dgm:shape>
                </dgm:if>
                <dgm:else name="Name43">
                  <dgm:shape xmlns:r="http://schemas.openxmlformats.org/officeDocument/2006/relationships" rot="-90" type="leftArrow" r:blip="">
                    <dgm:adjLst>
                      <dgm:adj idx="1" val="0.4983"/>
                      <dgm:adj idx="2" val="0.6066"/>
                    </dgm:adjLst>
                  </dgm:shape>
                </dgm:else>
              </dgm:choose>
              <dgm:presOf axis="ch self" ptType="node node" st="2 1" cnt="1 0"/>
            </dgm:layoutNode>
          </dgm:if>
          <dgm:else name="Name44"/>
        </dgm:choose>
      </dgm:if>
      <dgm:else name="Name45"/>
    </dgm:choose>
  </dgm:layoutNode>
</dgm:layoutDef>
</file>

<file path=ppt/diagrams/layout1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E7C73AD-5D6A-4EF1-8ABD-1027A96BD195}"/>
              </a:ext>
            </a:extLst>
          </p:cNvPr>
          <p:cNvSpPr>
            <a:spLocks noGrp="1"/>
          </p:cNvSpPr>
          <p:nvPr>
            <p:ph type="hdr" sz="quarter"/>
          </p:nvPr>
        </p:nvSpPr>
        <p:spPr>
          <a:xfrm>
            <a:off x="0" y="0"/>
            <a:ext cx="3076575" cy="511175"/>
          </a:xfrm>
          <a:prstGeom prst="rect">
            <a:avLst/>
          </a:prstGeom>
        </p:spPr>
        <p:txBody>
          <a:bodyPr vert="horz" lIns="99048" tIns="49524" rIns="99048" bIns="49524" rtlCol="0"/>
          <a:lstStyle>
            <a:lvl1pPr algn="l" eaLnBrk="1" fontAlgn="auto" hangingPunct="1">
              <a:spcBef>
                <a:spcPts val="0"/>
              </a:spcBef>
              <a:spcAft>
                <a:spcPts val="0"/>
              </a:spcAft>
              <a:defRPr sz="1300">
                <a:latin typeface="+mn-lt"/>
              </a:defRPr>
            </a:lvl1pPr>
          </a:lstStyle>
          <a:p>
            <a:pPr>
              <a:defRPr/>
            </a:pPr>
            <a:endParaRPr lang="en-AU" dirty="0"/>
          </a:p>
        </p:txBody>
      </p:sp>
      <p:sp>
        <p:nvSpPr>
          <p:cNvPr id="3" name="Date Placeholder 2">
            <a:extLst>
              <a:ext uri="{FF2B5EF4-FFF2-40B4-BE49-F238E27FC236}">
                <a16:creationId xmlns:a16="http://schemas.microsoft.com/office/drawing/2014/main" id="{3782DDA8-FE21-4782-998E-F62439FB4653}"/>
              </a:ext>
            </a:extLst>
          </p:cNvPr>
          <p:cNvSpPr>
            <a:spLocks noGrp="1"/>
          </p:cNvSpPr>
          <p:nvPr>
            <p:ph type="dt" sz="quarter" idx="1"/>
          </p:nvPr>
        </p:nvSpPr>
        <p:spPr>
          <a:xfrm>
            <a:off x="4021138" y="0"/>
            <a:ext cx="3076575" cy="511175"/>
          </a:xfrm>
          <a:prstGeom prst="rect">
            <a:avLst/>
          </a:prstGeom>
        </p:spPr>
        <p:txBody>
          <a:bodyPr vert="horz" lIns="99048" tIns="49524" rIns="99048" bIns="49524" rtlCol="0"/>
          <a:lstStyle>
            <a:lvl1pPr algn="r" eaLnBrk="1" fontAlgn="auto" hangingPunct="1">
              <a:spcBef>
                <a:spcPts val="0"/>
              </a:spcBef>
              <a:spcAft>
                <a:spcPts val="0"/>
              </a:spcAft>
              <a:defRPr sz="1300">
                <a:latin typeface="+mn-lt"/>
              </a:defRPr>
            </a:lvl1pPr>
          </a:lstStyle>
          <a:p>
            <a:pPr>
              <a:defRPr/>
            </a:pPr>
            <a:fld id="{8B39E99E-4BF9-44AC-B599-96EF40F72756}" type="datetimeFigureOut">
              <a:rPr lang="en-AU"/>
              <a:pPr>
                <a:defRPr/>
              </a:pPr>
              <a:t>13/08/2026</a:t>
            </a:fld>
            <a:endParaRPr lang="en-AU" dirty="0"/>
          </a:p>
        </p:txBody>
      </p:sp>
      <p:sp>
        <p:nvSpPr>
          <p:cNvPr id="4" name="Footer Placeholder 3">
            <a:extLst>
              <a:ext uri="{FF2B5EF4-FFF2-40B4-BE49-F238E27FC236}">
                <a16:creationId xmlns:a16="http://schemas.microsoft.com/office/drawing/2014/main" id="{4DC738E2-C0BF-4E8F-BF65-21DF81920A21}"/>
              </a:ext>
            </a:extLst>
          </p:cNvPr>
          <p:cNvSpPr>
            <a:spLocks noGrp="1"/>
          </p:cNvSpPr>
          <p:nvPr>
            <p:ph type="ftr" sz="quarter" idx="2"/>
          </p:nvPr>
        </p:nvSpPr>
        <p:spPr>
          <a:xfrm>
            <a:off x="0" y="9721850"/>
            <a:ext cx="3076575" cy="511175"/>
          </a:xfrm>
          <a:prstGeom prst="rect">
            <a:avLst/>
          </a:prstGeom>
        </p:spPr>
        <p:txBody>
          <a:bodyPr vert="horz" lIns="99048" tIns="49524" rIns="99048" bIns="49524" rtlCol="0" anchor="b"/>
          <a:lstStyle>
            <a:lvl1pPr algn="l" eaLnBrk="1" fontAlgn="auto" hangingPunct="1">
              <a:spcBef>
                <a:spcPts val="0"/>
              </a:spcBef>
              <a:spcAft>
                <a:spcPts val="0"/>
              </a:spcAft>
              <a:defRPr sz="1300">
                <a:latin typeface="+mn-lt"/>
              </a:defRPr>
            </a:lvl1pPr>
          </a:lstStyle>
          <a:p>
            <a:pPr>
              <a:defRPr/>
            </a:pPr>
            <a:endParaRPr lang="en-AU" dirty="0"/>
          </a:p>
        </p:txBody>
      </p:sp>
      <p:sp>
        <p:nvSpPr>
          <p:cNvPr id="5" name="Slide Number Placeholder 4">
            <a:extLst>
              <a:ext uri="{FF2B5EF4-FFF2-40B4-BE49-F238E27FC236}">
                <a16:creationId xmlns:a16="http://schemas.microsoft.com/office/drawing/2014/main" id="{3A24E26E-5EFA-465D-A1BE-60667C602C16}"/>
              </a:ext>
            </a:extLst>
          </p:cNvPr>
          <p:cNvSpPr>
            <a:spLocks noGrp="1"/>
          </p:cNvSpPr>
          <p:nvPr>
            <p:ph type="sldNum" sz="quarter" idx="3"/>
          </p:nvPr>
        </p:nvSpPr>
        <p:spPr>
          <a:xfrm>
            <a:off x="4021138" y="9721850"/>
            <a:ext cx="3076575" cy="511175"/>
          </a:xfrm>
          <a:prstGeom prst="rect">
            <a:avLst/>
          </a:prstGeom>
        </p:spPr>
        <p:txBody>
          <a:bodyPr vert="horz" wrap="square" lIns="99048" tIns="49524" rIns="99048" bIns="49524" numCol="1" anchor="b"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fld id="{AEABB8FB-F8C6-48DC-921A-7D6317D5AADA}" type="slidenum">
              <a:rPr lang="en-AU" altLang="en-US"/>
              <a:pPr>
                <a:defRPr/>
              </a:pPr>
              <a:t>‹#›</a:t>
            </a:fld>
            <a:endParaRPr lang="en-AU" alt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2:59.539"/>
    </inkml:context>
    <inkml:brush xml:id="br0">
      <inkml:brushProperty name="width" value="0.1" units="cm"/>
      <inkml:brushProperty name="height" value="0.1" units="cm"/>
      <inkml:brushProperty name="ignorePressure" value="1"/>
    </inkml:brush>
  </inkml:definitions>
  <inkml:trace contextRef="#ctx0" brushRef="#br0">11 11 0 0,'-11'-11'0'0,"252"252"0"0,9725 9725 0 0,-9246-9246 0 0,-707-707 0 0,1 1 0 0,-1-1 0 0,-1-1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05.07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48.367"/>
    </inkml:context>
    <inkml:brush xml:id="br0">
      <inkml:brushProperty name="width" value="0.035" units="cm"/>
      <inkml:brushProperty name="height" value="0.035" units="cm"/>
      <inkml:brushProperty name="ignorePressure" value="1"/>
    </inkml:brush>
  </inkml:definitions>
  <inkml:trace contextRef="#ctx0" brushRef="#br0">1 0 0 0,'19'0'0'0,"0"0"0"0,37 0 0 0,-3 0 0 0,5878 0 0 0,-5862 0 0 0,-51 0 0 0,2 0 0 0,-1 0 0 0,0 0 0 0,-1 0 0 0,0 0 0 0,-1 0 0 0,0 0 0 0,4 0 0 0,52 0 0 0,-37 0 0 0,0 0 0 0,-1 0 0 0,-2 0 0 0,15 0 0 0,-31 0 0 0,-2 0 0 0,59 0 0 0,-41 0 0 0,-17 0 0 0,-1 0 0 0,2 0 0 0,-2 0 0 0,0 0 0 0,-2 0 0 0,-16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0.542"/>
    </inkml:context>
    <inkml:brush xml:id="br0">
      <inkml:brushProperty name="width" value="0.035" units="cm"/>
      <inkml:brushProperty name="height" value="0.035" units="cm"/>
      <inkml:brushProperty name="ignorePressure" value="1"/>
    </inkml:brush>
  </inkml:definitions>
  <inkml:trace contextRef="#ctx0" brushRef="#br0">0 39 0 0,'0'0'0'0,"0"-28"0"0,0 17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1.946"/>
    </inkml:context>
    <inkml:brush xml:id="br0">
      <inkml:brushProperty name="width" value="0.035" units="cm"/>
      <inkml:brushProperty name="height" value="0.035" units="cm"/>
      <inkml:brushProperty name="ignorePressure" value="1"/>
    </inkml:brush>
  </inkml:definitions>
  <inkml:trace contextRef="#ctx0" brushRef="#br0">0 7 0 0,'0'-2'0'0,"0"-2"0"0,0 3 0 0,0 34 0 0,0 8 0 0,0 23 0 0,0 2512 0 0,0-2493 0 0,0-47 0 0,0 30 0 0,0 36 0 0,0 70 0 0,0 43 0 0,0-160 0 0,0-2 0 0,0 1031 0 0,0-636 0 0,0-398 0 0,0-19 0 0,0 18 0 0,0-19 0 0,0 44 0 0,0-59 0 0,0 1 0 0,0-2 0 0,0 0 0 0,0 1 0 0,0 0 0 0,0 0 0 0,0 0 0 0,0 0 0 0,0 0 0 0,0-1 0 0,0 1 0 0,0-2 0 0,0 0 0 0,0 0 0 0,0 0 0 0,0 1 0 0,0-1 0 0,0 1 0 0,0 0 0 0,0 1 0 0,0 1 0 0,0-6 0 0,0-11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24.175"/>
    </inkml:context>
    <inkml:brush xml:id="br0">
      <inkml:brushProperty name="width" value="0.035" units="cm"/>
      <inkml:brushProperty name="height" value="0.035" units="cm"/>
      <inkml:brushProperty name="color" value="#FFFFFF"/>
    </inkml:brush>
  </inkml:definitions>
  <inkml:trace contextRef="#ctx0" brushRef="#br0">453 99 3679 0 0,'0'0'2946'0'0,"-8"-3"247"0"0,5 2-2957 0 0,0-1-1 0 0,0 1 1 0 0,1-1 0 0 0,-1 0-1 0 0,1 0 1 0 0,-1 0 0 0 0,1-1-1 0 0,0 1 1 0 0,0-1 0 0 0,0 1 0 0 0,0-1-1 0 0,0 0 1 0 0,0 1 0 0 0,-1-6-1 0 0,-7-7 555 0 0,-15-15 2236 0 0,24 30-2589 0 0,-12-8 776 0 0,-5 7-495 0 0,-4-2-106 0 0,21 3-572 0 0,-1 0 1 0 0,1 0-1 0 0,-1-1 1 0 0,1 1-1 0 0,-1 0 1 0 0,0 1-1 0 0,1-1 1 0 0,-1 0-1 0 0,1 0 1 0 0,-1 1-1 0 0,1-1 1 0 0,0 1-1 0 0,-1-1 1 0 0,1 1-1 0 0,-1-1 1 0 0,1 1-1 0 0,-2 1 1 0 0,-25 19 452 0 0,19-13-306 0 0,-7 6 55 0 0,1 1 0 0 0,1 0 0 0 0,0 1 0 0 0,1 1-1 0 0,0 0 1 0 0,2 1 0 0 0,0 0 0 0 0,-15 37 0 0 0,-36 106 519 0 0,50-125-562 0 0,0 0 16 0 0,2 1-1 0 0,2 0 1 0 0,1 0 0 0 0,2 1-1 0 0,0 67 1 0 0,5-91-152 0 0,1 1-1 0 0,1-1 1 0 0,0 0 0 0 0,1 1-1 0 0,9 24 1 0 0,-9-30-52 0 0,1 0-1 0 0,0-1 1 0 0,0 1 0 0 0,1-1-1 0 0,0 0 1 0 0,0 0 0 0 0,1-1-1 0 0,0 1 1 0 0,13 11 0 0 0,-12-14 27 0 0,-1-1-1 0 0,1 1 1 0 0,0-2 0 0 0,1 1 0 0 0,-1-1-1 0 0,1 0 1 0 0,-1 0 0 0 0,1-1 0 0 0,0 0 0 0 0,0 0-1 0 0,0-1 1 0 0,0 0 0 0 0,0-1 0 0 0,0 0-1 0 0,0 0 1 0 0,10-2 0 0 0,-4 1-2 0 0,1-2 0 0 0,-1 0 0 0 0,0-1 0 0 0,0 0-1 0 0,0-1 1 0 0,-1 0 0 0 0,1-2 0 0 0,15-9 0 0 0,-17 8 35 0 0,-1-1-1 0 0,12-11 1 0 0,-2 1 45 0 0,26-29 24 0 0,-5 5-16 0 0,-26 26-76 0 0,-1 0 0 0 0,-1-1 0 0 0,-1-1 0 0 0,-1 0 0 0 0,18-37 0 0 0,-22 39-16 0 0,0-1-1 0 0,-1 0 1 0 0,-2 0 0 0 0,1 0-1 0 0,-2-1 1 0 0,2-19 0 0 0,-4 22-2 0 0,-1 0 0 0 0,0 0 0 0 0,-1 0-1 0 0,-1 0 1 0 0,-1 0 0 0 0,0 0 0 0 0,-7-23 0 0 0,2 20 5 0 0,0 1 0 0 0,-1 0 0 0 0,-1 0 0 0 0,0 1 0 0 0,-2 1 0 0 0,0-1 0 0 0,-16-18 0 0 0,21 30-28 0 0,0 1 0 0 0,0-1 0 0 0,0 1 0 0 0,-1 0-1 0 0,1 0 1 0 0,-1 1 0 0 0,0 0 0 0 0,0 0-1 0 0,0 1 1 0 0,-12-3 0 0 0,7 3-7 0 0,10 2 0 0 0,0-1 0 0 0,0 1 0 0 0,0 0 0 0 0,0-1 0 0 0,0 0 0 0 0,0 1 0 0 0,0-1 0 0 0,0 0 0 0 0,0 0 0 0 0,-2-2 0 0 0,-4 1 0 0 0,6 3 2 0 0,0 1-4 0 0,-7 1-123 0 0,-3-4-441 0 0,9 2-3087 0 0,-1 6 2045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26.965"/>
    </inkml:context>
    <inkml:brush xml:id="br0">
      <inkml:brushProperty name="width" value="0.035" units="cm"/>
      <inkml:brushProperty name="height" value="0.035" units="cm"/>
      <inkml:brushProperty name="color" value="#FFFFFF"/>
    </inkml:brush>
  </inkml:definitions>
  <inkml:trace contextRef="#ctx0" brushRef="#br0">399 172 15431 0 0,'1'0'33'0'0,"0"-1"0"0"0,-1 1 1 0 0,1-1-1 0 0,0 1 0 0 0,-1-1 0 0 0,1 1 0 0 0,-1-1 0 0 0,1 0 0 0 0,-1 1 0 0 0,1-1 0 0 0,-1 0 0 0 0,0 1 0 0 0,1-1 1 0 0,-1 0-1 0 0,0 1 0 0 0,1-1 0 0 0,-1 0 0 0 0,0 0 0 0 0,0 1 0 0 0,0-1 0 0 0,0 0 0 0 0,0 0 0 0 0,0 0 1 0 0,0 1-1 0 0,0-1 0 0 0,0 0 0 0 0,0-1 0 0 0,-2 0 50 0 0,1-1 1 0 0,0 1-1 0 0,-1 0 0 0 0,0 0 1 0 0,1 0-1 0 0,-1 1 1 0 0,-3-4-1 0 0,-5-5-31 0 0,-2-2-306 0 0,0-2 1 0 0,1 0 0 0 0,1 0 0 0 0,0 0 0 0 0,1-1 0 0 0,-9-23 0 0 0,17 36 551 0 0,-5 25-524 0 0,4-7 144 0 0,-70 216 316 0 0,-5 23 264 0 0,-51 414 858 0 0,121-604-1026 0 0,1 100 0 0 0,7-125-62 0 0,3-1-1 0 0,1 1 0 0 0,18 69 1 0 0,-18-92-193 0 0,2 1 1 0 0,0-2 0 0 0,1 1 0 0 0,0-1-1 0 0,1 0 1 0 0,1-1 0 0 0,1 0 0 0 0,0 0-1 0 0,1-1 1 0 0,0-1 0 0 0,1 0 0 0 0,0 0-1 0 0,1-2 1 0 0,1 1 0 0 0,0-2 0 0 0,0 0-1 0 0,1-1 1 0 0,1-1 0 0 0,-1 0 0 0 0,1-1-1 0 0,0-1 1 0 0,1 0 0 0 0,-1-2 0 0 0,1 0-1 0 0,0 0 1 0 0,1-2 0 0 0,-1-1 0 0 0,0 0-1 0 0,0-1 1 0 0,1-1 0 0 0,34-6 0 0 0,-31 2 16 0 0,-1-1 0 0 0,1-1 1 0 0,-1-1-1 0 0,0-1 1 0 0,33-20-1 0 0,90-70 545 0 0,-143 98-630 0 0,39-31 253 0 0,-1-2 1 0 0,-2-2-1 0 0,-1-1 0 0 0,-3-2 1 0 0,0-1-1 0 0,-3-1 0 0 0,42-76 1 0 0,-30 36 123 0 0,-4-2 0 0 0,-3-2 1 0 0,34-129-1 0 0,-50 144-189 0 0,-4-1-1 0 0,9-98 1 0 0,-21 129-104 0 0,-1 0 1 0 0,-3 0-1 0 0,-1 0 0 0 0,-2 0 1 0 0,-18-74-1 0 0,16 93-39 0 0,0 2 0 0 0,-1-1 0 0 0,-2 1 0 0 0,0 0 0 0 0,0 1-1 0 0,-2 0 1 0 0,0 0 0 0 0,-20-22 0 0 0,24 32-18 0 0,0 0-1 0 0,-1 1 1 0 0,0 0-1 0 0,0 0 1 0 0,0 1-1 0 0,-1 0 1 0 0,0 1-1 0 0,-1 0 1 0 0,1 0-1 0 0,-1 1 1 0 0,0 0-1 0 0,0 0 1 0 0,0 1-1 0 0,0 1 1 0 0,0 0-1 0 0,-1 0 1 0 0,1 1 0 0 0,-15 0-1 0 0,0 2 17 0 0,1 1 0 0 0,0 1 0 0 0,0 2 0 0 0,-45 13-1 0 0,54-13-243 0 0,0 1 1 0 0,0 1-1 0 0,1 0 0 0 0,0 0 0 0 0,0 2 0 0 0,1 0 0 0 0,0 0 0 0 0,-16 15 0 0 0,27-22-1302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42.075"/>
    </inkml:context>
    <inkml:brush xml:id="br0">
      <inkml:brushProperty name="width" value="0.035" units="cm"/>
      <inkml:brushProperty name="height" value="0.035" units="cm"/>
      <inkml:brushProperty name="color" value="#FFFFFF"/>
    </inkml:brush>
  </inkml:definitions>
  <inkml:trace contextRef="#ctx0" brushRef="#br0">75 56 6447 0 0,'-36'-28'576'0'0,"-3"0"-464"0"0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7.450"/>
    </inkml:context>
    <inkml:brush xml:id="br0">
      <inkml:brushProperty name="width" value="0.05" units="cm"/>
      <inkml:brushProperty name="height" value="0.05" units="cm"/>
    </inkml:brush>
  </inkml:definitions>
  <inkml:trace contextRef="#ctx0" brushRef="#br0">342 90 7775 0 0,'0'0'592'0'0,"-1"1"-412"0"0,0-1-176 0 0,1 0-1 0 0,0 0 1 0 0,0 0-1 0 0,0 0 1 0 0,-1 1-1 0 0,1-1 1 0 0,0 0-1 0 0,0 0 1 0 0,-1 0-1 0 0,1 0 1 0 0,0 0-1 0 0,0 0 1 0 0,0 0-1 0 0,-1 0 1 0 0,1 0-1 0 0,0 0 1 0 0,0 0-1 0 0,-1 0 1 0 0,1 0-1 0 0,0 0 1 0 0,0 0-1 0 0,0 0 1 0 0,-1 0-1 0 0,1 0 1 0 0,0-1-1 0 0,0 1 1 0 0,-1 0-1 0 0,1 0 1 0 0,0 0-1 0 0,0 0 1 0 0,0 0-1 0 0,0-1 1 0 0,-1 1-1 0 0,1 0 1 0 0,0 0-1 0 0,0 0 1 0 0,0 0-1 0 0,0-1 0 0 0,0 1 1 0 0,-1 0-1 0 0,1 0 1 0 0,0 0-1 0 0,0-1 1 0 0,0 1-1 0 0,0 0 1 0 0,0-1-1 0 0,-3-11 532 0 0,3-3 735 0 0,1 11-607 0 0,-1 0 0 0 0,0 0 0 0 0,-1 0 1 0 0,1 0-1 0 0,-1 0 0 0 0,1 0 1 0 0,-3-5-1 0 0,2 8-286 0 0,1 0-305 0 0,0-1 0 0 0,-1 1-1 0 0,1 0 1 0 0,0 0-1 0 0,-1 0 1 0 0,0 0 0 0 0,1 0-1 0 0,-1 0 1 0 0,1 0 0 0 0,-1 0-1 0 0,0 1 1 0 0,0-1 0 0 0,1 0-1 0 0,-1 0 1 0 0,0 0 0 0 0,0 1-1 0 0,0-1 1 0 0,0 0-1 0 0,0 1 1 0 0,0-1 0 0 0,0 1-1 0 0,0 0 1 0 0,0-1 0 0 0,0 1-1 0 0,0 0 1 0 0,-1-1 0 0 0,1 1-1 0 0,0 0 1 0 0,-1 0 0 0 0,-4 2 141 0 0,0 0 1 0 0,0 0 0 0 0,1 1 0 0 0,-1-1-1 0 0,1 1 1 0 0,0 1 0 0 0,0-1 0 0 0,-8 8 0 0 0,-5 4 161 0 0,12-11-260 0 0,1 1-1 0 0,0-1 1 0 0,0 1-1 0 0,0 1 1 0 0,-7 9-1 0 0,-9 14 268 0 0,-6 10 27 0 0,3 5-24 0 0,2 2 0 0 0,3 0 0 0 0,-21 69 0 0 0,31-80-143 0 0,1 1 0 0 0,2 1 0 0 0,1-1 1 0 0,2 1-1 0 0,2 51 0 0 0,2-69-138 0 0,1 1 0 0 0,2-1 0 0 0,0 1 0 0 0,1-1-1 0 0,0 0 1 0 0,2-1 0 0 0,13 28 0 0 0,-13-32-57 0 0,1-1 1 0 0,0 0-1 0 0,1-1 0 0 0,0 0 1 0 0,1 0-1 0 0,0-1 1 0 0,1 0-1 0 0,0-1 0 0 0,1 0 1 0 0,16 11-1 0 0,-24-19-27 0 0,1 1-1 0 0,-1-1 0 0 0,1 0 1 0 0,0 0-1 0 0,0 0 1 0 0,0-1-1 0 0,0 1 1 0 0,0-1-1 0 0,0 0 0 0 0,0-1 1 0 0,0 1-1 0 0,0-1 1 0 0,6-1-1 0 0,-4 1 5 0 0,0-2 0 0 0,-1 1 0 0 0,1-1 0 0 0,0 0 0 0 0,-1 0 0 0 0,1-1 0 0 0,-1 0 0 0 0,0 0 0 0 0,7-5 0 0 0,11-9 110 0 0,-1 0 0 0 0,-1-1 0 0 0,-1-2 0 0 0,32-35 0 0 0,-22 15 212 0 0,49-77-1 0 0,-68 95-322 0 0,-1-1-1 0 0,-2 1 0 0 0,0-2 0 0 0,-1 1 0 0 0,-1-1 0 0 0,-1 0 0 0 0,-2-1 1 0 0,0 1-1 0 0,-2-1 0 0 0,0 0 0 0 0,-2 0 0 0 0,0 1 0 0 0,-2-1 0 0 0,-1 0 1 0 0,-1 1-1 0 0,-1-1 0 0 0,-14-40 0 0 0,15 55-10 0 0,0 0 1 0 0,0 1-1 0 0,-1-1 1 0 0,-1 1-1 0 0,1 0 0 0 0,-1 0 1 0 0,-1 1-1 0 0,0 0 0 0 0,0 0 1 0 0,0 1-1 0 0,-1 0 1 0 0,0 0-1 0 0,-1 0 0 0 0,1 1 1 0 0,-1 1-1 0 0,-1-1 0 0 0,1 2 1 0 0,-1-1-1 0 0,1 1 1 0 0,-1 1-1 0 0,-1-1 0 0 0,1 2 1 0 0,0-1-1 0 0,-15 0 0 0 0,8 1 4 0 0,1 1-1 0 0,-18 2 0 0 0,29-1-13 0 0,0 1 1 0 0,0 0 0 0 0,0 0-1 0 0,0 0 1 0 0,0 1 0 0 0,0-1-1 0 0,0 1 1 0 0,0 0 0 0 0,1 1-1 0 0,-9 5 1 0 0,8-5-3 0 0,1 0 0 0 0,0 1 0 0 0,0-1 0 0 0,1 1 0 0 0,-1 0 0 0 0,1 0 0 0 0,0 0 0 0 0,0 1 0 0 0,0-1 0 0 0,0 1 0 0 0,1-1 0 0 0,0 1 0 0 0,0 0 0 0 0,0 0 0 0 0,1 0 0 0 0,-1 0 0 0 0,0 7 0 0 0,-1 9 59 0 0,1 0 0 0 0,0-1 1 0 0,2 1-1 0 0,0 0 0 0 0,1 0 0 0 0,2 0 0 0 0,4 21 0 0 0,0-12 47 0 0,2-1 0 0 0,0 0 0 0 0,2 0 0 0 0,17 30 0 0 0,-17-39 3 0 0,1 0 1 0 0,1-1 0 0 0,22 24 0 0 0,51 47 109 0 0,-64-69-228 0 0,7 8 161 0 0,55 59 319 0 0,-64-68-234 0 0,-19-19-185 0 0,4-7-4730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7.860"/>
    </inkml:context>
    <inkml:brush xml:id="br0">
      <inkml:brushProperty name="width" value="0.05" units="cm"/>
      <inkml:brushProperty name="height" value="0.05" units="cm"/>
    </inkml:brush>
  </inkml:definitions>
  <inkml:trace contextRef="#ctx0" brushRef="#br0">284 39 18455 0 0,'0'0'422'0'0,"-1"-15"1008"0"0,0 14-1422 0 0,1 0 0 0 0,-1-1-1 0 0,0 1 1 0 0,1 0-1 0 0,-1-1 1 0 0,0 1 0 0 0,0 0-1 0 0,0 0 1 0 0,0 0 0 0 0,0 0-1 0 0,0 0 1 0 0,0 0 0 0 0,0 0-1 0 0,0 0 1 0 0,0 0 0 0 0,0 0-1 0 0,-1 1 1 0 0,1-1 0 0 0,0 1-1 0 0,-1-1 1 0 0,1 1 0 0 0,-1-1-1 0 0,1 1 1 0 0,0-1 0 0 0,-1 1-1 0 0,1 0 1 0 0,-1 0 0 0 0,1 0-1 0 0,-1 0 1 0 0,-1 0 0 0 0,1 0 32 0 0,-2 1 54 0 0,0 0 0 0 0,1-1 1 0 0,-1 1-1 0 0,0 0 1 0 0,1 1-1 0 0,-1-1 1 0 0,1 1-1 0 0,-1 0 1 0 0,1 0-1 0 0,0 0 1 0 0,-1 0-1 0 0,1 0 1 0 0,0 1-1 0 0,1-1 1 0 0,-1 1-1 0 0,-4 6 1 0 0,-2 1 267 0 0,2 0 0 0 0,-1 1 0 0 0,-9 20 0 0 0,13-24-317 0 0,0 1 1 0 0,1-1-1 0 0,0 1 0 0 0,1 0 1 0 0,-3 13-1 0 0,5-18-28 0 0,-1 1 0 0 0,1-1 0 0 0,0 0 0 0 0,0 0-1 0 0,1 0 1 0 0,-1 1 0 0 0,1-1 0 0 0,-1 0 0 0 0,1 0 0 0 0,0 0-1 0 0,0 0 1 0 0,0 0 0 0 0,1 0 0 0 0,-1 0 0 0 0,1 0 0 0 0,-1 0-1 0 0,1-1 1 0 0,3 4 0 0 0,13 20 153 0 0,-12-18-93 0 0,-1 0-1 0 0,13 13 1 0 0,-10-11 56 0 0,1 0-1 0 0,-1 0 0 0 0,-1 1 1 0 0,0 0-1 0 0,0 1 1 0 0,-1 0-1 0 0,0 0 0 0 0,-2 0 1 0 0,1 0-1 0 0,-1 1 1 0 0,-1 0-1 0 0,0 0 1 0 0,-1 0-1 0 0,0 0 0 0 0,-1 0 1 0 0,-1 0-1 0 0,0 1 1 0 0,-3 22-1 0 0,2-29-7 0 0,0-3-35 0 0,1 0 1 0 0,-1-1-1 0 0,0 1 1 0 0,0 0-1 0 0,0-1 1 0 0,0 1-1 0 0,-1-1 1 0 0,0 1-1 0 0,1-1 1 0 0,-1 0-1 0 0,-3 5 1 0 0,-5 5 310 0 0,9-11-352 0 0,0 0 0 0 0,-1 0 1 0 0,1 0-1 0 0,0-1 0 0 0,-1 1 0 0 0,1 0 1 0 0,-1-1-1 0 0,1 1 0 0 0,-1-1 0 0 0,0 0 1 0 0,1 1-1 0 0,-4 0 0 0 0,-8 6 192 0 0,11-6-193 0 0,-1-1-1 0 0,1 1 1 0 0,0-1 0 0 0,-1 0-1 0 0,1 0 1 0 0,-1 0 0 0 0,1 0 0 0 0,-1 0-1 0 0,0 0 1 0 0,1-1 0 0 0,-6 1-1 0 0,-23 2 302 0 0,27-2-331 0 0,0 0 0 0 0,0 0 0 0 0,-1-1 0 0 0,1 0 0 0 0,0 0 0 0 0,0 0 0 0 0,0 0 0 0 0,-1-1 0 0 0,1 1 0 0 0,0-1 0 0 0,0 0 0 0 0,-6-3 0 0 0,3 2-32 0 0,1-2-1 0 0,-1 1 1 0 0,1-1 0 0 0,0 0 0 0 0,0 0-1 0 0,-9-9 1 0 0,13 11-191 0 0,0 0-1 0 0,0-1 1 0 0,0 1 0 0 0,0-1-1 0 0,1 1 1 0 0,-1-1-1 0 0,1 0 1 0 0,-1 0 0 0 0,1 0-1 0 0,0 0 1 0 0,0 0-1 0 0,1 0 1 0 0,-1 0-1 0 0,1 0 1 0 0,-1 0 0 0 0,1 0-1 0 0,0 0 1 0 0,0-4-1 0 0,3-11-1995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8.175"/>
    </inkml:context>
    <inkml:brush xml:id="br0">
      <inkml:brushProperty name="width" value="0.05" units="cm"/>
      <inkml:brushProperty name="height" value="0.05" units="cm"/>
    </inkml:brush>
  </inkml:definitions>
  <inkml:trace contextRef="#ctx0" brushRef="#br0">1 4 13359 0 0,'1'0'7451'0'0,"41"-4"-2848"0"0,25 5-2813 0 0,-17 1-1658 0 0,-48-3-813 0 0,0 1 0 0 0,0 0 0 0 0,1 0 0 0 0,-1 0 0 0 0,0 0 0 0 0,0 0 0 0 0,0 0 0 0 0,0 1 0 0 0,0-1 0 0 0,0 1 0 0 0,3 1-1 0 0,-1 0-1843 0 0,5 2-3481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8:58.335"/>
    </inkml:context>
    <inkml:brush xml:id="br0">
      <inkml:brushProperty name="width" value="0.05" units="cm"/>
      <inkml:brushProperty name="height" value="0.05" units="cm"/>
    </inkml:brush>
  </inkml:definitions>
  <inkml:trace contextRef="#ctx0" brushRef="#br0">6 21 19695 0 0,'-5'-13'2136'0'0,"11"22"-400"0"0,6-11-776 0 0,-3 2 0 0 0,3 3-496 0 0,-1 0-96 0 0,0 1-16 0 0,4-6-8 0 0,1-3-280 0 0,-1-3-64 0 0,-1 3-7392 0 0,3 0-1224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0.025"/>
    </inkml:context>
    <inkml:brush xml:id="br0">
      <inkml:brushProperty name="width" value="0.05" units="cm"/>
      <inkml:brushProperty name="height" value="0.05" units="cm"/>
    </inkml:brush>
  </inkml:definitions>
  <inkml:trace contextRef="#ctx0" brushRef="#br0">321 338 1839 0 0,'4'0'134'0'0,"-4"0"-105"0"0,1 0 1 0 0,-1 0 0 0 0,1 0-1 0 0,-1 0 1 0 0,1 0 0 0 0,-1 1-1 0 0,1-1 1 0 0,-1-1-1 0 0,1 1 1 0 0,-1 0 0 0 0,1 0-1 0 0,-1 0 1 0 0,1 0 0 0 0,-1 0-1 0 0,1 0 1 0 0,-1 0 0 0 0,1-1-1 0 0,-1 1 1 0 0,1 0-1 0 0,-1 0 1 0 0,0-1 0 0 0,1 1-1 0 0,-1 0 1 0 0,1-1 0 0 0,-1 0-1 0 0,1-12 4241 0 0,-2-3-57 0 0,7-62 1907 0 0,-3 55-5559 0 0,1-39 0 0 0,-4 54-456 0 0,-1 0 0 0 0,0 0 1 0 0,0 0-1 0 0,-1 0 0 0 0,0 0 0 0 0,0 1 1 0 0,-1-1-1 0 0,-6-12 0 0 0,6 16 49 0 0,0-1 0 0 0,0 1 0 0 0,0 0-1 0 0,-1 0 1 0 0,0 1 0 0 0,0-1 0 0 0,0 1-1 0 0,0 0 1 0 0,0 0 0 0 0,-1 0 0 0 0,1 0-1 0 0,-1 1 1 0 0,0 0 0 0 0,0 0 0 0 0,1 0-1 0 0,-2 0 1 0 0,1 1 0 0 0,0 0 0 0 0,0 0 0 0 0,-9 0-1 0 0,6 0-54 0 0,-1 1 1 0 0,0 0-1 0 0,0 0 0 0 0,0 1 0 0 0,0 0 0 0 0,0 0 0 0 0,0 1 0 0 0,1 1 0 0 0,-1-1 1 0 0,1 1-1 0 0,-12 6 0 0 0,10-3 50 0 0,0 0 1 0 0,1 1-1 0 0,-1 0 0 0 0,1 1 1 0 0,1 0-1 0 0,-13 13 1 0 0,17-15-113 0 0,0-1 1 0 0,0 1-1 0 0,1 0 1 0 0,-1 0 0 0 0,1 0-1 0 0,0 1 1 0 0,1-1-1 0 0,0 1 1 0 0,0-1 0 0 0,0 1-1 0 0,1 0 1 0 0,-1 9-1 0 0,2-11 43 0 0,0 1-1 0 0,0 0 0 0 0,1-1 0 0 0,0 1 0 0 0,0 0 0 0 0,0-1 0 0 0,1 1 0 0 0,0-1 0 0 0,0 0 0 0 0,0 1 0 0 0,4 5 1 0 0,4 5-31 0 0,1 0 1 0 0,13 14 0 0 0,-11-15-27 0 0,37 50 797 0 0,27 33-444 0 0,-59-77-194 0 0,2-1 0 0 0,29 25 0 0 0,-38-36-114 0 0,-1-1-1 0 0,0 2 0 0 0,0-1 1 0 0,-1 2-1 0 0,0-1 0 0 0,-1 1 1 0 0,0 0-1 0 0,-1 1 0 0 0,0 0 1 0 0,-1 0-1 0 0,-1 0 0 0 0,0 1 1 0 0,6 20-1 0 0,-10-28-57 0 0,-1 0 0 0 0,0 1 0 0 0,0-1 0 0 0,0 1 0 0 0,0-1 0 0 0,-1 0 0 0 0,0 1 0 0 0,0-1 0 0 0,0 0 0 0 0,-1 0 0 0 0,0 1 0 0 0,0-1 0 0 0,0-1 0 0 0,-1 1 0 0 0,1 0 1 0 0,-4 4-1 0 0,-1 0 65 0 0,1-1 1 0 0,-1 1 0 0 0,0-2 0 0 0,-1 1 0 0 0,0-1 0 0 0,0 0 0 0 0,-11 7-1 0 0,8-8-32 0 0,-1-1 0 0 0,1 0-1 0 0,-1-1 1 0 0,0 0 0 0 0,0-1 0 0 0,-16 2-1 0 0,21-4-13 0 0,1 0 2 0 0,1 0-1 0 0,0-1 0 0 0,-1 0 0 0 0,1 0 0 0 0,0-1 0 0 0,0 1 1 0 0,-1-1-1 0 0,1 0 0 0 0,0 0 0 0 0,0-1 0 0 0,0 0 1 0 0,0 0-1 0 0,0 0 0 0 0,0 0 0 0 0,1-1 0 0 0,-1 0 1 0 0,1 0-1 0 0,0 0 0 0 0,0 0 0 0 0,0-1 0 0 0,0 1 0 0 0,0-1 1 0 0,1 0-1 0 0,-1 0 0 0 0,1-1 0 0 0,0 1 0 0 0,1-1 1 0 0,-1 1-1 0 0,1-1 0 0 0,0 0 0 0 0,0 0 0 0 0,0 0 0 0 0,1 0 1 0 0,0 0-1 0 0,-1-8 0 0 0,0-2 6 0 0,2-1-1 0 0,0 1 1 0 0,1 0 0 0 0,0-1 0 0 0,1 1-1 0 0,1 0 1 0 0,0 0 0 0 0,1 0-1 0 0,1 1 1 0 0,0-1 0 0 0,10-17-1 0 0,0 2 17 0 0,2 2 0 0 0,0 0 0 0 0,2 1 0 0 0,28-31 0 0 0,-32 42-177 0 0,1 0 1 0 0,1 1-1 0 0,1 0 1 0 0,23-15-1 0 0,35-27-4793 0 0,-56 44 3307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0.752"/>
    </inkml:context>
    <inkml:brush xml:id="br0">
      <inkml:brushProperty name="width" value="0.05" units="cm"/>
      <inkml:brushProperty name="height" value="0.05" units="cm"/>
    </inkml:brush>
  </inkml:definitions>
  <inkml:trace contextRef="#ctx0" brushRef="#br0">62 115 16471 0 0,'0'0'5214'0'0,"0"2"-4813"0"0,3 8 199 0 0,0 1 0 0 0,-1 0 0 0 0,-1 0 0 0 0,0 0 1 0 0,0 17-1 0 0,-7 59 818 0 0,1-33-688 0 0,-2 286 727 0 0,7-300-1366 0 0,-5 60 122 0 0,4-92-191 0 0,1-6 159 0 0,-2-4-168 0 0,1 0 0 0 0,0 1-1 0 0,0-1 1 0 0,0 0 0 0 0,0 0 0 0 0,0 0 0 0 0,0-1-1 0 0,0 1 1 0 0,0-3 0 0 0,-9-42 16 0 0,2 0 0 0 0,-4-76 0 0 0,9 78-44 0 0,0 3 15 0 0,2 1 0 0 0,1-1 0 0 0,2 0 0 0 0,3 1 0 0 0,1-1 0 0 0,1 1 0 0 0,16-46 0 0 0,6 12 43 0 0,-25 66-28 0 0,1 0 1 0 0,0 0-1 0 0,0 1 1 0 0,1-1 0 0 0,13-13-1 0 0,-16 20-14 0 0,-1-1 0 0 0,1 1 0 0 0,0 0 0 0 0,0 0 0 0 0,0 0 1 0 0,0 0-1 0 0,0 0 0 0 0,0 1 0 0 0,1-1 0 0 0,-1 1 0 0 0,0 0 0 0 0,1 0 0 0 0,-1 0 0 0 0,1 1 0 0 0,6-1 0 0 0,-4 1 1 0 0,-1 0 0 0 0,0 1 0 0 0,0 0 0 0 0,0 0 0 0 0,0 0 0 0 0,0 1 0 0 0,0-1-1 0 0,0 1 1 0 0,0 0 0 0 0,5 4 0 0 0,-2-1 9 0 0,0 0-1 0 0,0 1 1 0 0,0 0 0 0 0,-1 1-1 0 0,0 0 1 0 0,0 0-1 0 0,0 0 1 0 0,-1 1 0 0 0,0 0-1 0 0,-1 0 1 0 0,6 10-1 0 0,-8-11 3 0 0,0 1-1 0 0,-1-1 1 0 0,0 1-1 0 0,0 0 1 0 0,0-1-1 0 0,-1 1 1 0 0,0 0-1 0 0,-1 0 1 0 0,1 0-1 0 0,-2 0 1 0 0,1 0-1 0 0,-1 0 1 0 0,-3 14-1 0 0,2-17 24 0 0,1 0 0 0 0,-1-1 0 0 0,0 1 0 0 0,0 0 0 0 0,0-1 0 0 0,-1 1 0 0 0,1-1 0 0 0,-1 0 0 0 0,0 1 0 0 0,-1-1 0 0 0,1-1 0 0 0,-1 1 0 0 0,1-1 0 0 0,-1 1 0 0 0,0-1 0 0 0,0 0 0 0 0,-1 0 0 0 0,1-1 0 0 0,-1 1 0 0 0,1-1 0 0 0,-1 0 0 0 0,-7 2 0 0 0,-2-1 57 0 0,0-1 0 0 0,0 0 0 0 0,0-1 0 0 0,0 0 0 0 0,0-1 0 0 0,0-1 0 0 0,-26-4 0 0 0,35 4-69 0 0,0-1 1 0 0,-1 1-1 0 0,1-1 1 0 0,0 0-1 0 0,0-1 1 0 0,-6-3-1 0 0,6 3-24 0 0,-1 0 0 0 0,0 0 0 0 0,0 1 0 0 0,-9-3 0 0 0,13 5 10 0 0,-1 0 12 0 0,-12-10-64 0 0,13 8-715 0 0,-5-2 1323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3.884"/>
    </inkml:context>
    <inkml:brush xml:id="br0">
      <inkml:brushProperty name="width" value="0.05" units="cm"/>
      <inkml:brushProperty name="height" value="0.05" units="cm"/>
    </inkml:brush>
  </inkml:definitions>
  <inkml:trace contextRef="#ctx0" brushRef="#br0">240 78 1839 0 0,'-2'-2'134'0'0,"-5"-6"1198"0"0,-10-18 9515 0 0,13 17-11814 0 0,4 7 1539 0 0,-3-8 1357 0 0,-6-10 320 0 0,8 19-1745 0 0,-11 6-256 0 0,6-1-142 0 0,-1 0 1 0 0,1 0-1 0 0,0 1 0 0 0,1-1 0 0 0,-1 1 0 0 0,1 1 1 0 0,0-1-1 0 0,0 1 0 0 0,1 0 0 0 0,-8 12 1 0 0,-2 7 516 0 0,-15 37 0 0 0,16-28-373 0 0,1 0 0 0 0,2 0 0 0 0,-7 46 0 0 0,8-21 214 0 0,-1 69 1 0 0,10-117-425 0 0,-3 75 537 0 0,8 90 1 0 0,-2-149-437 0 0,1-1 1 0 0,0 0-1 0 0,2-1 0 0 0,1 1 1 0 0,1-1-1 0 0,2 0 0 0 0,22 43 0 0 0,-24-54-123 0 0,1 0 0 0 0,1-1 0 0 0,0 0 0 0 0,1-1 0 0 0,17 16 0 0 0,-23-22-15 0 0,1-2 0 0 0,1 1 0 0 0,-1 0 1 0 0,1-1-1 0 0,-1-1 0 0 0,1 1 0 0 0,0-1 0 0 0,1 0 0 0 0,-1 0 1 0 0,0-1-1 0 0,1 0 0 0 0,0-1 0 0 0,11 2 0 0 0,-13-3 69 0 0,-1-1-1 0 0,0 0 0 0 0,0 1 0 0 0,0-2 0 0 0,0 1 0 0 0,0-1 1 0 0,-1 1-1 0 0,1-1 0 0 0,0-1 0 0 0,-1 1 0 0 0,1-1 1 0 0,7-5-1 0 0,3-4 77 0 0,-1 0 1 0 0,14-16-1 0 0,-18 17-101 0 0,-1 0-1 0 0,-1 0 0 0 0,0 0 1 0 0,0-1-1 0 0,11-25 1 0 0,-10 15 15 0 0,-2 0-1 0 0,10-40 1 0 0,-8 18-14 0 0,-2 0 0 0 0,-2 0-1 0 0,-1-1 1 0 0,-3 1 0 0 0,-2-1 0 0 0,-1 0-1 0 0,-2 1 1 0 0,-3 0 0 0 0,-1 0 0 0 0,-28-85-1 0 0,31 117-43 0 0,0-1-1 0 0,-1 1 0 0 0,-15-23 1 0 0,17 29-5 0 0,0 1 1 0 0,-1-1 0 0 0,1 1 0 0 0,-1 0-1 0 0,0 1 1 0 0,-1-1 0 0 0,1 1 0 0 0,-1 0-1 0 0,-9-5 1 0 0,0 1 3 0 0,10 5 1 0 0,0 0 1 0 0,0 1-1 0 0,-1-1 1 0 0,1 1-1 0 0,-10-2 1 0 0,13 3-3 0 0,0 1-1 0 0,0 0 1 0 0,0 0 0 0 0,0 0-1 0 0,0 0 1 0 0,0 1 0 0 0,0-1-1 0 0,0 0 1 0 0,0 1 0 0 0,0 0-1 0 0,0-1 1 0 0,0 1 0 0 0,1 0-1 0 0,-1 0 1 0 0,0 0 0 0 0,0 0-1 0 0,1 0 1 0 0,-1 0 0 0 0,1 0-1 0 0,-1 1 1 0 0,-1 1 0 0 0,-1 2 12 0 0,-1 0 0 0 0,1 0 0 0 0,0 0-1 0 0,0 1 1 0 0,1-1 0 0 0,0 1 0 0 0,0 0 0 0 0,0 0 0 0 0,0 1 0 0 0,-2 10 0 0 0,3-7 9 0 0,1 0 1 0 0,0 0-1 0 0,0 0 1 0 0,1 0-1 0 0,0 0 1 0 0,2 15-1 0 0,4 0 67 0 0,0 1 0 0 0,1-1-1 0 0,1-1 1 0 0,19 40-1 0 0,-13-38 22 0 0,1 0 0 0 0,0 0 0 0 0,2-2 0 0 0,1 0 0 0 0,1-1 0 0 0,1 0 0 0 0,37 31 0 0 0,-49-47-88 0 0,0-1 1 0 0,0 0-1 0 0,1 0 1 0 0,0-1-1 0 0,0 0 0 0 0,0-1 1 0 0,0 0-1 0 0,1-1 1 0 0,0 0-1 0 0,0 0 0 0 0,-1-1 1 0 0,21 2-1 0 0,-24-4-488 0 0,0-1 0 0 0,1-1 1 0 0,-1 1-1 0 0,0-1 0 0 0,0 0 0 0 0,-1 0 1 0 0,1-1-1 0 0,0 0 0 0 0,7-5 0 0 0,-12 8 457 0 0,28-17-1656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4.304"/>
    </inkml:context>
    <inkml:brush xml:id="br0">
      <inkml:brushProperty name="width" value="0.05" units="cm"/>
      <inkml:brushProperty name="height" value="0.05" units="cm"/>
    </inkml:brush>
  </inkml:definitions>
  <inkml:trace contextRef="#ctx0" brushRef="#br0">267 129 10135 0 0,'0'0'464'0'0,"-8"-12"168"0"0,-6-31 3905 0 0,12 33-2725 0 0,-1 0 0 0 0,-7-16-1 0 0,10 24-1404 0 0,-16-8 622 0 0,9 4-702 0 0,5 5-253 0 0,0 0 0 0 0,-1-1 1 0 0,1 1-1 0 0,-1 0 0 0 0,1 0 1 0 0,-1 1-1 0 0,1-1 0 0 0,-1 0 1 0 0,0 1-1 0 0,1 0 0 0 0,-1 0 1 0 0,1-1-1 0 0,-1 2 0 0 0,0-1 1 0 0,1 0-1 0 0,-1 0 0 0 0,0 1 1 0 0,1-1-1 0 0,-1 1 0 0 0,1 0 1 0 0,-1 0-1 0 0,-2 2 0 0 0,-4 1 113 0 0,1 2-1 0 0,0-1 0 0 0,0 1 1 0 0,-11 13-1 0 0,11-11-115 0 0,0 0-1 0 0,2 1 0 0 0,-1 0 1 0 0,1 0-1 0 0,0 1 1 0 0,1 0-1 0 0,0 0 1 0 0,0 0-1 0 0,-4 17 1 0 0,0 3 107 0 0,2 0 1 0 0,-3 36-1 0 0,8-53-139 0 0,1 0 0 0 0,1 1 0 0 0,0-1 0 0 0,1 1 0 0 0,1-1 0 0 0,0 0 1 0 0,0 0-1 0 0,1 0 0 0 0,1 0 0 0 0,0 0 0 0 0,1 0 0 0 0,0-1 0 0 0,1 0 0 0 0,1 0 0 0 0,0-1 0 0 0,14 19 0 0 0,-19-28-35 0 0,0 0 0 0 0,0 0 0 0 0,0 0 0 0 0,0-1 0 0 0,0 1 0 0 0,0-1 0 0 0,0 1 0 0 0,1-1 0 0 0,-1 0 0 0 0,0 0 0 0 0,1 0 0 0 0,-1 0 0 0 0,1 0 0 0 0,-1 0 0 0 0,5 0 0 0 0,-2-1 22 0 0,-1 0 1 0 0,0 0-1 0 0,1 0 1 0 0,-1-1-1 0 0,0 1 1 0 0,1-1-1 0 0,-1 0 1 0 0,8-3-1 0 0,-4 0-349 0 0,0 0-1 0 0,0 0 1 0 0,0-1 0 0 0,0 0-1 0 0,-1 0 1 0 0,1-1 0 0 0,-1 0-1 0 0,9-11 1 0 0,-1-2-1069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4.625"/>
    </inkml:context>
    <inkml:brush xml:id="br0">
      <inkml:brushProperty name="width" value="0.05" units="cm"/>
      <inkml:brushProperty name="height" value="0.05" units="cm"/>
    </inkml:brush>
  </inkml:definitions>
  <inkml:trace contextRef="#ctx0" brushRef="#br0">45 0 10135 0 0,'0'0'778'0'0,"-2"1"-506"0"0,-1 1 162 0 0,0 0 1 0 0,1 0-1 0 0,-1 0 0 0 0,0 0 1 0 0,1 1-1 0 0,-1-1 1 0 0,1 1-1 0 0,0 0 1 0 0,-1-1-1 0 0,1 1 0 0 0,1 0 1 0 0,-1 0-1 0 0,0 0 1 0 0,1 1-1 0 0,-1-1 1 0 0,1 0-1 0 0,0 1 0 0 0,0-1 1 0 0,1 0-1 0 0,-1 1 1 0 0,0 5-1 0 0,0 7 401 0 0,1 0 0 0 0,0 1 0 0 0,4 21 0 0 0,-3-31-959 0 0,52 364 3332 0 0,-28-213-2154 0 0,16 92-360 0 0,-30-203-1082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055"/>
    </inkml:context>
    <inkml:brush xml:id="br0">
      <inkml:brushProperty name="width" value="0.05" units="cm"/>
      <inkml:brushProperty name="height" value="0.05" units="cm"/>
    </inkml:brush>
  </inkml:definitions>
  <inkml:trace contextRef="#ctx0" brushRef="#br0">1 56 14943 0 0,'0'0'1758'0'0,"0"0"-1716"0"0,0 0 1 0 0,0 0-1 0 0,0 0 1 0 0,-1 0 0 0 0,1 0-1 0 0,0 0 1 0 0,0 1-1 0 0,0-1 1 0 0,0 0 0 0 0,0 0-1 0 0,0 0 1 0 0,0 0-1 0 0,0 0 1 0 0,0 0 0 0 0,0 0-1 0 0,0 1 1 0 0,0-1 0 0 0,0 0-1 0 0,0 0 1 0 0,0 0-1 0 0,0 0 1 0 0,0 0 0 0 0,0 0-1 0 0,1 1 1 0 0,-1-1-1 0 0,0 0 1 0 0,0 0 0 0 0,0 0-1 0 0,0 0 1 0 0,0 0-1 0 0,0 0 1 0 0,0 0 0 0 0,0 0-1 0 0,0 0 1 0 0,0 1-1 0 0,0-1 1 0 0,1 0 0 0 0,-1 0-1 0 0,0 0 1 0 0,0 0 0 0 0,0 0-1 0 0,0 0 1 0 0,0 0-1 0 0,0 0 1 0 0,1 0 0 0 0,32-11 2969 0 0,-20 10-2514 0 0,-1-1 0 0 0,0-1 1 0 0,-1 0-1 0 0,19-7 0 0 0,-22 7-327 0 0,-1 1-1 0 0,1 0 0 0 0,0 0 0 0 0,0 1 0 0 0,0 0 0 0 0,15 0 0 0 0,9-1-1022 0 0,-1-4-3350 0 0,-16-1-998 0 0,-4 5-246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195"/>
    </inkml:context>
    <inkml:brush xml:id="br0">
      <inkml:brushProperty name="width" value="0.05" units="cm"/>
      <inkml:brushProperty name="height" value="0.05" units="cm"/>
    </inkml:brush>
  </inkml:definitions>
  <inkml:trace contextRef="#ctx0" brushRef="#br0">1 90 19263 0 0,'0'0'2852'0'0,"8"-2"-1167"0"0,9-4-1195 0 0,0 0 0 0 0,24-13 0 0 0,8-4 31 0 0,-6 1-1901 0 0,-19 11-208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6.776"/>
    </inkml:context>
    <inkml:brush xml:id="br0">
      <inkml:brushProperty name="width" value="0.05" units="cm"/>
      <inkml:brushProperty name="height" value="0.05" units="cm"/>
    </inkml:brush>
  </inkml:definitions>
  <inkml:trace contextRef="#ctx0" brushRef="#br0">184 8 11519 0 0,'-2'-7'13276'0'0,"1"45"-12607"0"0,-1 0-1 0 0,-3 0 1 0 0,-13 56 0 0 0,-37 94-311 0 0,46-165-300 0 0,-1 0 1 0 0,-1-1 0 0 0,-1 0-1 0 0,-1 0 1 0 0,-29 36-1 0 0,38-54-34 0 0,6-5-17 0 0,1 0 0 0 0,-1 0 0 0 0,1 0 1 0 0,-1 0-1 0 0,1 1 0 0 0,3-2 0 0 0,4 0 3 0 0,27-9 11 0 0,69-9-1 0 0,-20 4 16 0 0,101-16 271 0 0,-67 9 133 0 0,-119 23-948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021"/>
    </inkml:context>
    <inkml:brush xml:id="br0">
      <inkml:brushProperty name="width" value="0.05" units="cm"/>
      <inkml:brushProperty name="height" value="0.05" units="cm"/>
    </inkml:brush>
  </inkml:definitions>
  <inkml:trace contextRef="#ctx0" brushRef="#br0">18 12 10591 0 0,'0'0'488'0'0,"-1"-2"-12"0"0,-5-8 1794 0 0,2 10 721 0 0,1 10 937 0 0,3-10-3982 0 0,-2 8 1337 0 0,1 1 1 0 0,1-1 0 0 0,0 9-1 0 0,6 49 336 0 0,-1-34-938 0 0,8 140 435 0 0,6 47 243 0 0,-17-206-2346 0 0,1 0 0 0 0,0-1 0 0 0,1 1 0 0 0,10 22 0 0 0,-8-23-8406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375"/>
    </inkml:context>
    <inkml:brush xml:id="br0">
      <inkml:brushProperty name="width" value="0.05" units="cm"/>
      <inkml:brushProperty name="height" value="0.05" units="cm"/>
    </inkml:brush>
  </inkml:definitions>
  <inkml:trace contextRef="#ctx0" brushRef="#br0">28 142 13359 0 0,'-1'1'612'0'0,"-4"12"-279"0"0,0 0 0 0 0,-4 20 0 0 0,7-18 935 0 0,0 0 0 0 0,0 0 0 0 0,2 1 0 0 0,0-1 1 0 0,0 0-1 0 0,2 0 0 0 0,4 23 0 0 0,-3-22-966 0 0,1-1 1 0 0,0 1-1 0 0,2-1 0 0 0,-1 0 1 0 0,2 0-1 0 0,0 0 0 0 0,1-1 1 0 0,0 0-1 0 0,1-1 0 0 0,1 0 1 0 0,14 17-1 0 0,-17-23-197 0 0,0-1 0 0 0,0 0 1 0 0,0 0-1 0 0,12 7 0 0 0,-16-11-81 0 0,1 0 0 0 0,-1 0 0 0 0,1 0 1 0 0,0-1-1 0 0,0 1 0 0 0,0-1 0 0 0,0 0 0 0 0,0-1 0 0 0,0 1 1 0 0,0 0-1 0 0,0-1 0 0 0,7 0 0 0 0,-7-1-5 0 0,-1 0 0 0 0,0 0 0 0 0,1-1 0 0 0,-1 1 0 0 0,0-1 0 0 0,0 1 0 0 0,0-1 0 0 0,0 0 0 0 0,0 0 0 0 0,0 0 0 0 0,3-5 0 0 0,-1 3 17 0 0,0-1 0 0 0,0-1 0 0 0,-1 1 0 0 0,8-12 0 0 0,-5 3-14 0 0,-1 0 0 0 0,0 0 1 0 0,0 0-1 0 0,-2-1 0 0 0,0 0 0 0 0,0 0 1 0 0,-2 0-1 0 0,0 0 0 0 0,0 0 0 0 0,-1-1 0 0 0,-2-18 1 0 0,-1 3 35 0 0,-12-60 0 0 0,11 76-38 0 0,-1 1 0 0 0,0 0 0 0 0,-1 0 0 0 0,-1 1 0 0 0,0-1 0 0 0,-12-17 0 0 0,11 22 1 0 0,-1 0 0 0 0,0 0 1 0 0,0 1-1 0 0,-1 0 0 0 0,0 0 1 0 0,-1 1-1 0 0,0 0 0 0 0,0 1 1 0 0,0 0-1 0 0,-19-7 0 0 0,23 12-11 0 0,0-1-1 0 0,0 1 0 0 0,0 1 1 0 0,0-1-1 0 0,-1 1 0 0 0,-11 1 1 0 0,-1 0-1 0 0,-34 3-178 0 0,52-4 120 0 0,1 0 0 0 0,-1 0 0 0 0,0 0 0 0 0,1 0 0 0 0,-1 0 0 0 0,1 0 0 0 0,-1 0 0 0 0,0 0 1 0 0,1 1-1 0 0,-1-1 0 0 0,1 0 0 0 0,-1 0 0 0 0,0 0 0 0 0,1 1 0 0 0,-1-1 0 0 0,1 0 0 0 0,-1 1 0 0 0,1-1 0 0 0,-1 0 1 0 0,1 1-1 0 0,-1-1 0 0 0,1 1 0 0 0,0-1 0 0 0,-1 1 0 0 0,1-1 0 0 0,0 1 0 0 0,-1-1 0 0 0,1 1 0 0 0,0-1 0 0 0,-1 1 1 0 0,1 0-1 0 0,0-1 0 0 0,0 1 0 0 0,0-1 0 0 0,0 1 0 0 0,0 0 0 0 0,-1-1 0 0 0,1 1 0 0 0,0-1 0 0 0,0 1 0 0 0,0 0 1 0 0,1-1-1 0 0,-1 2 0 0 0,2 9-1614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7.694"/>
    </inkml:context>
    <inkml:brush xml:id="br0">
      <inkml:brushProperty name="width" value="0.05" units="cm"/>
      <inkml:brushProperty name="height" value="0.05" units="cm"/>
    </inkml:brush>
  </inkml:definitions>
  <inkml:trace contextRef="#ctx0" brushRef="#br0">1 110 25367 0 0,'0'0'1237'0'0,"2"1"-538"0"0,-1-1-663 0 0,0 0-1 0 0,0-1 1 0 0,1 1 0 0 0,-1 0-1 0 0,0 0 1 0 0,0-1 0 0 0,0 1-1 0 0,0-1 1 0 0,0 1 0 0 0,1-1-1 0 0,-1 0 1 0 0,0 1 0 0 0,0-1-1 0 0,-1 0 1 0 0,1 0 0 0 0,0 0-1 0 0,0 1 1 0 0,0-1 0 0 0,0 0-1 0 0,-1 0 1 0 0,1 0 0 0 0,0 0-1 0 0,0-2 1 0 0,15-15 17 0 0,-1 7 311 0 0,0 1-1 0 0,0 0 0 0 0,1 1 0 0 0,0 0 0 0 0,33-11 0 0 0,-49 20-363 0 0,4-1 42 0 0,0-1 1 0 0,0 1-1 0 0,0 1 0 0 0,0-1 1 0 0,1 0-1 0 0,-1 1 1 0 0,0 0-1 0 0,7 1 0 0 0,13-1-12 0 0,-15 1-1503 0 0,0 1-5276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8.184"/>
    </inkml:context>
    <inkml:brush xml:id="br0">
      <inkml:brushProperty name="width" value="0.05" units="cm"/>
      <inkml:brushProperty name="height" value="0.05" units="cm"/>
    </inkml:brush>
  </inkml:definitions>
  <inkml:trace contextRef="#ctx0" brushRef="#br0">34 57 20615 0 0,'0'0'1869'0'0,"2"-9"-1498"0"0,-1 7-273 0 0,0-1 0 0 0,0 1 0 0 0,0 0 1 0 0,0-1-1 0 0,0 1 0 0 0,1 0 0 0 0,-1 0 0 0 0,1 0 0 0 0,-1-1 0 0 0,1 2 0 0 0,0-1 1 0 0,0 0-1 0 0,0 0 0 0 0,0 1 0 0 0,0-1 0 0 0,0 1 0 0 0,0-1 0 0 0,1 1 0 0 0,-1 0 0 0 0,0 0 1 0 0,1 0-1 0 0,-1 0 0 0 0,1 0 0 0 0,-1 1 0 0 0,5-1 0 0 0,3-1 442 0 0,1 1 0 0 0,-1 0 1 0 0,1 0-1 0 0,20 3 0 0 0,-25-1-471 0 0,0 0 1 0 0,-1 0-1 0 0,1 1 0 0 0,0-1 1 0 0,0 1-1 0 0,-1 1 0 0 0,1-1 0 0 0,-1 1 1 0 0,1 0-1 0 0,-1 0 0 0 0,0 1 1 0 0,-1-1-1 0 0,1 1 0 0 0,0 0 0 0 0,-1 1 1 0 0,0-1-1 0 0,0 1 0 0 0,5 7 1 0 0,-6-7-59 0 0,0 0 0 0 0,-1-1 0 0 0,1 1 1 0 0,-1 1-1 0 0,0-1 0 0 0,-1 0 1 0 0,1 0-1 0 0,-1 1 0 0 0,0-1 0 0 0,0 1 1 0 0,-1-1-1 0 0,1 1 0 0 0,-1-1 0 0 0,-1 1 1 0 0,1-1-1 0 0,-1 1 0 0 0,0-1 1 0 0,0 1-1 0 0,0-1 0 0 0,-3 7 0 0 0,-4 6-16 0 0,-1-1 0 0 0,-1 0-1 0 0,0-1 1 0 0,-1 0-1 0 0,-22 24 1 0 0,-74 65 35 0 0,78-83 25 0 0,20-16-43 0 0,1 0 0 0 0,0 0 0 0 0,1 1 1 0 0,-1 0-1 0 0,-10 14 0 0 0,17-20 114 0 0,2 0-106 0 0,-1 0 0 0 0,0 1 0 0 0,1-1 0 0 0,-1 0 0 0 0,1 1 0 0 0,-1-1 0 0 0,1 0 0 0 0,-1 0 0 0 0,1 0 0 0 0,0 0-1 0 0,0 1 1 0 0,-1-1 0 0 0,1 0 0 0 0,0 0 0 0 0,0-1 0 0 0,0 1 0 0 0,2 1 0 0 0,18 11 300 0 0,-6-8-193 0 0,-1-1 1 0 0,1-1-1 0 0,0 0 0 0 0,29 1 1 0 0,-15-3 152 0 0,47-5 0 0 0,-56 1-1748 0 0,36-11 0 0 0,-21 5 14 0 0,-14 4 111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08.705"/>
    </inkml:context>
    <inkml:brush xml:id="br0">
      <inkml:brushProperty name="width" value="0.05" units="cm"/>
      <inkml:brushProperty name="height" value="0.05" units="cm"/>
    </inkml:brush>
  </inkml:definitions>
  <inkml:trace contextRef="#ctx0" brushRef="#br0">65 271 21311 0 0,'0'0'1928'0'0,"-1"1"-1589"0"0,-2 3-98 0 0,1 0 1 0 0,0 0-1 0 0,0 0 1 0 0,0 1-1 0 0,0-1 1 0 0,0 0 0 0 0,1 1-1 0 0,0-1 1 0 0,0 1-1 0 0,0 0 1 0 0,1-1-1 0 0,-1 7 1 0 0,1 9 982 0 0,4 32 0 0 0,-1-29-1168 0 0,19 132 1246 0 0,-12-95-998 0 0,5 109 0 0 0,-15-152-292 0 0,0-2 61 0 0,0-1 1 0 0,-5 29-1 0 0,5-43-67 0 0,0 1 0 0 0,0-1-1 0 0,0 0 1 0 0,0 0 0 0 0,0 1-1 0 0,0-1 1 0 0,0 0 0 0 0,0 0 0 0 0,0 1-1 0 0,0-1 1 0 0,0 0 0 0 0,0 0-1 0 0,0 1 1 0 0,0-1 0 0 0,-1 0-1 0 0,1 0 1 0 0,0 0 0 0 0,0 1-1 0 0,0-1 1 0 0,0 0 0 0 0,0 0-1 0 0,-1 0 1 0 0,1 1 0 0 0,0-1-1 0 0,0 0 1 0 0,0 0 0 0 0,-1 0-1 0 0,1 0 1 0 0,0 0 0 0 0,0 0 0 0 0,-1 1-1 0 0,1-1 1 0 0,0 0 0 0 0,0 0-1 0 0,0 0 1 0 0,-1 0 0 0 0,-7-6 70 0 0,-4-13-24 0 0,5 0 9 0 0,-1 1-1 0 0,2-2 1 0 0,-6-32-1 0 0,-4-61-134 0 0,12 80 6 0 0,-10-162-272 0 0,14 151 264 0 0,2 1 1 0 0,11-64-1 0 0,-8 82 32 0 0,1 0 1 0 0,15-37-1 0 0,-16 50 38 0 0,0 0 0 0 0,1 1 1 0 0,0-1-1 0 0,1 1 0 0 0,0 1 0 0 0,1-1 1 0 0,9-9-1 0 0,-14 17 20 0 0,0 0 1 0 0,0 1-1 0 0,0-1 1 0 0,0 1-1 0 0,1 0 0 0 0,-1 0 1 0 0,1 0-1 0 0,-1 0 1 0 0,1 0-1 0 0,0 1 0 0 0,0 0 1 0 0,-1 0-1 0 0,1 0 1 0 0,0 0-1 0 0,0 0 0 0 0,0 1 1 0 0,5 0-1 0 0,-4 0 1 0 0,1 1 0 0 0,-1 0-1 0 0,1 0 1 0 0,-1 0 0 0 0,0 1 0 0 0,0 0 0 0 0,0 0 0 0 0,0 0-1 0 0,0 1 1 0 0,0-1 0 0 0,7 6 0 0 0,-6-3 21 0 0,1 0-1 0 0,-1 1 1 0 0,0 0 0 0 0,0 0-1 0 0,-1 0 1 0 0,1 1 0 0 0,-1 0 0 0 0,-1 0-1 0 0,1 0 1 0 0,-1 0 0 0 0,-1 1-1 0 0,1-1 1 0 0,-1 1 0 0 0,-1 0 0 0 0,1 0-1 0 0,1 12 1 0 0,-4-15-11 0 0,1 0 1 0 0,-1 0-1 0 0,0 0 0 0 0,-1 1 1 0 0,1-1-1 0 0,-1 0 0 0 0,0 0 1 0 0,0 0-1 0 0,-1-1 0 0 0,1 1 1 0 0,-1 0-1 0 0,0 0 0 0 0,0-1 1 0 0,-1 1-1 0 0,1-1 0 0 0,-1 0 1 0 0,0 0-1 0 0,0 0 0 0 0,-1 0 1 0 0,1 0-1 0 0,-1-1 0 0 0,0 1 1 0 0,0-1-1 0 0,-6 4 0 0 0,0 0-6 0 0,1-1-1 0 0,-1-1 1 0 0,0 1-1 0 0,-1-2 1 0 0,1 0-1 0 0,-1 0 1 0 0,-21 5 0 0 0,27-8-96 0 0,-1 0 0 0 0,1-1 0 0 0,0 1 0 0 0,0-1 0 0 0,0 0 0 0 0,-1 0 0 0 0,1-1 0 0 0,0 0 0 0 0,0 1 0 0 0,0-2 0 0 0,0 1 0 0 0,0-1 0 0 0,0 1 0 0 0,0-1 0 0 0,0-1 0 0 0,0 1 1 0 0,1-1-1 0 0,-1 0 0 0 0,-5-4 0 0 0,7 4-260 0 0,0-1 0 0 0,0 1 0 0 0,1 0 0 0 0,-1-1 0 0 0,1 1 0 0 0,-3-5 0 0 0,0-1-174 0 0,-10-14-974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25.945"/>
    </inkml:context>
    <inkml:brush xml:id="br0">
      <inkml:brushProperty name="width" value="0.05" units="cm"/>
      <inkml:brushProperty name="height" value="0.05" units="cm"/>
    </inkml:brush>
  </inkml:definitions>
  <inkml:trace contextRef="#ctx0" brushRef="#br0">365 34 5527 0 0,'0'0'17135'0'0,"8"-11"-14906"0"0,-7 9-2094 0 0,-1 1 55 0 0,1-1 0 0 0,-1 1 1 0 0,1 0-1 0 0,-1 0 0 0 0,1 0 0 0 0,0 0 1 0 0,-1 0-1 0 0,1-1 0 0 0,0 1 0 0 0,0 0 1 0 0,0 1-1 0 0,0-1 0 0 0,0 0 1 0 0,0 0-1 0 0,0 0 0 0 0,0 0 0 0 0,0 1 1 0 0,0-1-1 0 0,2 0 0 0 0,-3 1-135 0 0,1 0-1 0 0,-1 0 1 0 0,1 1 0 0 0,-1-1-1 0 0,1 0 1 0 0,-1 1-1 0 0,1-1 1 0 0,-1 0 0 0 0,1 1-1 0 0,-1-1 1 0 0,0 0-1 0 0,1 1 1 0 0,-1-1 0 0 0,0 1-1 0 0,1-1 1 0 0,-1 1-1 0 0,0-1 1 0 0,0 1 0 0 0,1-1-1 0 0,-1 1 1 0 0,0-1 0 0 0,0 1-1 0 0,0-1 1 0 0,1 2-1 0 0,-4 9 74 0 0,-1 0 0 0 0,0 0 0 0 0,0-1 0 0 0,-1 1 0 0 0,-10 15 0 0 0,2-3 35 0 0,7-13-139 0 0,0 0 0 0 0,-14 15 0 0 0,-8 14-232 0 0,9-7 200 0 0,-1-1 0 0 0,-46 53 0 0 0,18-30 27 0 0,-39 41 26 0 0,73-80-47 0 0,11-11 3 0 0,0-1 1 0 0,0 0-1 0 0,0 0 1 0 0,0 0-1 0 0,0 0 0 0 0,-1 0 1 0 0,1-1-1 0 0,-1 1 1 0 0,-5 1-1 0 0,8-3 59 0 0,35-10 129 0 0,43-2-118 0 0,-1 2-1 0 0,85 2 0 0 0,-30 3 13 0 0,-48 0-26 0 0,21-7 103 0 0,-51 4-39 0 0,8-7 22 0 0,-54 14-120 0 0,-6 0 3 0 0,-3-15-1006 0 0,-2 4-398 0 0,1 4-2932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26.405"/>
    </inkml:context>
    <inkml:brush xml:id="br0">
      <inkml:brushProperty name="width" value="0.05" units="cm"/>
      <inkml:brushProperty name="height" value="0.05" units="cm"/>
    </inkml:brush>
  </inkml:definitions>
  <inkml:trace contextRef="#ctx0" brushRef="#br0">10 0 19551 0 0,'0'0'5455'0'0,"-3"12"-4126"0"0,-1 25-303 0 0,2 1 0 0 0,3 58-1 0 0,20 174 99 0 0,-18-235-948 0 0,9 235 1082 0 0,-12-269-1165 0 0,-7-5-1110 0 0,4-3-145 0 0,0-1-315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0.947"/>
    </inkml:context>
    <inkml:brush xml:id="br0">
      <inkml:brushProperty name="width" value="0.05" units="cm"/>
      <inkml:brushProperty name="height" value="0.05" units="cm"/>
    </inkml:brush>
  </inkml:definitions>
  <inkml:trace contextRef="#ctx0" brushRef="#br0">90 8 8751 0 0,'-5'2'127'0'0,"1"1"0"0"0,0 0 1 0 0,0 1-1 0 0,1-1 0 0 0,-1 1 0 0 0,-11 14 11590 0 0,15-19-11603 0 0,0 0 1 0 0,0 0-1 0 0,0 0 0 0 0,0 0 1 0 0,1 0-1 0 0,-1 0 0 0 0,0 1 1 0 0,1-1-1 0 0,-1 0 0 0 0,1 0 1 0 0,-1 0-1 0 0,1 0 0 0 0,-1 1 1 0 0,2-2-1 0 0,-2 2-201 0 0,4-4 119 0 0,-1 1 0 0 0,1 0 0 0 0,0 1 0 0 0,0-1 0 0 0,0 1 0 0 0,0 0 1 0 0,0 0-1 0 0,1 0 0 0 0,-1 0 0 0 0,1 1 0 0 0,-1 0 0 0 0,1 0 0 0 0,-1 0 0 0 0,1 0 0 0 0,0 1 0 0 0,-1 0 0 0 0,1 0 0 0 0,7 1 0 0 0,-2-1 34 0 0,0 2-1 0 0,0-1 0 0 0,0 2 1 0 0,0-1-1 0 0,0 1 0 0 0,0 1 1 0 0,13 6-1 0 0,-18-7-44 0 0,-1 0 0 0 0,1 0 0 0 0,-1 0-1 0 0,1 1 1 0 0,-1-1 0 0 0,0 1 0 0 0,-1 0 0 0 0,1 0 0 0 0,-1 1-1 0 0,1-1 1 0 0,-1 1 0 0 0,0 0 0 0 0,-1-1 0 0 0,0 1 0 0 0,1 0-1 0 0,-1 1 1 0 0,-1-1 0 0 0,1 0 0 0 0,-1 1 0 0 0,1 5-1 0 0,-1-3 13 0 0,-1 0-1 0 0,0 0 1 0 0,0 0-1 0 0,0-1 0 0 0,-1 1 1 0 0,-1 0-1 0 0,1 0 1 0 0,-1 0-1 0 0,0-1 0 0 0,-1 1 1 0 0,0-1-1 0 0,0 0 0 0 0,-7 11 1 0 0,7-13-7 0 0,0-1 0 0 0,0 0 0 0 0,-1 0 0 0 0,1 0 0 0 0,-1-1 0 0 0,0 1 0 0 0,0-1 0 0 0,0 0 0 0 0,0 0 0 0 0,-1-1 0 0 0,0 1 0 0 0,1-1 0 0 0,-1 0 0 0 0,0 0 0 0 0,0 0 0 0 0,0-1 0 0 0,0 1 0 0 0,-10 0 0 0 0,3-1 21 0 0,-1-1-1 0 0,0 0 1 0 0,1 0 0 0 0,-1-1 0 0 0,0-1-1 0 0,-18-5 1 0 0,30 7-33 0 0,1 0 0 0 0,-1 0 1 0 0,0 0-1 0 0,1 0 0 0 0,-1 0 0 0 0,0-1 0 0 0,1 1 0 0 0,-1 0 1 0 0,1-1-1 0 0,-1 1 0 0 0,1 0 0 0 0,-1-1 0 0 0,0 1 0 0 0,1 0 1 0 0,-1-1-1 0 0,1 1 0 0 0,0-1 0 0 0,-1 1 0 0 0,1-1 0 0 0,-1 0 1 0 0,1 1 5 0 0,0-1 1 0 0,0 1-1 0 0,0-1 1 0 0,0 1 0 0 0,0-1-1 0 0,0 1 1 0 0,0 0 0 0 0,0-1-1 0 0,0 1 1 0 0,0-1 0 0 0,1 1-1 0 0,-1 0 1 0 0,0-1-1 0 0,0 1 1 0 0,0-1 0 0 0,1 1-1 0 0,-1 0 1 0 0,0-1 0 0 0,0 1-1 0 0,1 0 1 0 0,-1 0 0 0 0,1-1-1 0 0,1-1 46 0 0,1 0 0 0 0,-1 0 0 0 0,1 0 1 0 0,0 0-1 0 0,0 1 0 0 0,5-3 0 0 0,-3 3-63 0 0,1-1 0 0 0,0 1-1 0 0,0 0 1 0 0,-1 0 0 0 0,1 1 0 0 0,0 0 0 0 0,0 0 0 0 0,0 0 0 0 0,0 0 0 0 0,0 1 0 0 0,0 0 0 0 0,-1 1-1 0 0,1-1 1 0 0,0 1 0 0 0,-1 0 0 0 0,1 0 0 0 0,-1 1 0 0 0,0 0 0 0 0,0 0 0 0 0,0 0 0 0 0,0 0 0 0 0,7 7-1 0 0,-4-2 3 0 0,0 0-1 0 0,0 0 0 0 0,-1 0 0 0 0,0 1 1 0 0,-1 0-1 0 0,0 0 0 0 0,0 1 0 0 0,-1 0 0 0 0,0 0 1 0 0,-1 0-1 0 0,4 14 0 0 0,-4-11 91 0 0,-1 0-1 0 0,2 20 1 0 0,-5-28-56 0 0,0 1-1 0 0,0 0 1 0 0,0-1 0 0 0,0 1 0 0 0,-1-1 0 0 0,0 1 0 0 0,0-1 0 0 0,-4 9-1 0 0,5-13-5 0 0,-1 0-1 0 0,0 0 1 0 0,1 0 0 0 0,-1 0-1 0 0,0 0 1 0 0,0 0-1 0 0,0 0 1 0 0,0 0-1 0 0,0 0 1 0 0,0 0-1 0 0,0 0 1 0 0,0-1-1 0 0,0 1 1 0 0,0 0-1 0 0,0-1 1 0 0,-3 2-1 0 0,-21 4 297 0 0,13-3-172 0 0,-3 0 42 0 0,0-1 0 0 0,-1 0 0 0 0,1-1-1 0 0,-26-2 1 0 0,-8 1-273 0 0,30 1-42 0 0,10 0 2 0 0,0 0 1 0 0,-1-1-1 0 0,1 0 1 0 0,0 0-1 0 0,-1-1 1 0 0,1 0 0 0 0,-14-5-1 0 0,21 6-403 0 0,7-15-3399 0 0,3-3 2477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1.765"/>
    </inkml:context>
    <inkml:brush xml:id="br0">
      <inkml:brushProperty name="width" value="0.05" units="cm"/>
      <inkml:brushProperty name="height" value="0.05" units="cm"/>
    </inkml:brush>
  </inkml:definitions>
  <inkml:trace contextRef="#ctx0" brushRef="#br0">61 212 13847 0 0,'0'0'1254'0'0,"-5"-8"220"0"0,3 4-1124 0 0,1-1 1 0 0,1 1-1 0 0,-1-1 0 0 0,1 1 0 0 0,-1-1 0 0 0,1 1 0 0 0,1-1 0 0 0,-1 1 1 0 0,1-1-1 0 0,-1 1 0 0 0,1-1 0 0 0,0 1 0 0 0,1-1 0 0 0,-1 1 0 0 0,3-5 1 0 0,1-1 55 0 0,0 0 0 0 0,0 0 0 0 0,1 1 1 0 0,1-1-1 0 0,8-9 0 0 0,-11 14-378 0 0,1 1 1 0 0,0 0-1 0 0,0 0 0 0 0,0 0 0 0 0,0 0 1 0 0,1 1-1 0 0,5-3 0 0 0,43-15 114 0 0,-46 19-140 0 0,1 1-1 0 0,-1 0 1 0 0,0 1 0 0 0,0 0-1 0 0,1 0 1 0 0,-1 0 0 0 0,0 1-1 0 0,12 3 1 0 0,-17-3 11 0 0,-1-1 0 0 0,1 1 0 0 0,-1 0 1 0 0,1 0-1 0 0,-1 1 0 0 0,0-1 0 0 0,1 0 1 0 0,-1 1-1 0 0,0 0 0 0 0,0-1 0 0 0,0 1 1 0 0,0 0-1 0 0,0 0 0 0 0,-1 0 0 0 0,1 0 0 0 0,-1 0 1 0 0,1 0-1 0 0,-1 1 0 0 0,0-1 0 0 0,0 1 1 0 0,0-1-1 0 0,0 0 0 0 0,0 1 0 0 0,1 3 0 0 0,-1 0 44 0 0,0 1 0 0 0,0-1 0 0 0,0 0-1 0 0,-1 1 1 0 0,0-1 0 0 0,0 1 0 0 0,0-1-1 0 0,-3 12 1 0 0,1-10 3 0 0,-1 0 1 0 0,0 0-1 0 0,-1 0 0 0 0,1 0 0 0 0,-1-1 1 0 0,-6 8-1 0 0,-33 42 546 0 0,18-25-458 0 0,-45 55 7 0 0,13-17-100 0 0,14-19-46 0 0,36-43 9 0 0,1 0-1 0 0,-13 10 1 0 0,-18 17-5 0 0,36-33 926 0 0,2-4-982 0 0,7-4 34 0 0,-8 6 8 0 0,1-1 1 0 0,0 0 0 0 0,0 1 0 0 0,-1-1 0 0 0,1 1 0 0 0,0-1 0 0 0,0 1-1 0 0,0-1 1 0 0,0 1 0 0 0,-1-1 0 0 0,1 1 0 0 0,0 0 0 0 0,0-1 0 0 0,0 1 0 0 0,0 0-1 0 0,0 0 1 0 0,2 0 0 0 0,8-2-1 0 0,64-11 1 0 0,-39 9 72 0 0,-22 1-46 0 0,1 1-1 0 0,-1 1 1 0 0,1 1-1 0 0,17 1 1 0 0,24 8 331 0 0,62 18 0 0 0,-78-17-167 0 0,-14-5 130 0 0,-24-5-392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3.825"/>
    </inkml:context>
    <inkml:brush xml:id="br0">
      <inkml:brushProperty name="width" value="0.05" units="cm"/>
      <inkml:brushProperty name="height" value="0.05" units="cm"/>
    </inkml:brush>
  </inkml:definitions>
  <inkml:trace contextRef="#ctx0" brushRef="#br0">63 256 16183 0 0,'0'0'3542'0'0,"0"4"-2556"0"0,-1-4-943 0 0,1 1 0 0 0,0-1 0 0 0,0 1 0 0 0,0-1 0 0 0,-1 1 0 0 0,1 0 0 0 0,0-1 0 0 0,0 1 0 0 0,0-1 0 0 0,0 1 0 0 0,0 0 0 0 0,0-1 0 0 0,0 1 0 0 0,0-1 0 0 0,0 1 0 0 0,1-1 0 0 0,-1 1 0 0 0,0 0 0 0 0,0-1 0 0 0,1 1 0 0 0,10 0 1069 0 0,4-2 1573 0 0,-9 11-2049 0 0,-5-9-570 0 0,-1 1-1 0 0,1 0 1 0 0,-1-1 0 0 0,1 1-1 0 0,-1 0 1 0 0,0-1 0 0 0,0 1-1 0 0,1 0 1 0 0,-1 0-1 0 0,0-1 1 0 0,-1 1 0 0 0,1 0-1 0 0,0 0 1 0 0,0-1 0 0 0,-1 1-1 0 0,1 0 1 0 0,-1-1 0 0 0,0 1-1 0 0,1 0 1 0 0,-1-1 0 0 0,0 1-1 0 0,0-1 1 0 0,0 1-1 0 0,0-1 1 0 0,-1 2 0 0 0,0-1-23 0 0,1-1 1 0 0,-1 1-1 0 0,0 0 0 0 0,0-1 1 0 0,0 1-1 0 0,0-1 1 0 0,0 0-1 0 0,0 0 0 0 0,0 0 1 0 0,-1 0-1 0 0,1 0 1 0 0,0 0-1 0 0,-1 0 0 0 0,1-1 1 0 0,0 1-1 0 0,-1-1 1 0 0,-2 0-1 0 0,4 0-21 0 0,-1 0-1 0 0,0 0 1 0 0,1 0-1 0 0,-1 0 1 0 0,0-1-1 0 0,1 1 1 0 0,-1-1-1 0 0,1 1 1 0 0,-1-1 0 0 0,1 1-1 0 0,-1-1 1 0 0,1 0-1 0 0,-1 0 1 0 0,1 0-1 0 0,0 0 1 0 0,0 0-1 0 0,-3-2 1 0 0,3 1 8 0 0,-1 0 0 0 0,0-1 0 0 0,1 1-1 0 0,-1-1 1 0 0,1 1 0 0 0,0-1 0 0 0,0 1 0 0 0,0-1 0 0 0,-1-4 0 0 0,1-2 15 0 0,0 0 0 0 0,0-1 0 0 0,0 1 0 0 0,1 0 0 0 0,2-12 0 0 0,-1 5-25 0 0,1 1-1 0 0,1 0 0 0 0,0 0 0 0 0,1 0 0 0 0,9-20 0 0 0,-11 30-19 0 0,0 0 1 0 0,0 1-1 0 0,1 0 0 0 0,0-1 0 0 0,0 1 0 0 0,0 0 0 0 0,1 0 1 0 0,-1 1-1 0 0,1-1 0 0 0,0 1 0 0 0,0 0 0 0 0,0 0 1 0 0,0 0-1 0 0,1 0 0 0 0,-1 1 0 0 0,1 0 0 0 0,0 0 1 0 0,0 0-1 0 0,-1 0 0 0 0,7 0 0 0 0,-5 0 18 0 0,-1 2-1 0 0,1-1 1 0 0,0 0 0 0 0,-1 1-1 0 0,1 0 1 0 0,0 1 0 0 0,0-1-1 0 0,-1 1 1 0 0,1 0 0 0 0,0 0-1 0 0,-1 1 1 0 0,1 0 0 0 0,-1 0 0 0 0,0 0-1 0 0,1 0 1 0 0,-1 1 0 0 0,0 0-1 0 0,-1 0 1 0 0,1 0 0 0 0,0 1-1 0 0,-1 0 1 0 0,0 0 0 0 0,0 0-1 0 0,0 0 1 0 0,0 0 0 0 0,-1 1-1 0 0,0 0 1 0 0,0 0 0 0 0,0 0-1 0 0,0 0 1 0 0,-1 0 0 0 0,0 0-1 0 0,0 1 1 0 0,0-1 0 0 0,-1 1-1 0 0,1-1 1 0 0,-1 1 0 0 0,0 10-1 0 0,0-5-15 0 0,-1 0 0 0 0,-1 0 0 0 0,1 0-1 0 0,-2 1 1 0 0,-4 18 0 0 0,4-24-1 0 0,0 1 0 0 0,-1-1 1 0 0,0 1-1 0 0,0-1 1 0 0,0 0-1 0 0,-1-1 0 0 0,0 1 1 0 0,0-1-1 0 0,-1 1 0 0 0,-8 6 1 0 0,10-8 9 0 0,0-1 0 0 0,-1 0 0 0 0,0-1-1 0 0,0 1 1 0 0,0-1 0 0 0,0 1 0 0 0,0-1 0 0 0,0 0 0 0 0,-1-1 0 0 0,1 1 0 0 0,0-1 0 0 0,-1 0 0 0 0,1 0 0 0 0,-1 0 0 0 0,0-1 0 0 0,1 1 0 0 0,-1-1 0 0 0,0 0-1 0 0,1-1 1 0 0,-1 1 0 0 0,1-1 0 0 0,-1 0 0 0 0,0 0 0 0 0,1 0 0 0 0,0-1 0 0 0,-1 1 0 0 0,1-1 0 0 0,0 0 0 0 0,0-1 0 0 0,0 1 0 0 0,0-1 0 0 0,0 1 0 0 0,1-1-1 0 0,-1 0 1 0 0,1-1 0 0 0,-1 1 0 0 0,1 0 0 0 0,0-1 0 0 0,-3-6 0 0 0,1 1-8 0 0,0 0 0 0 0,1 0-1 0 0,0-1 1 0 0,1 1 0 0 0,0-1 0 0 0,1 0 0 0 0,0 0-1 0 0,0 0 1 0 0,1 0 0 0 0,0 0 0 0 0,1-1-1 0 0,0 1 1 0 0,3-18 0 0 0,-2 18-2 0 0,1 1 1 0 0,0 0-1 0 0,1 0 0 0 0,0 0 1 0 0,0 0-1 0 0,1 0 0 0 0,0 1 1 0 0,1-1-1 0 0,0 1 0 0 0,0 0 0 0 0,1 1 1 0 0,0-1-1 0 0,0 1 0 0 0,1 0 1 0 0,7-6-1 0 0,-9 10 4 0 0,0 0-1 0 0,0 0 1 0 0,0 0-1 0 0,1 1 1 0 0,-1 0-1 0 0,1 0 1 0 0,0 0 0 0 0,0 0-1 0 0,-1 1 1 0 0,1 0-1 0 0,0 0 1 0 0,0 1-1 0 0,12 0 1 0 0,-10 1 1 0 0,0-1 1 0 0,1 1-1 0 0,-1 1 1 0 0,0 0-1 0 0,0 0 0 0 0,0 0 1 0 0,0 1-1 0 0,0 1 1 0 0,9 4-1 0 0,-12-4-3 0 0,0-1 1 0 0,-1 1-1 0 0,0 0 1 0 0,1 0-1 0 0,-2 0 1 0 0,1 0-1 0 0,0 1 0 0 0,-1-1 1 0 0,0 1-1 0 0,0 0 1 0 0,0 0-1 0 0,-1 0 1 0 0,1 1-1 0 0,-1-1 0 0 0,-1 0 1 0 0,1 1-1 0 0,-1 0 1 0 0,1 7-1 0 0,0-3 5 0 0,-2 0-1 0 0,1-1 1 0 0,-2 1-1 0 0,1 0 1 0 0,-1 0-1 0 0,-1-1 1 0 0,1 1-1 0 0,-2-1 1 0 0,1 1-1 0 0,-5 8 1 0 0,3-8 8 0 0,1-1-2 0 0,-1 1 0 0 0,-1 0 1 0 0,1-1-1 0 0,-1 0 0 0 0,-1 0 0 0 0,0-1 1 0 0,0 1-1 0 0,-9 8 0 0 0,9-11 17 0 0,1-2-1 0 0,-1 1 1 0 0,0-1 0 0 0,0 1 0 0 0,0-2-1 0 0,-1 1 1 0 0,0-1 0 0 0,1 0-1 0 0,-10 3 1 0 0,14-6-20 0 0,-1 1-1 0 0,0-1 1 0 0,0 1 0 0 0,0-1 0 0 0,1 0-1 0 0,-1 0 1 0 0,0 0 0 0 0,0 0-1 0 0,0-1 1 0 0,0 1 0 0 0,0-1-1 0 0,1 1 1 0 0,-1-1 0 0 0,0 0 0 0 0,1 0-1 0 0,-1-1 1 0 0,1 1 0 0 0,-1 0-1 0 0,1-1 1 0 0,-1 0 0 0 0,1 1 0 0 0,0-1-1 0 0,0 0 1 0 0,0 0 0 0 0,0 0-1 0 0,-3-4 1 0 0,1 0-13 0 0,0 0 0 0 0,1 0 0 0 0,0-1 0 0 0,0 1-1 0 0,0-1 1 0 0,1 0 0 0 0,0 1 0 0 0,0-1 0 0 0,1 0 0 0 0,-2-10 0 0 0,2 5-6 0 0,1 1 1 0 0,0-1 0 0 0,1 1 0 0 0,0-1 0 0 0,4-17-1 0 0,-3 21 7 0 0,0 0 0 0 0,1 1 0 0 0,0-1 0 0 0,1 1 0 0 0,-1 0 0 0 0,1 0 0 0 0,1 1-1 0 0,-1-1 1 0 0,1 1 0 0 0,0 0 0 0 0,11-10 0 0 0,-12 13 1 0 0,0 1 0 0 0,0 0 0 0 0,0 0 0 0 0,0 0 0 0 0,1 1 0 0 0,-1-1 0 0 0,0 1 0 0 0,1 0 0 0 0,-1 0 0 0 0,1 1 0 0 0,-1-1 0 0 0,1 1 0 0 0,-1 0 0 0 0,1 0 0 0 0,5 1 0 0 0,6 0 0 0 0,-13-1 0 0 0,1 0-1 0 0,-1 1 1 0 0,0-1-1 0 0,0 1 1 0 0,0 0-1 0 0,0 0 1 0 0,0 0-1 0 0,0 0 1 0 0,0 1-1 0 0,0-1 1 0 0,0 1-1 0 0,-1 0 1 0 0,1 0-1 0 0,-1 0 1 0 0,1 0-1 0 0,-1 0 1 0 0,0 0 0 0 0,1 1-1 0 0,-1-1 1 0 0,0 1-1 0 0,1 3 1 0 0,1 0 4 0 0,-1 0 0 0 0,0 0 0 0 0,0 1 0 0 0,0-1-1 0 0,-1 1 1 0 0,0 0 0 0 0,0-1 0 0 0,1 13 0 0 0,-3-8 8 0 0,-1 1-1 0 0,0-1 1 0 0,0 0-1 0 0,-1 0 1 0 0,0 0-1 0 0,-1 0 1 0 0,-1-1-1 0 0,-8 21 1 0 0,12-31-13 0 0,-3 6 0 0 0,0 1 0 0 0,-1-1-1 0 0,0-1 1 0 0,0 1 0 0 0,0 0 0 0 0,-1-1-1 0 0,0 0 1 0 0,0 0 0 0 0,0 0 0 0 0,0-1-1 0 0,-1 0 1 0 0,0 0 0 0 0,0 0 0 0 0,0-1 0 0 0,0 0-1 0 0,-1 0 1 0 0,1 0 0 0 0,-1-1 0 0 0,0 0-1 0 0,1 0 1 0 0,-1-1 0 0 0,0 0 0 0 0,0 0-1 0 0,0 0 1 0 0,-9-1 0 0 0,14 0 5 0 0,-1-1-1 0 0,0 1 1 0 0,0-1 0 0 0,0 1-1 0 0,0-1 1 0 0,0 0 0 0 0,1 0-1 0 0,-1 0 1 0 0,0-1 0 0 0,1 1-1 0 0,-1-1 1 0 0,1 1 0 0 0,0-1-1 0 0,-1 0 1 0 0,-2-2 0 0 0,2 0 4 0 0,1 1 1 0 0,-1-1-1 0 0,1 1 1 0 0,-1-1 0 0 0,1 0-1 0 0,0 0 1 0 0,1 0-1 0 0,-1 0 1 0 0,-1-6-1 0 0,1 0-1 0 0,0-1-1 0 0,0 0 0 0 0,1 0 1 0 0,1 0-1 0 0,0-1 0 0 0,0 1 0 0 0,3-13 1 0 0,-1 9-32 0 0,1 1-1 0 0,5-16 1 0 0,-7 27 22 0 0,0-1-1 0 0,0 1 0 0 0,1 0 1 0 0,-1-1-1 0 0,1 1 0 0 0,0 0 1 0 0,0 0-1 0 0,0 0 0 0 0,0 0 0 0 0,1 1 1 0 0,-1-1-1 0 0,1 1 0 0 0,0-1 1 0 0,3-2-1 0 0,3 0 20 0 0,1 0 0 0 0,0 0 0 0 0,0 1 0 0 0,15-5 0 0 0,-22 8-9 0 0,1 1 0 0 0,-1-1 0 0 0,1 1 0 0 0,-1-1 1 0 0,1 1-1 0 0,-1 0 0 0 0,1 1 0 0 0,-1-1 0 0 0,1 0 0 0 0,-1 1 0 0 0,1 0 0 0 0,-1 0 0 0 0,0 0 1 0 0,1 0-1 0 0,-1 1 0 0 0,0-1 0 0 0,5 4 0 0 0,-5-4-4 0 0,1 2 0 0 0,-1-1 0 0 0,0 0-1 0 0,0 1 1 0 0,0-1 0 0 0,0 1 0 0 0,-1 0 0 0 0,1 0 0 0 0,-1 0 0 0 0,0 0-1 0 0,1 0 1 0 0,-2 1 0 0 0,1-1 0 0 0,0 1 0 0 0,-1-1 0 0 0,1 1 0 0 0,-1 0-1 0 0,0 0 1 0 0,0-1 0 0 0,0 1 0 0 0,-1 0 0 0 0,1 0 0 0 0,-1 0 0 0 0,0 0-1 0 0,0 0 1 0 0,-1-1 0 0 0,0 5 0 0 0,-1 5 12 0 0,0 0 0 0 0,-1-1 1 0 0,-1 1-1 0 0,-6 15 0 0 0,7-22-7 0 0,0 0-1 0 0,-1 0 1 0 0,0 0-1 0 0,0-1 1 0 0,0 1 0 0 0,-1-1-1 0 0,1 0 1 0 0,-1 0-1 0 0,-11 8 1 0 0,12-10-23 0 0,0-1-1 0 0,-1 1 1 0 0,1-1 0 0 0,-1 1-1 0 0,0-1 1 0 0,0-1-1 0 0,0 1 1 0 0,0-1 0 0 0,0 1-1 0 0,0-1 1 0 0,0-1 0 0 0,-9 1-1 0 0,11-1 19 0 0,0 0-1 0 0,0 0 1 0 0,0-1-1 0 0,0 1 0 0 0,0-1 1 0 0,0 0-1 0 0,1 0 1 0 0,-1 0-1 0 0,0 0 1 0 0,1-1-1 0 0,-1 1 1 0 0,0-1-1 0 0,1 1 0 0 0,0-1 1 0 0,-1 0-1 0 0,1 0 1 0 0,0 0-1 0 0,0 0 1 0 0,0 0-1 0 0,0-1 0 0 0,0 1 1 0 0,1 0-1 0 0,-3-6 1 0 0,1 3-11 0 0,1-1 0 0 0,0 1 0 0 0,0-1 0 0 0,1 0 0 0 0,-1 0 0 0 0,1 1 0 0 0,1-1 0 0 0,-1 0 0 0 0,1 0 0 0 0,0 0 0 0 0,0 0 0 0 0,1 0 0 0 0,0 0 0 0 0,0 0 0 0 0,0 1 0 0 0,3-7 0 0 0,-1 3-5 0 0,0 0-1 0 0,1 1 1 0 0,1 0-1 0 0,-1-1 1 0 0,1 2-1 0 0,1-1 1 0 0,-1 0-1 0 0,1 1 1 0 0,10-9-1 0 0,-13 14 24 0 0,-1 0 0 0 0,1 1 1 0 0,0-1-1 0 0,0 1 0 0 0,-1 0 0 0 0,1 0 1 0 0,0 0-1 0 0,0 0 0 0 0,0 0 0 0 0,0 1 1 0 0,0-1-1 0 0,0 1 0 0 0,4 0 0 0 0,15-3 116 0 0,-19 2-138 0 0,0 0 0 0 0,0 1 0 0 0,0 0 0 0 0,0 0 0 0 0,-1-1 0 0 0,1 2 0 0 0,0-1 0 0 0,0 0 0 0 0,0 0 0 0 0,0 1 0 0 0,-1 0 0 0 0,1 0 0 0 0,0-1 0 0 0,0 2 0 0 0,-1-1 0 0 0,1 0 0 0 0,-1 0 0 0 0,1 1-1 0 0,-1-1 1 0 0,0 1 0 0 0,1 0 0 0 0,-1 0 0 0 0,0 0 0 0 0,0 0 0 0 0,0 0 0 0 0,-1 0 0 0 0,1 1 0 0 0,2 4 0 0 0,-2-4 13 0 0,0 1 0 0 0,-1 0 0 0 0,1 1 0 0 0,-1-1 0 0 0,0 0 0 0 0,-1 0 0 0 0,1 0 0 0 0,-1 1-1 0 0,1-1 1 0 0,-1 0 0 0 0,-1 0 0 0 0,1 1 0 0 0,0-1 0 0 0,-3 8 0 0 0,0-3 9 0 0,0 1 0 0 0,0-1 0 0 0,-1 0 0 0 0,0-1-1 0 0,-9 14 1 0 0,11-19-2 0 0,0-1 0 0 0,0 1 0 0 0,0-1 0 0 0,-1 0 0 0 0,1 1-1 0 0,-1-1 1 0 0,0 0 0 0 0,0-1 0 0 0,0 1 0 0 0,0 0 0 0 0,0-1-1 0 0,0 0 1 0 0,0 1 0 0 0,0-1 0 0 0,-4 0 0 0 0,2 0 0 0 0,0 0 1 0 0,1 0-1 0 0,-1-1 1 0 0,0 1-1 0 0,0-1 1 0 0,1 0-1 0 0,-1-1 1 0 0,0 1-1 0 0,1-1 1 0 0,-7-2-1 0 0,10 3-79 0 0,-1-1 0 0 0,0 0 0 0 0,1 0 0 0 0,-1 0 0 0 0,1 0 1 0 0,-1 0-1 0 0,1 0 0 0 0,0-1 0 0 0,-1 1 0 0 0,1 0 0 0 0,0-1 0 0 0,0 1 0 0 0,0-1 0 0 0,-2-2 0 0 0,3 3-3 0 0,-1 0 0 0 0,1 0 0 0 0,-1 0 0 0 0,1 0 0 0 0,-1 0 0 0 0,1 0 0 0 0,0 0 0 0 0,0-1 1 0 0,-1 1-1 0 0,1 0 0 0 0,0 0 0 0 0,0 0 0 0 0,0 0 0 0 0,0 0 0 0 0,0-1 0 0 0,0 1 0 0 0,1 0 0 0 0,-1 0 0 0 0,0 0 0 0 0,1-2 0 0 0,4-4-909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4.444"/>
    </inkml:context>
    <inkml:brush xml:id="br0">
      <inkml:brushProperty name="width" value="0.05" units="cm"/>
      <inkml:brushProperty name="height" value="0.05" units="cm"/>
    </inkml:brush>
  </inkml:definitions>
  <inkml:trace contextRef="#ctx0" brushRef="#br0">13 81 13359 0 0,'-13'8'10252'0'0,"25"-5"-8339"0"0,-5-2-1587 0 0,0-1-1 0 0,1 0 0 0 0,-1 0 0 0 0,0 0 0 0 0,0-1 0 0 0,11-3 0 0 0,2 1 67 0 0,104-17 1184 0 0,32-4-388 0 0,-144 23-1107 0 0,0-1-1 0 0,0 0 1 0 0,0-1-1 0 0,13-5 1 0 0,-22 7-70 0 0,0 0-1 0 0,-1 1 1 0 0,1-1-1 0 0,0 0 1 0 0,0 1 0 0 0,0-1-1 0 0,0 1 1 0 0,0 0-1 0 0,0 0 1 0 0,0 0 0 0 0,0 1-1 0 0,-1-1 1 0 0,5 2-1 0 0,5 0 78 0 0,0-1-1 0 0,19 1 1 0 0,-29-2-35 0 0,1-12-1333 0 0,-3 11 1543 0 0,0 1-460 0 0,0-1-1 0 0,0 1 1 0 0,0 0-1 0 0,1-1 1 0 0,-1 1 0 0 0,0-1-1 0 0,0 1 1 0 0,0 0-1 0 0,0-1 1 0 0,0 1-1 0 0,0-1 1 0 0,0 1-1 0 0,0 0 1 0 0,0-1 0 0 0,0 1-1 0 0,0-1 1 0 0,0 1-1 0 0,-1 0 1 0 0,1-1-1 0 0,0 1 1 0 0,0-1-1 0 0,0 1 1 0 0,0 0 0 0 0,-1-1-1 0 0,1 1 1 0 0,0 0-1 0 0,-1-1 1 0 0,-4-3-1498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4.967"/>
    </inkml:context>
    <inkml:brush xml:id="br0">
      <inkml:brushProperty name="width" value="0.05" units="cm"/>
      <inkml:brushProperty name="height" value="0.05" units="cm"/>
    </inkml:brush>
  </inkml:definitions>
  <inkml:trace contextRef="#ctx0" brushRef="#br0">1 11 21743 0 0,'0'0'5584'0'0,"1"-3"-5179"0"0,-1 3-389 0 0,0 0 0 0 0,0-1-1 0 0,0 1 1 0 0,0 0-1 0 0,0-1 1 0 0,0 1 0 0 0,0 0-1 0 0,0-1 1 0 0,0 1-1 0 0,0 0 1 0 0,0 0-1 0 0,0-1 1 0 0,1 1 0 0 0,-1 0-1 0 0,0-1 1 0 0,0 1-1 0 0,0 0 1 0 0,0 0 0 0 0,1-1-1 0 0,-1 1 1 0 0,0 0-1 0 0,0 0 1 0 0,1 0 0 0 0,-1-1-1 0 0,0 1 1 0 0,0 0-1 0 0,1 0 1 0 0,-1 0-1 0 0,0 0 1 0 0,1 0 0 0 0,-1 0-1 0 0,0-1 1 0 0,1 1-1 0 0,-1 0 1 0 0,9 9 685 0 0,4 4-241 0 0,-3-5-269 0 0,0 0 0 0 0,0-1-1 0 0,0 0 1 0 0,1-1 0 0 0,0-1 0 0 0,1 1 0 0 0,-1-2 0 0 0,22 7-1 0 0,2-3-124 0 0,-26-5-11 0 0,-1-1 0 0 0,0 0 0 0 0,1-1 0 0 0,0 0 0 0 0,-1 0 0 0 0,13-1 0 0 0,-17 0-49 0 0,-1 0 0 0 0,1 1 0 0 0,-1-1 0 0 0,1 1 0 0 0,-1 0 0 0 0,1-1 0 0 0,-1 2 0 0 0,0-1 0 0 0,0 0 1 0 0,7 4-1 0 0,32 22 27 0 0,-24-14-29 0 0,9 2-33 0 0,-18-11 12 0 0,-1 1 0 0 0,14 9 0 0 0,-13-9 17 0 0,-8-5 2 0 0,0 0 0 0 0,0 0 0 0 0,0 0 0 0 0,0 0 0 0 0,0 1 0 0 0,0-1 0 0 0,1 0 0 0 0,-1 0 0 0 0,0 1 0 0 0,0-1 0 0 0,0 1 0 0 0,0-1 0 0 0,0 1 0 0 0,0-1 0 0 0,0 1 0 0 0,0 0 0 0 0,-1-1 0 0 0,1 1 0 0 0,0 0 0 0 0,0 0 0 0 0,0 0 0 0 0,-1-1 0 0 0,1 1 0 0 0,0 0 0 0 0,-1 0 0 0 0,1 0 0 0 0,-1 0 0 0 0,1 0 0 0 0,-1 0 0 0 0,0 0 0 0 0,1 2 0 0 0,1 2 10 0 0,-3-4-2 0 0,1 1-1 0 0,-1-1 1 0 0,0 1-1 0 0,0 0 1 0 0,0-1 0 0 0,0 1-1 0 0,0-1 1 0 0,0 0-1 0 0,0 1 1 0 0,0-1 0 0 0,-1 0-1 0 0,0 1 1 0 0,-2 2 5 0 0,-1 1-16 0 0,0 0 0 0 0,0 0 0 0 0,-10 7 0 0 0,-7 5 21 0 0,-33 35 356 0 0,-68 61 51 0 0,114-105-781 0 0,-1 0 0 0 0,0 0 1 0 0,0-1-1 0 0,-19 9 1 0 0,21-13-538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5.856"/>
    </inkml:context>
    <inkml:brush xml:id="br0">
      <inkml:brushProperty name="width" value="0.05" units="cm"/>
      <inkml:brushProperty name="height" value="0.05" units="cm"/>
    </inkml:brush>
  </inkml:definitions>
  <inkml:trace contextRef="#ctx0" brushRef="#br0">48 37 7367 0 0,'-1'-7'763'0'0,"-1"0"-266"0"0,-1-15 8213 0 0,3 23-8627 0 0,0-1 1 0 0,0 0-1 0 0,0 0 1 0 0,0 1-1 0 0,0-1 1 0 0,0 0-1 0 0,0 0 1 0 0,0 0-1 0 0,0 1 1 0 0,0-1-1 0 0,0 0 1 0 0,0 0-1 0 0,0 0 1 0 0,0 1-1 0 0,0-1 1 0 0,-1 0-1 0 0,1 0 1 0 0,0 0-1 0 0,0 0 1 0 0,0 1-1 0 0,0-1 1 0 0,0 0 0 0 0,0 0-1 0 0,0 0 1 0 0,-1 0-1 0 0,1 1 1 0 0,0-1-1 0 0,0 0 1 0 0,0 0-1 0 0,0 0 1 0 0,-1 0-1 0 0,1 0 1 0 0,0 0-1 0 0,-1 1 1 0 0,1-1 39 0 0,0 0 1 0 0,0 0-1 0 0,-1 0 1 0 0,1 0-1 0 0,0 0 1 0 0,-1 1 0 0 0,1-1-1 0 0,0 0 1 0 0,0 0-1 0 0,-1 1 1 0 0,1-1-1 0 0,0 0 1 0 0,0 0-1 0 0,0 1 1 0 0,-1-1-1 0 0,1 0 1 0 0,0 1-1 0 0,0-1 1 0 0,0 0-1 0 0,0 1 1 0 0,0-1 0 0 0,0 0-1 0 0,0 1 1 0 0,0-1-1 0 0,-1 0 1 0 0,1 1-1 0 0,0-1 1 0 0,0 0-1 0 0,1 1 1 0 0,0 84 2928 0 0,-1 68-1352 0 0,-3-118-1354 0 0,-8 44 0 0 0,11-77-37 0 0,-2-4-276 0 0,1 1-1 0 0,0 0 1 0 0,0-1-1 0 0,0 1 1 0 0,0-1-1 0 0,1 1 1 0 0,-1-1 0 0 0,0 1-1 0 0,0-1 1 0 0,1 1-1 0 0,-1-1 1 0 0,1 0-1 0 0,-1-2 1 0 0,-2-18-29 0 0,0-1 0 0 0,1 1 0 0 0,2-1 0 0 0,0 0 0 0 0,1 0 0 0 0,1 1 0 0 0,2-1 0 0 0,0 1 0 0 0,1 0 0 0 0,1 0 0 0 0,15-34 0 0 0,-20 54 5 0 0,1-1-1 0 0,0 0 1 0 0,0 1-1 0 0,0-1 1 0 0,0 1 0 0 0,1 0-1 0 0,-1-1 1 0 0,0 1-1 0 0,1 0 1 0 0,0 0 0 0 0,-1 1-1 0 0,1-1 1 0 0,0 1-1 0 0,0-1 1 0 0,0 1 0 0 0,6-2-1 0 0,-2 1 34 0 0,0 0 0 0 0,1 1 0 0 0,-1 0 0 0 0,1 0 0 0 0,15 1-1 0 0,-17 1-23 0 0,1 0 0 0 0,-1 1 0 0 0,1 0 0 0 0,-1 0 0 0 0,0 0-1 0 0,0 1 1 0 0,0 0 0 0 0,7 3 0 0 0,20 11 121 0 0,-27-15-113 0 0,-1 0-1 0 0,0 1 0 0 0,0 0 1 0 0,-1 0-1 0 0,1 0 0 0 0,-1 1 1 0 0,1-1-1 0 0,-1 1 0 0 0,6 8 0 0 0,2 4 79 0 0,15 24 0 0 0,-25-36-86 0 0,4 5 12 0 0,-2 0 0 0 0,1 0 0 0 0,-1 0-1 0 0,0 0 1 0 0,-1 1 0 0 0,0 0 0 0 0,-1 0 0 0 0,0 0 0 0 0,-1 0 0 0 0,1 0 0 0 0,-2 0-1 0 0,0 0 1 0 0,0 0 0 0 0,-3 20 0 0 0,1-26-40 0 0,1 0 0 0 0,-1 0 0 0 0,0 0-1 0 0,0 0 1 0 0,0-1 0 0 0,-1 1 0 0 0,0-1 0 0 0,1 1 0 0 0,-7 5 0 0 0,8-9-100 0 0,1 1 0 0 0,0-1 0 0 0,-1 1 0 0 0,1-1 0 0 0,0 0 0 0 0,-1 0 0 0 0,1 1 0 0 0,-1-1 0 0 0,1 0 0 0 0,0 1 0 0 0,-1-1-1 0 0,1 0 1 0 0,-1 0 0 0 0,1 0 0 0 0,-1 0 0 0 0,1 0 0 0 0,-1 1 0 0 0,1-1 0 0 0,-1 0 0 0 0,1 0 0 0 0,-1 0 0 0 0,1 0 0 0 0,-1 0 0 0 0,1 0 0 0 0,-1-1 0 0 0,1 1 0 0 0,-1 0 0 0 0,1 0 0 0 0,-1 0 0 0 0,1 0 0 0 0,-1-1 0 0 0,1 1 0 0 0,-1 0 0 0 0,1 0 0 0 0,0-1 0 0 0,-1 1 0 0 0,1 0 0 0 0,-1-1 0 0 0,1 1 0 0 0,0 0 0 0 0,-1-1 0 0 0,1 1 0 0 0,0 0 0 0 0,0-1 0 0 0,-1 1 0 0 0,1-1 0 0 0,0 1 0 0 0,-1-1 0 0 0,0-2-373 0 0,0 1 0 0 0,0 0 0 0 0,0-1 0 0 0,0 1 0 0 0,0-1 0 0 0,0-4 0 0 0,4-14-1724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227"/>
    </inkml:context>
    <inkml:brush xml:id="br0">
      <inkml:brushProperty name="width" value="0.05" units="cm"/>
      <inkml:brushProperty name="height" value="0.05" units="cm"/>
    </inkml:brush>
  </inkml:definitions>
  <inkml:trace contextRef="#ctx0" brushRef="#br0">43 7 21887 0 0,'0'0'497'0'0,"-8"2"678"0"0,7 0-1120 0 0,-1-1 0 0 0,0 0 0 0 0,0 1 0 0 0,0-1-1 0 0,1 1 1 0 0,-1-1 0 0 0,0 1 0 0 0,1 0 0 0 0,0-1 0 0 0,-1 1 0 0 0,1 0 0 0 0,0 0-1 0 0,-1 3 1 0 0,-1 0 225 0 0,2 0-1 0 0,-1 0 1 0 0,0 0-1 0 0,-1 9 0 0 0,2-4-127 0 0,1 0-1 0 0,0 0 0 0 0,0 1 1 0 0,1-1-1 0 0,0 0 0 0 0,1 0 1 0 0,0 0-1 0 0,0 0 0 0 0,1 0 1 0 0,1-1-1 0 0,-1 1 0 0 0,2-1 1 0 0,-1 0-1 0 0,1 0 0 0 0,1 0 1 0 0,0-1-1 0 0,0 1 0 0 0,0-2 1 0 0,1 1-1 0 0,0-1 0 0 0,1 0 1 0 0,-1 0-1 0 0,1-1 0 0 0,1 0 1 0 0,-1 0-1 0 0,1-1 0 0 0,0 0 1 0 0,0-1-1 0 0,11 4 0 0 0,-9-4-128 0 0,1-1-1 0 0,-1-1 1 0 0,0 0 0 0 0,1-1-1 0 0,-1 0 1 0 0,1 0-1 0 0,-1-2 1 0 0,1 1-1 0 0,15-4 1 0 0,-22 4-14 0 0,-1-1 1 0 0,0 0 0 0 0,0-1-1 0 0,1 1 1 0 0,-1-1-1 0 0,0 0 1 0 0,0 0-1 0 0,-1 0 1 0 0,1 0-1 0 0,0-1 1 0 0,-1 1-1 0 0,1-1 1 0 0,-1 0-1 0 0,0 0 1 0 0,0 0-1 0 0,0-1 1 0 0,0 1-1 0 0,-1-1 1 0 0,1 1-1 0 0,-1-1 1 0 0,0 0-1 0 0,0 0 1 0 0,0 0-1 0 0,-1 0 1 0 0,1 0-1 0 0,-1-1 1 0 0,1-5-1 0 0,-1-1 25 0 0,-1 0 1 0 0,0-1-1 0 0,0 1 0 0 0,-1 0 0 0 0,-1-1 0 0 0,0 1 0 0 0,0 0 0 0 0,-8-20 0 0 0,7 24-10 0 0,0 1 1 0 0,-1-1-1 0 0,0 0 0 0 0,0 1 1 0 0,-1 0-1 0 0,0 0 0 0 0,0 0 0 0 0,-6-5 1 0 0,4 6-67 0 0,-1-1 0 0 0,0 1-1 0 0,0 0 1 0 0,-1 1 0 0 0,1-1 0 0 0,-1 2 0 0 0,0-1 0 0 0,-19-3 0 0 0,14 0-320 0 0,13 6 130 0 0,0 0 0 0 0,0 0 0 0 0,0 1 0 0 0,-1-1 1 0 0,1 0-1 0 0,0 1 0 0 0,0-1 0 0 0,0 1 0 0 0,-1 0 0 0 0,1-1 0 0 0,0 1 0 0 0,0 0 1 0 0,-1 0-1 0 0,1 0 0 0 0,0 0 0 0 0,-3 0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684"/>
    </inkml:context>
    <inkml:brush xml:id="br0">
      <inkml:brushProperty name="width" value="0.05" units="cm"/>
      <inkml:brushProperty name="height" value="0.05" units="cm"/>
    </inkml:brush>
  </inkml:definitions>
  <inkml:trace contextRef="#ctx0" brushRef="#br0">2 1 18079 0 0,'0'0'118'0'0,"0"0"0"0"0,0 1-1 0 0,-1-1 1 0 0,1 0 0 0 0,0 1-1 0 0,0-1 1 0 0,0 0 0 0 0,0 1-1 0 0,0-1 1 0 0,0 0 0 0 0,0 1-1 0 0,0-1 1 0 0,0 0 0 0 0,0 1-1 0 0,0-1 1 0 0,0 0 0 0 0,0 1-1 0 0,0-1 1 0 0,0 0 0 0 0,0 1-1 0 0,0-1 1 0 0,1 0 0 0 0,-1 1-1 0 0,12 0 956 0 0,0 0 0 0 0,1-1 0 0 0,16-2 0 0 0,-15 1-484 0 0,1 0 1 0 0,18 2-1 0 0,116 4 1919 0 0,-22-3-1328 0 0,-101 0-1031 0 0,-3-1-176 0 0,38 8 0 0 0,-48-7 11 0 0,-11-3-14 0 0,-1 0-19 0 0,1 1-384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6.966"/>
    </inkml:context>
    <inkml:brush xml:id="br0">
      <inkml:brushProperty name="width" value="0.05" units="cm"/>
      <inkml:brushProperty name="height" value="0.05" units="cm"/>
    </inkml:brush>
  </inkml:definitions>
  <inkml:trace contextRef="#ctx0" brushRef="#br0">15 1 17711 0 0,'0'0'1603'0'0,"-1"1"-1318"0"0,0 0-69 0 0,0 1-1 0 0,-1-1 0 0 0,1 0 0 0 0,0 1 1 0 0,0-1-1 0 0,0 0 0 0 0,0 1 1 0 0,0 0-1 0 0,1-1 0 0 0,-1 1 1 0 0,0-1-1 0 0,1 1 0 0 0,-1 0 0 0 0,1 0 1 0 0,0-1-1 0 0,0 1 0 0 0,-1 0 1 0 0,1 0-1 0 0,0-1 0 0 0,0 1 1 0 0,1 0-1 0 0,-1 0 0 0 0,0-1 0 0 0,1 4 1 0 0,5 26 1272 0 0,-4-21-906 0 0,0 0-1 0 0,4 14 1 0 0,-2-12-93 0 0,-2 1-1 0 0,1-1 1 0 0,0 22-1 0 0,2 5 61 0 0,17 140 220 0 0,-21-173-1592 0 0,0 0 0 0 0,-1 0-1 0 0,1 0 1 0 0,-2 8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7.323"/>
    </inkml:context>
    <inkml:brush xml:id="br0">
      <inkml:brushProperty name="width" value="0.05" units="cm"/>
      <inkml:brushProperty name="height" value="0.05" units="cm"/>
    </inkml:brush>
  </inkml:definitions>
  <inkml:trace contextRef="#ctx0" brushRef="#br0">39 333 18743 0 0,'1'22'1265'0'0,"0"-13"-881"0"0,-1 1 0 0 0,1-1 0 0 0,1 0 0 0 0,0 1 0 0 0,0-1 0 0 0,4 10 0 0 0,-3-14-109 0 0,2 8 4888 0 0,-10-18-5101 0 0,-1-2 65 0 0,1-1 0 0 0,0 0 0 0 0,0 1-1 0 0,1-2 1 0 0,0 1 0 0 0,1 0 0 0 0,0-1-1 0 0,0 1 1 0 0,-2-12 0 0 0,0-9 21 0 0,-3-44-1 0 0,7 58-70 0 0,1 0 0 0 0,1 0-1 0 0,1 0 1 0 0,5-27 0 0 0,-5 38-34 0 0,-1 0 1 0 0,1 0-1 0 0,1 0 1 0 0,-1 0-1 0 0,0 0 0 0 0,5-5 1 0 0,3-6 72 0 0,-6 8-128 0 0,1-1 1 0 0,0 1-1 0 0,0 0 0 0 0,0 0 1 0 0,1 1-1 0 0,0 0 1 0 0,0 0-1 0 0,1 0 0 0 0,0 1 1 0 0,8-6-1 0 0,2 0-704 0 0,-16 10 558 0 0,0 0 1 0 0,0 0 0 0 0,1 0 0 0 0,-1 0 0 0 0,0 0-1 0 0,1 0 1 0 0,-1 0 0 0 0,1 1 0 0 0,-1-1 0 0 0,1 0-1 0 0,-1 1 1 0 0,1-1 0 0 0,-1 1 0 0 0,1 0 0 0 0,0-1-1 0 0,-1 1 1 0 0,1 0 0 0 0,-1 0 0 0 0,1 0 0 0 0,0 0-1 0 0,-1 1 1 0 0,1-1 0 0 0,2 1 0 0 0,8 2-1302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7.823"/>
    </inkml:context>
    <inkml:brush xml:id="br0">
      <inkml:brushProperty name="width" value="0.05" units="cm"/>
      <inkml:brushProperty name="height" value="0.05" units="cm"/>
    </inkml:brush>
  </inkml:definitions>
  <inkml:trace contextRef="#ctx0" brushRef="#br0">324 163 16583 0 0,'0'-2'762'0'0,"2"-32"427"0"0,9-4 2603 0 0,-9 31-3322 0 0,1 1 1 0 0,-2-1 0 0 0,1 0 0 0 0,-1 1 0 0 0,1-11 0 0 0,-2 16-407 0 0,-1-1 0 0 0,1 1-1 0 0,0-1 1 0 0,-1 0 0 0 0,1 1-1 0 0,-1-1 1 0 0,0 1 0 0 0,1-1 0 0 0,-1 1-1 0 0,0 0 1 0 0,0-1 0 0 0,0 1-1 0 0,0 0 1 0 0,0 0 0 0 0,0-1 0 0 0,0 1-1 0 0,0 0 1 0 0,-1 0 0 0 0,1 0 0 0 0,0 0-1 0 0,-1 1 1 0 0,1-1 0 0 0,-1 0-1 0 0,1 0 1 0 0,-2 0 0 0 0,-1 0 44 0 0,1 0 1 0 0,0 0-1 0 0,-1 0 1 0 0,1 0-1 0 0,0 0 0 0 0,-1 1 1 0 0,1 0-1 0 0,-1-1 1 0 0,1 1-1 0 0,-5 1 0 0 0,-3 1 63 0 0,1 1-1 0 0,0 1 1 0 0,0 0-1 0 0,1 0 1 0 0,-1 1-1 0 0,1 0 1 0 0,0 0-1 0 0,-12 10 1 0 0,-6 7 121 0 0,-29 31 0 0 0,43-39-212 0 0,-1 0 0 0 0,2 1 0 0 0,0 1 0 0 0,-11 18 0 0 0,20-29-61 0 0,0 1 1 0 0,0-1-1 0 0,0 1 0 0 0,1 0 1 0 0,0 0-1 0 0,0 0 0 0 0,0 0 0 0 0,1 0 1 0 0,0 1-1 0 0,0-1 0 0 0,1 0 1 0 0,0 1-1 0 0,0-1 0 0 0,0 0 0 0 0,1 1 1 0 0,2 10-1 0 0,-3-14-19 0 0,4 5 0 0 0,12 5 0 0 0,-13-11-32 0 0,1-1 0 0 0,-1 0 0 0 0,0 1 0 0 0,1-1 0 0 0,-1 0-1 0 0,1-1 1 0 0,-1 1 0 0 0,1 0 0 0 0,-1-1 0 0 0,1 0 0 0 0,-1 0 0 0 0,1 0 0 0 0,0 0 0 0 0,-1-1 0 0 0,1 0-1 0 0,-1 1 1 0 0,1-1 0 0 0,-1 0 0 0 0,0-1 0 0 0,1 1 0 0 0,-1 0 0 0 0,0-1 0 0 0,5-3 0 0 0,6-4-215 0 0,-1-1 1 0 0,-1 0-1 0 0,22-23 0 0 0,-25 24 203 0 0,4-4 42 0 0,2 1 0 0 0,-1 0 1 0 0,30-17-1 0 0,-41 29 72 0 0,0-1 0 0 0,-1 1 1 0 0,1 0-1 0 0,0 0 0 0 0,0 0 0 0 0,0 0 1 0 0,0 0-1 0 0,-1 1 0 0 0,1 0 0 0 0,0-1 0 0 0,3 2 1 0 0,2 2 33 0 0,0 1 0 0 0,0-1 0 0 0,0 1 0 0 0,-1 1 1 0 0,14 12-1 0 0,-16-13-388 0 0,2 1 0 0 0,-1-1-1 0 0,1 0 1 0 0,0 0 0 0 0,0-1 0 0 0,0 0 0 0 0,14 6 0 0 0,-11-7-754 0 0,1-1 0 0 0,-1 0 1 0 0,1 0-1 0 0,0-1 0 0 0,0 0 1 0 0,-1-1-1 0 0,18-2 1 0 0,-6-1-6433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8.089"/>
    </inkml:context>
    <inkml:brush xml:id="br0">
      <inkml:brushProperty name="width" value="0.05" units="cm"/>
      <inkml:brushProperty name="height" value="0.05" units="cm"/>
    </inkml:brush>
  </inkml:definitions>
  <inkml:trace contextRef="#ctx0" brushRef="#br0">265 181 14743 0 0,'2'-2'332'0'0,"1"-2"-164"0"0,-1 0 0 0 0,1 0 0 0 0,-1-1 0 0 0,3-5 0 0 0,6-13 263 0 0,-9 18-424 0 0,0 0 1 0 0,0-1-1 0 0,0 1 0 0 0,1-7 1 0 0,4-11 2119 0 0,-6 21-1841 0 0,0-1 1 0 0,-1 0 0 0 0,1 1-1 0 0,0-1 1 0 0,-1 0-1 0 0,0 0 1 0 0,0 1-1 0 0,0-1 1 0 0,0 0-1 0 0,0 0 1 0 0,0 0 0 0 0,-1 1-1 0 0,1-1 1 0 0,-1 0-1 0 0,0 1 1 0 0,0-1-1 0 0,0 0 1 0 0,-2-3-1 0 0,2 5-207 0 0,0-1 0 0 0,0 1-1 0 0,0 0 1 0 0,-1-1-1 0 0,1 1 1 0 0,0 0 0 0 0,-1 0-1 0 0,1 0 1 0 0,0 0-1 0 0,-1 0 1 0 0,1 1 0 0 0,-1-1-1 0 0,0 0 1 0 0,1 1-1 0 0,-1-1 1 0 0,0 1 0 0 0,1-1-1 0 0,-1 1 1 0 0,0 0-1 0 0,1-1 1 0 0,-1 1 0 0 0,0 0-1 0 0,0 0 1 0 0,1 1-1 0 0,-1-1 1 0 0,0 0 0 0 0,0 1-1 0 0,1-1 1 0 0,-1 0-1 0 0,-2 2 1 0 0,-9 3 131 0 0,0 1 1 0 0,0 0-1 0 0,0 1 1 0 0,1 0-1 0 0,0 1 0 0 0,1 0 1 0 0,0 1-1 0 0,0 0 1 0 0,-16 18-1 0 0,26-25-197 0 0,-24 24 337 0 0,-23 31 0 0 0,42-49-284 0 0,0 0 1 0 0,1 1 0 0 0,0 0-1 0 0,0 0 1 0 0,1 0-1 0 0,0 0 1 0 0,1 1-1 0 0,-5 17 1 0 0,8-24-102 0 0,0 0 1 0 0,-1-1-1 0 0,1 1 0 0 0,0 0 1 0 0,0-1-1 0 0,0 1 0 0 0,1 0 0 0 0,-1-1 1 0 0,1 1-1 0 0,-1 0 0 0 0,1-1 1 0 0,0 1-1 0 0,0-1 0 0 0,0 1 1 0 0,0-1-1 0 0,0 1 0 0 0,1-1 1 0 0,-1 0-1 0 0,1 0 0 0 0,0 0 0 0 0,0 0 1 0 0,-1 0-1 0 0,1 0 0 0 0,0 0 1 0 0,1 0-1 0 0,-1-1 0 0 0,0 1 1 0 0,0-1-1 0 0,1 0 0 0 0,-1 1 0 0 0,1-1 1 0 0,-1 0-1 0 0,1-1 0 0 0,-1 1 1 0 0,1 0-1 0 0,0-1 0 0 0,-1 1 1 0 0,1-1-1 0 0,0 0 0 0 0,-1 0 1 0 0,1 0-1 0 0,0 0 0 0 0,-1 0 0 0 0,1-1 1 0 0,3 0-1 0 0,7-2-945 0 0,-1-1 0 0 0,0-1 0 0 0,23-11 1 0 0,-29 13 457 0 0,16-8-1105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48.764"/>
    </inkml:context>
    <inkml:brush xml:id="br0">
      <inkml:brushProperty name="width" value="0.05" units="cm"/>
      <inkml:brushProperty name="height" value="0.05" units="cm"/>
    </inkml:brush>
  </inkml:definitions>
  <inkml:trace contextRef="#ctx0" brushRef="#br0">5 1 12439 0 0,'-3'29'3716'0'0,"2"-22"-1901"0"0,1 0-1 0 0,-1 0 1 0 0,1 13 0 0 0,7 20 438 0 0,21 74 1 0 0,-16-71-1879 0 0,67 262 677 0 0,-51-180-836 0 0,-28-123 82 0 0,1-4-293 0 0,0 1-1 0 0,0-1 1 0 0,0 1 0 0 0,0 0 0 0 0,0-1 0 0 0,0 1 0 0 0,0 0 0 0 0,0 0-1 0 0,1 0 1 0 0,-1 0 0 0 0,0 0 0 0 0,2-1 0 0 0,4-3-3 0 0,8-13-1 0 0,4-4-17 0 0,21-16-34 0 0,-25 23 111 0 0,1 1 0 0 0,27-19 1 0 0,59-23 295 0 0,-25 16-164 0 0,-34 16-106 0 0,-20 13-3 0 0,-2-2 0 0 0,37-27 0 0 0,-53 36-51 0 0,1-1 1 0 0,-1 0-1 0 0,0 0 1 0 0,-1 0-1 0 0,1 0 1 0 0,-1-1-1 0 0,5-8 1 0 0,-8 12-21 0 0,-1 0 1 0 0,1 0-1 0 0,0 0 1 0 0,0 0-1 0 0,-1 0 0 0 0,1 0 1 0 0,-1 0-1 0 0,0-1 1 0 0,0 1-1 0 0,0 0 1 0 0,0 0-1 0 0,0 0 1 0 0,0-1-1 0 0,0 1 1 0 0,-1 0-1 0 0,1 0 1 0 0,-1 0-1 0 0,1 0 1 0 0,-1 0-1 0 0,0 0 1 0 0,0 0-1 0 0,0 0 1 0 0,0 0-1 0 0,0 0 1 0 0,-1 0-1 0 0,1 0 1 0 0,-2-1-1 0 0,-1-1-13 0 0,1 1 0 0 0,-1 0 0 0 0,1 0 0 0 0,-1 1 0 0 0,0-1 0 0 0,0 1 0 0 0,0-1 0 0 0,0 1 0 0 0,0 1 0 0 0,-1-1 0 0 0,1 1 0 0 0,-1-1 0 0 0,1 1 0 0 0,-1 0 0 0 0,1 1 0 0 0,-1-1 0 0 0,1 1 0 0 0,-1 0 0 0 0,0 0 0 0 0,1 0 0 0 0,-1 1 0 0 0,1 0 0 0 0,-1 0 0 0 0,-4 1-1 0 0,-1 1 13 0 0,1 0 0 0 0,0 1 0 0 0,0 0-1 0 0,0 0 1 0 0,0 1 0 0 0,0 0-1 0 0,1 0 1 0 0,0 1 0 0 0,0 0 0 0 0,-9 10-1 0 0,9-6 44 0 0,1 0 0 0 0,0 1 0 0 0,0-1-1 0 0,1 1 1 0 0,0 1 0 0 0,1-1 0 0 0,0 1-1 0 0,1 0 1 0 0,0 0 0 0 0,1 0 0 0 0,0 1-1 0 0,1-1 1 0 0,1 1 0 0 0,0-1 0 0 0,1 1-1 0 0,1 23 1 0 0,0-30-49 0 0,1 0-1 0 0,-1 0 1 0 0,1 0-1 0 0,0 0 1 0 0,0 0-1 0 0,0 0 1 0 0,1 0 0 0 0,0 0-1 0 0,1-1 1 0 0,-1 0-1 0 0,1 0 1 0 0,0 0-1 0 0,0 0 1 0 0,0 0-1 0 0,1-1 1 0 0,-1 1 0 0 0,1-1-1 0 0,1-1 1 0 0,-1 1-1 0 0,0-1 1 0 0,1 0-1 0 0,8 4 1 0 0,-3-3-6 0 0,1 0 0 0 0,0-1 0 0 0,1-1 0 0 0,-1 0 0 0 0,0 0 0 0 0,1-1 0 0 0,22-1 0 0 0,-7-4 0 0 0,47-12 0 0 0,-71 15 0 0 0,56-12-2337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2:59.539"/>
    </inkml:context>
    <inkml:brush xml:id="br0">
      <inkml:brushProperty name="width" value="0.1" units="cm"/>
      <inkml:brushProperty name="height" value="0.1" units="cm"/>
      <inkml:brushProperty name="ignorePressure" value="1"/>
    </inkml:brush>
  </inkml:definitions>
  <inkml:trace contextRef="#ctx0" brushRef="#br0">11 11 0 0,'-11'-11'0'0,"252"252"0"0,9725 9725 0 0,-9246-9246 0 0,-707-707 0 0,1 1 0 0,-1-1 0 0,-1-1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05.07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3:48.367"/>
    </inkml:context>
    <inkml:brush xml:id="br0">
      <inkml:brushProperty name="width" value="0.035" units="cm"/>
      <inkml:brushProperty name="height" value="0.035" units="cm"/>
      <inkml:brushProperty name="ignorePressure" value="1"/>
    </inkml:brush>
  </inkml:definitions>
  <inkml:trace contextRef="#ctx0" brushRef="#br0">1 0 0 0,'19'0'0'0,"0"0"0"0,37 0 0 0,-3 0 0 0,5878 0 0 0,-5862 0 0 0,-51 0 0 0,2 0 0 0,-1 0 0 0,0 0 0 0,-1 0 0 0,0 0 0 0,-1 0 0 0,0 0 0 0,4 0 0 0,52 0 0 0,-37 0 0 0,0 0 0 0,-1 0 0 0,-2 0 0 0,15 0 0 0,-31 0 0 0,-2 0 0 0,59 0 0 0,-41 0 0 0,-17 0 0 0,-1 0 0 0,2 0 0 0,-2 0 0 0,0 0 0 0,-2 0 0 0,-16 0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0.542"/>
    </inkml:context>
    <inkml:brush xml:id="br0">
      <inkml:brushProperty name="width" value="0.035" units="cm"/>
      <inkml:brushProperty name="height" value="0.035" units="cm"/>
      <inkml:brushProperty name="ignorePressure" value="1"/>
    </inkml:brush>
  </inkml:definitions>
  <inkml:trace contextRef="#ctx0" brushRef="#br0">0 39 0 0,'0'0'0'0,"0"-28"0"0,0 17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4-07-11T06:44:01.946"/>
    </inkml:context>
    <inkml:brush xml:id="br0">
      <inkml:brushProperty name="width" value="0.035" units="cm"/>
      <inkml:brushProperty name="height" value="0.035" units="cm"/>
      <inkml:brushProperty name="ignorePressure" value="1"/>
    </inkml:brush>
  </inkml:definitions>
  <inkml:trace contextRef="#ctx0" brushRef="#br0">0 7 0 0,'0'-2'0'0,"0"-2"0"0,0 3 0 0,0 34 0 0,0 8 0 0,0 23 0 0,0 2512 0 0,0-2493 0 0,0-47 0 0,0 30 0 0,0 36 0 0,0 70 0 0,0 43 0 0,0-160 0 0,0-2 0 0,0 1031 0 0,0-636 0 0,0-398 0 0,0-19 0 0,0 18 0 0,0-19 0 0,0 44 0 0,0-59 0 0,0 1 0 0,0-2 0 0,0 0 0 0,0 1 0 0,0 0 0 0,0 0 0 0,0 0 0 0,0 0 0 0,0 0 0 0,0-1 0 0,0 1 0 0,0-2 0 0,0 0 0 0,0 0 0 0,0 0 0 0,0 1 0 0,0-1 0 0,0 1 0 0,0 0 0 0,0 1 0 0,0 1 0 0,0-6 0 0,0-11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55.475"/>
    </inkml:context>
    <inkml:brush xml:id="br0">
      <inkml:brushProperty name="width" value="0.05" units="cm"/>
      <inkml:brushProperty name="height" value="0.05" units="cm"/>
    </inkml:brush>
  </inkml:definitions>
  <inkml:trace contextRef="#ctx0" brushRef="#br0">466 66 13559 0 0,'0'0'1034'0'0,"-4"-18"-580"0"0,4 17-111 0 0,0-1 1 0 0,0 0-1 0 0,1 1 0 0 0,-1-1 0 0 0,0 1 0 0 0,0-1 0 0 0,1 1 1 0 0,-1-1-1 0 0,1 1 0 0 0,-1-1 0 0 0,1 1 0 0 0,1-3 1 0 0,-1 3 170 0 0,11-13 1054 0 0,-3 4-861 0 0,-9 10-678 0 0,-1 0 0 0 0,1 0 0 0 0,0 0 1 0 0,0 0-1 0 0,0 0 0 0 0,0 0 0 0 0,0 0 0 0 0,0 0 0 0 0,0 0 0 0 0,0 0 0 0 0,0 0 0 0 0,0 0 0 0 0,0 0 1 0 0,0 0-1 0 0,0 0 0 0 0,0 0 0 0 0,0 0 0 0 0,0 0 0 0 0,0 0 0 0 0,0 0 0 0 0,0 0 0 0 0,0 0 0 0 0,0 0 1 0 0,0 0-1 0 0,-1 0 0 0 0,1 0 233 0 0,0 0-233 0 0,0 0 0 0 0,0 0 0 0 0,0 0 0 0 0,-19 14 1951 0 0,7-6-2114 0 0,-20 15 326 0 0,0 0 0 0 0,-35 36 0 0 0,-60 58-272 0 0,-34 31 911 0 0,126-121-666 0 0,34-26 535 0 0,1 0-451 0 0,0-1-232 0 0,-1 0 1 0 0,1 0-1 0 0,0 0 0 0 0,0 0 1 0 0,0 1-1 0 0,0-1 1 0 0,0 0-1 0 0,0 0 0 0 0,0 0 1 0 0,0 1-1 0 0,0-1 0 0 0,0 0 1 0 0,0 0-1 0 0,0 1 0 0 0,0-1 1 0 0,0 0-1 0 0,0 0 0 0 0,0 0 1 0 0,0 1-1 0 0,0-1 0 0 0,0 0 1 0 0,0 0-1 0 0,0 0 0 0 0,0 1 1 0 0,0-1-1 0 0,0 0 0 0 0,1 0 1 0 0,-1 0-1 0 0,0 1 0 0 0,5 0 32 0 0,-1 0-1 0 0,1-1 0 0 0,0 1 1 0 0,-1-1-1 0 0,1 0 0 0 0,0-1 1 0 0,-1 1-1 0 0,6-1 1 0 0,40-10 176 0 0,-43 9-194 0 0,83-22 187 0 0,123-26 36 0 0,-186 46-208 0 0,9-3 10 0 0,0 2 0 0 0,0 1 0 0 0,51 2 0 0 0,-73 3 14 0 0,26 6 0 0 0,-32-5-41 0 0,-7-2 115 0 0,0 0 86 0 0,0 0-293 0 0,-1 0 0 0 0,0 0 0 0 0,0 0 0 0 0,1 0 0 0 0,-1 0 0 0 0,0 0 0 0 0,0 0 0 0 0,1 0 0 0 0,-1 0 0 0 0,0 0 0 0 0,1 0 0 0 0,-1 0 0 0 0,0 0 0 0 0,0 0 0 0 0,1 0 0 0 0,-1 0 1 0 0,0 0-1 0 0,0 0 0 0 0,1 0 0 0 0,-1-1 0 0 0,0 1 0 0 0,0 0 0 0 0,0 0 0 0 0,1 0 0 0 0,-1 0 0 0 0,0-1 0 0 0,0 1 0 0 0,0 0 0 0 0,1 0 0 0 0,-1-1 0 0 0,0 1 0 0 0,0 0 0 0 0,0 0 1 0 0,0-1-1 0 0,0 1 0 0 0,0 0 0 0 0,1 0 0 0 0,-1-1 0 0 0,0 1 0 0 0,0 0 0 0 0,0 0 0 0 0,0-1 0 0 0,0 1 0 0 0,0-7-1441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49:55.734"/>
    </inkml:context>
    <inkml:brush xml:id="br0">
      <inkml:brushProperty name="width" value="0.05" units="cm"/>
      <inkml:brushProperty name="height" value="0.05" units="cm"/>
    </inkml:brush>
  </inkml:definitions>
  <inkml:trace contextRef="#ctx0" brushRef="#br0">1 0 19519 0 0,'0'0'1967'0'0,"0"4"-1807"0"0,14 128 2841 0 0,2 19-202 0 0,-14 107-2098 0 0,-2-239-1640 0 0,2-1-54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19.415"/>
    </inkml:context>
    <inkml:brush xml:id="br0">
      <inkml:brushProperty name="width" value="0.05" units="cm"/>
      <inkml:brushProperty name="height" value="0.05" units="cm"/>
      <inkml:brushProperty name="color" value="#E71224"/>
    </inkml:brush>
  </inkml:definitions>
  <inkml:trace contextRef="#ctx0" brushRef="#br0">164 86 13127 0 0,'-5'-8'931'0'0,"0"-1"0"0"0,1 0 0 0 0,0 0 0 0 0,0 0 0 0 0,1-1-1 0 0,-2-9 1 0 0,5 9 107 0 0,0 7 688 0 0,-7 6-925 0 0,3 0-708 0 0,0 0 0 0 0,0 0-1 0 0,1 0 1 0 0,-1 0 0 0 0,1 0-1 0 0,0 1 1 0 0,0 0 0 0 0,0-1-1 0 0,0 1 1 0 0,0 0 0 0 0,-2 7-1 0 0,-3 5 110 0 0,-9 30 0 0 0,4-6-48 0 0,2 0-1 0 0,2 1 0 0 0,1 1 1 0 0,2-1-1 0 0,3 1 0 0 0,1 0 1 0 0,3 43-1 0 0,1-65-47 0 0,0-1-1 0 0,2 0 1 0 0,10 34-1 0 0,-12-47-72 0 0,0 0-1 0 0,1 1 1 0 0,0-1 0 0 0,0 0-1 0 0,0 0 1 0 0,1-1 0 0 0,0 1-1 0 0,0-1 1 0 0,0 0 0 0 0,1 0-1 0 0,0 0 1 0 0,0 0 0 0 0,0-1-1 0 0,9 6 1 0 0,-11-9-5 0 0,0 0-1 0 0,-1 0 1 0 0,1 0 0 0 0,0 0 0 0 0,0-1-1 0 0,0 1 1 0 0,0-1 0 0 0,0 0-1 0 0,1 0 1 0 0,-1 0 0 0 0,0 0-1 0 0,0 0 1 0 0,0-1 0 0 0,0 1-1 0 0,0-1 1 0 0,0 0 0 0 0,-1 0-1 0 0,1 0 1 0 0,0 0 0 0 0,0 0 0 0 0,4-4-1 0 0,0 1 38 0 0,0 0 1 0 0,-1-1-1 0 0,0 0 0 0 0,0 0 0 0 0,-1 0 0 0 0,1-1 1 0 0,6-9-1 0 0,-3 1 1 0 0,-1 0 0 0 0,0 0 0 0 0,-1-1 0 0 0,-1 0 0 0 0,8-29 0 0 0,-5 7-1 0 0,6-51-1 0 0,-12 55-79 0 0,-2-1 1 0 0,-1 1-1 0 0,-1-1 0 0 0,-2 1 1 0 0,-14-65-1 0 0,15 90 20 0 0,0 0-1 0 0,-1 0 0 0 0,0 0 1 0 0,0 1-1 0 0,-1-1 1 0 0,0 1-1 0 0,0-1 1 0 0,0 1-1 0 0,-1 1 0 0 0,-7-9 1 0 0,10 13-9 0 0,-1-1-1 0 0,1 1 1 0 0,-1-1 0 0 0,0 1 0 0 0,0 0 0 0 0,0 0 0 0 0,0 0-1 0 0,0 1 1 0 0,-1-1 0 0 0,1 1 0 0 0,-1 0 0 0 0,1 0-1 0 0,0 0 1 0 0,-1 0 0 0 0,0 0 0 0 0,1 1 0 0 0,-1 0 0 0 0,1-1-1 0 0,-1 1 1 0 0,0 1 0 0 0,1-1 0 0 0,-1 0 0 0 0,1 1-1 0 0,-1 0 1 0 0,-4 1 0 0 0,0 2 0 0 0,-1-1 0 0 0,1 2 0 0 0,0-1 0 0 0,0 1 0 0 0,1 0-1 0 0,-1 1 1 0 0,1-1 0 0 0,0 2 0 0 0,1-1 0 0 0,-1 1 0 0 0,1 0 0 0 0,1 0 0 0 0,-1 0-1 0 0,1 1 1 0 0,1 0 0 0 0,-1 0 0 0 0,-4 14 0 0 0,5-12 52 0 0,0 0 0 0 0,1 0 0 0 0,0 1 0 0 0,1 0 0 0 0,0-1 0 0 0,1 1 0 0 0,0 0 0 0 0,1 0 0 0 0,0 0 0 0 0,0-1 0 0 0,1 1 0 0 0,1 0-1 0 0,0 0 1 0 0,6 17 0 0 0,1-6 52 0 0,0-1-1 0 0,2-1 1 0 0,0 0 0 0 0,2 0-1 0 0,18 22 1 0 0,82 81 500 0 0,-84-93-395 0 0,-14-14-76 0 0,0 0 1 0 0,22 16-1 0 0,-29-26-126 0 0,-1 0 0 0 0,-1 1 0 0 0,12 14 0 0 0,14 14-143 0 0,-32-34-536 0 0,6 3-3012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19.820"/>
    </inkml:context>
    <inkml:brush xml:id="br0">
      <inkml:brushProperty name="width" value="0.05" units="cm"/>
      <inkml:brushProperty name="height" value="0.05" units="cm"/>
      <inkml:brushProperty name="color" value="#E71224"/>
    </inkml:brush>
  </inkml:definitions>
  <inkml:trace contextRef="#ctx0" brushRef="#br0">107 132 17879 0 0,'4'-8'763'0'0,"0"0"-1"0"0,-1 1 1 0 0,0-2-1 0 0,-1 1 1 0 0,3-16-1 0 0,-5 22-653 0 0,1-1-1 0 0,-1 1 0 0 0,0-1 1 0 0,0 0-1 0 0,0 1 0 0 0,0-1 1 0 0,-1 1-1 0 0,1-1 1 0 0,-1 0-1 0 0,1 1 0 0 0,-1-1 1 0 0,0 1-1 0 0,0 0 0 0 0,0-1 1 0 0,0 1-1 0 0,-1 0 1 0 0,1-1-1 0 0,-1 1 0 0 0,1 0 1 0 0,-1 0-1 0 0,0 0 0 0 0,0 1 1 0 0,-3-4-1 0 0,3 4-83 0 0,0 0 0 0 0,0 0 0 0 0,0 0 0 0 0,0 0 0 0 0,0 0 0 0 0,-1 0 1 0 0,1 1-1 0 0,0-1 0 0 0,0 1 0 0 0,-1 0 0 0 0,1-1 0 0 0,0 1 0 0 0,-1 0 0 0 0,1 0 0 0 0,0 1 0 0 0,-1-1 0 0 0,1 0 0 0 0,0 1 0 0 0,0 0 0 0 0,-1-1 0 0 0,1 1 0 0 0,0 0 0 0 0,0 0 1 0 0,0 0-1 0 0,0 0 0 0 0,0 0 0 0 0,0 1 0 0 0,0-1 0 0 0,1 1 0 0 0,-3 1 0 0 0,0 1-30 0 0,1-1-1 0 0,0 0 1 0 0,0 1 0 0 0,0-1-1 0 0,0 1 1 0 0,1 0 0 0 0,-1 0 0 0 0,1 0-1 0 0,0 1 1 0 0,0-1 0 0 0,1 0-1 0 0,-1 1 1 0 0,1-1 0 0 0,-1 7-1 0 0,2-4-14 0 0,0 1 0 0 0,0-1 0 0 0,1 0-1 0 0,0 0 1 0 0,0 0 0 0 0,1 0 0 0 0,-1 0-1 0 0,2 0 1 0 0,-1 0 0 0 0,1 0 0 0 0,5 9-1 0 0,5 5 14 0 0,1-1-1 0 0,18 21 0 0 0,-16-22 9 0 0,19 31-1 0 0,-30-40 83 0 0,-1-1-1 0 0,0 1 1 0 0,-1 0 0 0 0,1 0-1 0 0,-2 1 1 0 0,0-1 0 0 0,0 0-1 0 0,0 13 1 0 0,-1-14 150 0 0,-1-7-151 0 0,-1 0 0 0 0,0 0 0 0 0,0 0 0 0 0,0 0 0 0 0,0-1-1 0 0,0 1 1 0 0,0 0 0 0 0,-1 0 0 0 0,1-1 0 0 0,-1 1 0 0 0,1-1-1 0 0,-1 0 1 0 0,1 1 0 0 0,-1-1 0 0 0,0 0 0 0 0,-3 2 0 0 0,-10 8 328 0 0,12-8-346 0 0,0-1 0 0 0,0 1 0 0 0,0-1 1 0 0,0 0-1 0 0,-6 3 0 0 0,8-5-49 0 0,-1 1 0 0 0,1 0-1 0 0,0-1 1 0 0,0 0 0 0 0,0 1-1 0 0,-1-1 1 0 0,1 0 0 0 0,0 0-1 0 0,0 1 1 0 0,-1-1-1 0 0,1 0 1 0 0,0 0 0 0 0,0 0-1 0 0,-1-1 1 0 0,1 1 0 0 0,0 0-1 0 0,0 0 1 0 0,-1-1 0 0 0,1 1-1 0 0,-2-1 1 0 0,-8-7-10 0 0,6 6-153 0 0,0-1 1 0 0,0 0 0 0 0,1 0 0 0 0,-1 0 0 0 0,1-1 0 0 0,0 0 0 0 0,0 1 0 0 0,1-1 0 0 0,-5-6-1 0 0,1-3-1745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026"/>
    </inkml:context>
    <inkml:brush xml:id="br0">
      <inkml:brushProperty name="width" value="0.05" units="cm"/>
      <inkml:brushProperty name="height" value="0.05" units="cm"/>
      <inkml:brushProperty name="color" value="#E71224"/>
    </inkml:brush>
  </inkml:definitions>
  <inkml:trace contextRef="#ctx0" brushRef="#br0">0 1 22463 0 0,'0'0'1713'0'0,"2"0"-1173"0"0,97 5 471 0 0,-28-2-235 0 0,-70-3-865 0 0,0 0-1 0 0,1 0 1 0 0,-1 0-1 0 0,0 0 1 0 0,1 1 0 0 0,-1-1-1 0 0,0 0 1 0 0,0 1-1 0 0,0-1 1 0 0,1 1 0 0 0,-1-1-1 0 0,0 1 1 0 0,0 0-1 0 0,0 0 1 0 0,2 1-1 0 0,4 5-1311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181"/>
    </inkml:context>
    <inkml:brush xml:id="br0">
      <inkml:brushProperty name="width" value="0.05" units="cm"/>
      <inkml:brushProperty name="height" value="0.05" units="cm"/>
      <inkml:brushProperty name="color" value="#E71224"/>
    </inkml:brush>
  </inkml:definitions>
  <inkml:trace contextRef="#ctx0" brushRef="#br0">1 6 21311 0 0,'0'0'2360'0'0,"2"0"-1845"0"0,7 3-91 0 0,0 0 0 0 0,1-1 0 0 0,-1 0 1 0 0,1-1-1 0 0,-1 0 0 0 0,1 0 0 0 0,14-2 0 0 0,3-2-1718 0 0,39-8-1 0 0,-50 8 240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0.754"/>
    </inkml:context>
    <inkml:brush xml:id="br0">
      <inkml:brushProperty name="width" value="0.05" units="cm"/>
      <inkml:brushProperty name="height" value="0.05" units="cm"/>
      <inkml:brushProperty name="color" value="#E71224"/>
    </inkml:brush>
  </inkml:definitions>
  <inkml:trace contextRef="#ctx0" brushRef="#br0">207 35 18775 0 0,'0'0'860'0'0,"-1"-1"-21"0"0,0-2-711 0 0,-1 1 0 0 0,0-1 0 0 0,0 1 1 0 0,0 0-1 0 0,0 0 0 0 0,0 0 0 0 0,0 0 0 0 0,0 0 0 0 0,-1 0 1 0 0,1 0-1 0 0,-1 1 0 0 0,1 0 0 0 0,-1-1 0 0 0,0 1 0 0 0,0 0 1 0 0,1 0-1 0 0,-1 0 0 0 0,0 1 0 0 0,0-1 0 0 0,0 1 1 0 0,0-1-1 0 0,0 1 0 0 0,0 0 0 0 0,0 0 0 0 0,0 0 0 0 0,0 1 1 0 0,0-1-1 0 0,0 1 0 0 0,-5 1 0 0 0,-2 3 9 0 0,1 0 0 0 0,0 0 1 0 0,0 1-1 0 0,0 1 0 0 0,1-1 0 0 0,-1 1 0 0 0,2 1 0 0 0,-1-1 1 0 0,-9 14-1 0 0,13-16-54 0 0,1-1 0 0 0,0 1 0 0 0,0 0 0 0 0,1 1 0 0 0,-1-1 0 0 0,1 0 0 0 0,0 1 0 0 0,0-1 0 0 0,1 1 0 0 0,0 0 0 0 0,0 0 0 0 0,0-1 0 0 0,1 1 0 0 0,-1 0 0 0 0,2 0 0 0 0,-1 0 0 0 0,0-1 0 0 0,1 1 0 0 0,2 6 0 0 0,-1-5 30 0 0,0-1 1 0 0,1 1-1 0 0,0 0 1 0 0,1-1-1 0 0,-1 0 0 0 0,1 0 1 0 0,8 9-1 0 0,3 2 291 0 0,19 17 0 0 0,5 4 322 0 0,16 19 230 0 0,16 16-428 0 0,-63-62-531 0 0,1 0 0 0 0,-2 0 0 0 0,1 1 0 0 0,-1 0 0 0 0,6 16 0 0 0,-13-28 6 0 0,1 1 0 0 0,-1 0 1 0 0,0 0-1 0 0,0 0 1 0 0,1 0-1 0 0,-1 0 0 0 0,0 0 1 0 0,0 0-1 0 0,0-1 0 0 0,0 1 1 0 0,0 0-1 0 0,0 0 1 0 0,0 0-1 0 0,-1 0 0 0 0,1 0 1 0 0,0 0-1 0 0,0 0 1 0 0,-1-1-1 0 0,1 1 0 0 0,0 0 1 0 0,-1 0-1 0 0,1 0 0 0 0,-2 0 1 0 0,1 1 10 0 0,0-1 0 0 0,-1 1 1 0 0,0-1-1 0 0,1 0 0 0 0,-1 1 1 0 0,0-1-1 0 0,0 0 0 0 0,1 0 1 0 0,-1 0-1 0 0,-2 0 0 0 0,-2 1 14 0 0,1-1 0 0 0,0 1 0 0 0,0-1 0 0 0,-1 0 0 0 0,1-1-1 0 0,-1 1 1 0 0,-6-1 0 0 0,-71-16 88 0 0,63 11-93 0 0,12 3-4 0 0,1 0 0 0 0,0-1 1 0 0,0 0-1 0 0,0 0 0 0 0,1-1 0 0 0,-1 1 1 0 0,1-1-1 0 0,0-1 0 0 0,0 1 1 0 0,0-1-1 0 0,1 0 0 0 0,-1-1 1 0 0,1 1-1 0 0,0-1 0 0 0,1 0 1 0 0,0 0-1 0 0,0 0 0 0 0,0-1 0 0 0,0 1 1 0 0,-2-10-1 0 0,4 13-13 0 0,1 0 1 0 0,0-1-1 0 0,0 1 0 0 0,0-1 0 0 0,0 1 1 0 0,1-1-1 0 0,0 1 0 0 0,-1-1 0 0 0,1 1 1 0 0,0-1-1 0 0,1 0 0 0 0,-1 1 1 0 0,1-1-1 0 0,-1 1 0 0 0,1-1 0 0 0,2-3 1 0 0,0-3 15 0 0,0 3 10 0 0,-1 1 0 0 0,1-1 0 0 0,0 1 0 0 0,0 0 0 0 0,0 0-1 0 0,1 0 1 0 0,0 0 0 0 0,9-9 0 0 0,-5 7-21 0 0,2-3 0 0 0,1 0 0 0 0,0 1 0 0 0,1 0 0 0 0,0 1 0 0 0,1 0 0 0 0,13-7 0 0 0,13-5-484 0 0,-26 12 1 0 0,23-8 1 0 0,62-28-5980 0 0,-66 35 4342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1.235"/>
    </inkml:context>
    <inkml:brush xml:id="br0">
      <inkml:brushProperty name="width" value="0.05" units="cm"/>
      <inkml:brushProperty name="height" value="0.05" units="cm"/>
      <inkml:brushProperty name="color" value="#E71224"/>
    </inkml:brush>
  </inkml:definitions>
  <inkml:trace contextRef="#ctx0" brushRef="#br0">1 123 22231 0 0,'0'0'2011'0'0,"0"2"-1654"0"0,1 14 44 0 0,1-1 0 0 0,4 19 1 0 0,0-6 669 0 0,6 39 297 0 0,-3-20-607 0 0,-2 1-1 0 0,2 60 0 0 0,-9-100-721 0 0,0 7 26 0 0,0-1 0 0 0,-1 1 1 0 0,-4 21-1 0 0,4-28-76 0 0,-1 1 311 0 0,0-9-164 0 0,-2-5-102 0 0,-2-8 3 0 0,1-1 1 0 0,1 1 0 0 0,0-1 0 0 0,0 0 0 0 0,-1-17-1 0 0,1-1 69 0 0,1-41-1 0 0,4 25-209 0 0,6-50-1 0 0,-4 75 58 0 0,2 1 0 0 0,0-1-1 0 0,1 1 1 0 0,11-26 0 0 0,-13 40 47 0 0,-1 0 0 0 0,1 0 1 0 0,1 0-1 0 0,0 1 1 0 0,0 0-1 0 0,0 0 0 0 0,1 0 1 0 0,10-10-1 0 0,-13 14-9 0 0,0 1-1 0 0,1 0 0 0 0,-1 0 1 0 0,0 0-1 0 0,1 0 0 0 0,-1 0 1 0 0,1 1-1 0 0,0-1 1 0 0,-1 1-1 0 0,1 0 0 0 0,0 0 1 0 0,0 1-1 0 0,0-1 1 0 0,0 1-1 0 0,0 0 0 0 0,-1 0 1 0 0,1 0-1 0 0,0 0 1 0 0,0 1-1 0 0,0 0 0 0 0,6 1 1 0 0,-3 1 13 0 0,-1 0 0 0 0,0 0 0 0 0,0 0-1 0 0,0 0 1 0 0,0 1 0 0 0,0 0 0 0 0,-1 0 0 0 0,0 1 0 0 0,0-1 0 0 0,0 1 0 0 0,0 0 0 0 0,-1 1 0 0 0,0-1 0 0 0,0 1 0 0 0,0 0 0 0 0,5 12 0 0 0,-6-13 13 0 0,-1 1 1 0 0,1 0 0 0 0,-1 1 0 0 0,-1-1 0 0 0,1 0-1 0 0,-1 1 1 0 0,0-1 0 0 0,0 1 0 0 0,-1-1-1 0 0,0 1 1 0 0,0-1 0 0 0,0 1 0 0 0,-1-1-1 0 0,0 1 1 0 0,-1-1 0 0 0,1 0 0 0 0,-6 13-1 0 0,4-12 25 0 0,-1 1 0 0 0,0-1 0 0 0,-1 0-1 0 0,0 0 1 0 0,0 0 0 0 0,0-1-1 0 0,-1 1 1 0 0,-9 7 0 0 0,12-11-20 0 0,-2 0-1 0 0,1-1 1 0 0,0 1 0 0 0,0-1-1 0 0,-1 0 1 0 0,1 0 0 0 0,-1-1-1 0 0,0 1 1 0 0,0-1 0 0 0,1 0 0 0 0,-1 0-1 0 0,0-1 1 0 0,0 1 0 0 0,0-1-1 0 0,-9-1 1 0 0,7 0-201 0 0,-1 0 1 0 0,1 0-1 0 0,0-1 1 0 0,0 0-1 0 0,0-1 1 0 0,0 1-1 0 0,0-1 1 0 0,0-1-1 0 0,1 1 0 0 0,-1-1 1 0 0,-5-5-1 0 0,-6-3-10534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325"/>
    </inkml:context>
    <inkml:brush xml:id="br0">
      <inkml:brushProperty name="width" value="0.05" units="cm"/>
      <inkml:brushProperty name="height" value="0.05" units="cm"/>
      <inkml:brushProperty name="color" value="#E71224"/>
    </inkml:brush>
  </inkml:definitions>
  <inkml:trace contextRef="#ctx0" brushRef="#br0">112 18 4607 0 0,'0'0'354'0'0,"-22"2"12270"0"0,21-3-12217 0 0,-4-12-494 0 0,4 7 2181 0 0,1 9-1733 0 0,-1-1 0 0 0,1 0 0 0 0,0 0 0 0 0,-1 0-1 0 0,1 0 1 0 0,-1 0 0 0 0,-1 3 0 0 0,-2-1-220 0 0,0 1-1 0 0,1 0 1 0 0,-1 0 0 0 0,1 1 0 0 0,0-1 0 0 0,0 1-1 0 0,1-1 1 0 0,-4 13 0 0 0,-10 53 397 0 0,12-48-350 0 0,-6 31 109 0 0,3 0-1 0 0,2 1 1 0 0,2-1-1 0 0,9 109 1 0 0,-3-141-94 0 0,0-1 0 0 0,2 1 1 0 0,10 29-1 0 0,-12-43-132 0 0,1 1-1 0 0,0-1 1 0 0,0 0-1 0 0,0 0 1 0 0,1 0-1 0 0,1-1 1 0 0,-1 0-1 0 0,1 0 1 0 0,0 0 0 0 0,13 11-1 0 0,-5-9 62 0 0,1 0 0 0 0,28 13-1 0 0,5 2 127 0 0,-46-22-241 0 0,1 0-1 0 0,-1-1 0 0 0,1 1 0 0 0,0-1 0 0 0,-1 0 0 0 0,1 0 0 0 0,0 0 0 0 0,0 0 0 0 0,0 0 0 0 0,0-1 1 0 0,0 1-1 0 0,0-1 0 0 0,0 0 0 0 0,0 0 0 0 0,0 0 0 0 0,0 0 0 0 0,0-1 0 0 0,-1 1 0 0 0,1-1 0 0 0,0 0 1 0 0,0 1-1 0 0,0-1 0 0 0,0 0 0 0 0,-1-1 0 0 0,4-1 0 0 0,20-10 167 0 0,-21 11-145 0 0,-1 0 0 0 0,1 0 0 0 0,0 0 0 0 0,-1-1 1 0 0,0 0-1 0 0,0 0 0 0 0,6-5 0 0 0,-2-2-8 0 0,0 0 1 0 0,0-1-1 0 0,-1 0 1 0 0,0-1-1 0 0,-1 1 1 0 0,0-1-1 0 0,-1 0 0 0 0,0-1 1 0 0,-1 1-1 0 0,-1-1 1 0 0,0 0-1 0 0,0 0 1 0 0,0-16-1 0 0,-1-8 64 0 0,-1-1-1 0 0,-3 1 1 0 0,-8-54-1 0 0,6 63-105 0 0,-1-1 0 0 0,-19-53 0 0 0,19 68 8 0 0,0 1-1 0 0,-2 0 1 0 0,0 0-1 0 0,0 0 1 0 0,-1 1-1 0 0,0 0 1 0 0,-19-19-1 0 0,25 28 5 0 0,-1 1 0 0 0,0 0 1 0 0,0 0-1 0 0,0 0 0 0 0,0 0 0 0 0,0 0 0 0 0,0 1 1 0 0,-1-1-1 0 0,1 1 0 0 0,-1 0 0 0 0,1 0 0 0 0,-1 0 0 0 0,1 0 1 0 0,-1 1-1 0 0,1 0 0 0 0,-1-1 0 0 0,-6 2 0 0 0,7-1 0 0 0,0 0-1 0 0,0 1 0 0 0,1-1 0 0 0,-1 1 1 0 0,0 0-1 0 0,0 0 0 0 0,0 0 0 0 0,0 0 1 0 0,1 1-1 0 0,-1-1 0 0 0,1 1 0 0 0,-1-1 1 0 0,1 1-1 0 0,-1 0 0 0 0,1 0 0 0 0,0 0 0 0 0,0 0 1 0 0,0 1-1 0 0,0-1 0 0 0,0 0 0 0 0,-1 4 1 0 0,0 1-6 0 0,0 0-1 0 0,1 0 1 0 0,0 0 0 0 0,0 0 0 0 0,0 0 0 0 0,1 1-1 0 0,0-1 1 0 0,1 1 0 0 0,0-1 0 0 0,0 1 0 0 0,0-1-1 0 0,2 9 1 0 0,2 4 64 0 0,0 1-1 0 0,2-1 1 0 0,8 22-1 0 0,-5-19-24 0 0,0 0 1 0 0,2 0-1 0 0,1-1 0 0 0,0-1 1 0 0,2 0-1 0 0,1-1 0 0 0,0 0 1 0 0,1-1-1 0 0,1-1 0 0 0,1 0 1 0 0,25 19-1 0 0,-33-30-2 0 0,3 3-35 0 0,1-1-1 0 0,0 0 1 0 0,20 9-1 0 0,-6-4-546 0 0,-21-11 151 0 0,0 1 1 0 0,0-1-1 0 0,0 0 0 0 0,8 2 1 0 0,-11-4-739 0 0,-1-1 0 0 0,1 1 0 0 0,0-1 0 0 0,0 0 0 0 0,0 0 0 0 0,6-1 0 0 0,13-3-7600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605"/>
    </inkml:context>
    <inkml:brush xml:id="br0">
      <inkml:brushProperty name="width" value="0.05" units="cm"/>
      <inkml:brushProperty name="height" value="0.05" units="cm"/>
      <inkml:brushProperty name="color" value="#E71224"/>
    </inkml:brush>
  </inkml:definitions>
  <inkml:trace contextRef="#ctx0" brushRef="#br0">269 22 16327 0 0,'-2'-1'746'0'0,"-3"-2"-475"0"0,0 1 1 0 0,0-1-1 0 0,-1 1 1 0 0,1-1-1 0 0,-1 2 1 0 0,0-1-1 0 0,1 1 1 0 0,-10-2-1 0 0,11 3 24 0 0,0 0-1 0 0,0 0 1 0 0,1 0 0 0 0,-1 1 0 0 0,0-1-1 0 0,1 1 1 0 0,-1 0 0 0 0,1 0-1 0 0,-1 0 1 0 0,1 0 0 0 0,-1 1-1 0 0,1 0 1 0 0,0-1 0 0 0,0 1-1 0 0,-5 4 1 0 0,-4 4 111 0 0,1 1 0 0 0,-1 1 0 0 0,2 0-1 0 0,0 0 1 0 0,0 1 0 0 0,1 1 0 0 0,-8 15 0 0 0,7-9-11 0 0,1 0 0 0 0,0 1-1 0 0,2-1 1 0 0,-9 38 0 0 0,14-43-345 0 0,0 0-1 0 0,1 0 0 0 0,1 0 0 0 0,0 0 1 0 0,1 0-1 0 0,0 0 0 0 0,1 0 0 0 0,1-1 1 0 0,1 1-1 0 0,0-1 0 0 0,0 1 0 0 0,2-1 1 0 0,0 0-1 0 0,0-1 0 0 0,1 0 0 0 0,17 24 1 0 0,-20-33-56 0 0,-1 0 0 0 0,1 0 0 0 0,0 0 1 0 0,-1 0-1 0 0,2-1 0 0 0,-1 0 0 0 0,0 0 1 0 0,1 0-1 0 0,-1 0 0 0 0,1-1 1 0 0,0 0-1 0 0,0 0 0 0 0,0 0 0 0 0,0 0 1 0 0,6 0-1 0 0,-8-1-118 0 0,0-1 1 0 0,1 0-1 0 0,-1 0 1 0 0,0 0-1 0 0,1 0 1 0 0,-1 0 0 0 0,0-1-1 0 0,0 1 1 0 0,1-1-1 0 0,-1 0 1 0 0,0 0-1 0 0,0 0 1 0 0,0 0-1 0 0,0-1 1 0 0,0 1-1 0 0,0-1 1 0 0,-1 0 0 0 0,1 0-1 0 0,0 0 1 0 0,-1 0-1 0 0,1 0 1 0 0,-1-1-1 0 0,0 1 1 0 0,0-1-1 0 0,0 1 1 0 0,2-4-1 0 0,5-11-1430 0 0,12-24-1 0 0,-8 9-153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2.879"/>
    </inkml:context>
    <inkml:brush xml:id="br0">
      <inkml:brushProperty name="width" value="0.05" units="cm"/>
      <inkml:brushProperty name="height" value="0.05" units="cm"/>
      <inkml:brushProperty name="color" value="#E71224"/>
    </inkml:brush>
  </inkml:definitions>
  <inkml:trace contextRef="#ctx0" brushRef="#br0">2 1 20735 0 0,'0'0'951'0'0,"0"3"-25"0"0,-1 15-561 0 0,1 1-1 0 0,0-1 1 0 0,7 36-1 0 0,19 58 2598 0 0,-5-18-1596 0 0,7 38 82 0 0,16 98 274 0 0,-36-179-1426 0 0,3 19-33 0 0,4 115 0 0 0,-14-162-1 0 0,-1-9-1713 0 0,1-4-2856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3.035"/>
    </inkml:context>
    <inkml:brush xml:id="br0">
      <inkml:brushProperty name="width" value="0.05" units="cm"/>
      <inkml:brushProperty name="height" value="0.05" units="cm"/>
      <inkml:brushProperty name="color" value="#E71224"/>
    </inkml:brush>
  </inkml:definitions>
  <inkml:trace contextRef="#ctx0" brushRef="#br0">0 24 15199 0 0,'3'0'8035'0'0,"38"-5"-4098"0"0,24-6-2618 0 0,-51 8-1325 0 0,1 1 1 0 0,0 0-1 0 0,0 1 0 0 0,15 1 1 0 0,-20 2-1322 0 0,-2 1-497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3.179"/>
    </inkml:context>
    <inkml:brush xml:id="br0">
      <inkml:brushProperty name="width" value="0.05" units="cm"/>
      <inkml:brushProperty name="height" value="0.05" units="cm"/>
      <inkml:brushProperty name="color" value="#E71224"/>
    </inkml:brush>
  </inkml:definitions>
  <inkml:trace contextRef="#ctx0" brushRef="#br0">1 12 3679 0 0,'0'0'20784'0'0,"9"3"-19328"0"0,1-2-792 0 0,1 1-160 0 0,1-4-32 0 0,-1 1-568 0 0,0-2-104 0 0,-2-4-24 0 0,0 2-7016 0 0,3 8-1400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6.874"/>
    </inkml:context>
    <inkml:brush xml:id="br0">
      <inkml:brushProperty name="width" value="0.05" units="cm"/>
      <inkml:brushProperty name="height" value="0.05" units="cm"/>
      <inkml:brushProperty name="color" value="#E71224"/>
    </inkml:brush>
  </inkml:definitions>
  <inkml:trace contextRef="#ctx0" brushRef="#br0">263 0 15519 0 0,'-3'1'712'0'0,"-1"-1"-409"0"0,-1 1-16 0 0,-1-1 2709 0 0,12 11-1771 0 0,-2-8-1118 0 0,-1 1 0 0 0,0 0 1 0 0,1 0-1 0 0,-1 0 0 0 0,-1 1 1 0 0,1-1-1 0 0,-1 1 0 0 0,3 4 0 0 0,-4-6-40 0 0,-1-1 0 0 0,1 1 0 0 0,-1-1 0 0 0,1 1 0 0 0,-1-1 0 0 0,0 1 0 0 0,0-1 0 0 0,0 1 0 0 0,0 0 0 0 0,0-1 0 0 0,0 1 0 0 0,-1-1 0 0 0,1 1-1 0 0,-1-1 1 0 0,0 1 0 0 0,0-1 0 0 0,0 0 0 0 0,-2 4 0 0 0,-22 33 721 0 0,-5 9-125 0 0,-2 9-309 0 0,-2-2-1 0 0,-68 83 1 0 0,74-95-160 0 0,5-8 104 0 0,22-34-78 0 0,8 3 428 0 0,3-5-509 0 0,0 0 0 0 0,18-5 0 0 0,8-1 44 0 0,6-1-152 0 0,-29 5 2 0 0,1 1-1 0 0,25-2 0 0 0,-6 4 55 0 0,-12 1-2 0 0,0-1 1 0 0,21-3 0 0 0,-17 0 66 0 0,1 2 0 0 0,36 2 0 0 0,-11 3-872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095"/>
    </inkml:context>
    <inkml:brush xml:id="br0">
      <inkml:brushProperty name="width" value="0.05" units="cm"/>
      <inkml:brushProperty name="height" value="0.05" units="cm"/>
      <inkml:brushProperty name="color" value="#E71224"/>
    </inkml:brush>
  </inkml:definitions>
  <inkml:trace contextRef="#ctx0" brushRef="#br0">1 0 17623 0 0,'0'0'3918'0'0,"0"3"-2819"0"0,5 52 1621 0 0,-1-12-1561 0 0,22 307 2429 0 0,-25-338-3799 0 0,0-1 0 0 0,1 0 0 0 0,0 0 0 0 0,1 0 0 0 0,7 19-1 0 0,-2-20-2372 0 0,-1-2 1087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465"/>
    </inkml:context>
    <inkml:brush xml:id="br0">
      <inkml:brushProperty name="width" value="0.05" units="cm"/>
      <inkml:brushProperty name="height" value="0.05" units="cm"/>
      <inkml:brushProperty name="color" value="#E71224"/>
    </inkml:brush>
  </inkml:definitions>
  <inkml:trace contextRef="#ctx0" brushRef="#br0">0 79 22895 0 0,'0'0'521'0'0,"2"4"73"0"0,0 0-480 0 0,-1 0 0 0 0,0 0 0 0 0,0 0 0 0 0,0 0 0 0 0,0 0 0 0 0,0 0 0 0 0,-1 1 0 0 0,0-1 0 0 0,0 0 0 0 0,0 0 0 0 0,-2 7 0 0 0,1 0 22 0 0,1-1 0 0 0,0 0 0 0 0,0 1-1 0 0,1-1 1 0 0,1 1 0 0 0,0-1 0 0 0,0 0 0 0 0,1 0 0 0 0,0 0 0 0 0,0 0 0 0 0,1 0 0 0 0,1-1 0 0 0,0 0 0 0 0,0 1 0 0 0,0-2 0 0 0,9 11 0 0 0,-7-10-27 0 0,0-1 1 0 0,1 1 0 0 0,1-2 0 0 0,-1 1 0 0 0,1-1 0 0 0,0 0 0 0 0,1-1 0 0 0,-1 0 0 0 0,1 0 0 0 0,0-1 0 0 0,1 0 0 0 0,-1-1 0 0 0,1 0 0 0 0,19 3 0 0 0,-27-6-103 0 0,1-1 1 0 0,0 0-1 0 0,0 0 1 0 0,0 0 0 0 0,0 0-1 0 0,-1-1 1 0 0,1 1-1 0 0,0-1 1 0 0,0 0-1 0 0,-1 0 1 0 0,1-1 0 0 0,-1 1-1 0 0,1-1 1 0 0,-1 1-1 0 0,1-1 1 0 0,-1 0 0 0 0,0-1-1 0 0,0 1 1 0 0,0 0-1 0 0,4-5 1 0 0,-3 3-1 0 0,0-1 1 0 0,0 0-1 0 0,-1 0 1 0 0,1 0-1 0 0,-1 0 1 0 0,0-1-1 0 0,-1 1 0 0 0,1-1 1 0 0,-1 1-1 0 0,0-1 1 0 0,-1 0-1 0 0,2-7 1 0 0,-2 2 19 0 0,0 0 0 0 0,-1 0 0 0 0,0-1 0 0 0,-1 1 0 0 0,0 0 0 0 0,-1 0 0 0 0,0 0 0 0 0,-1 1 0 0 0,0-1 0 0 0,0 0 0 0 0,-9-16 0 0 0,6 15-1 0 0,-1 1 1 0 0,0-1-1 0 0,0 1 1 0 0,-2 0-1 0 0,1 1 1 0 0,-1 0 0 0 0,-1 0-1 0 0,0 1 1 0 0,-13-10-1 0 0,6 6 11 0 0,9 7-3 0 0,0 0 1 0 0,0 0-1 0 0,-10-4 1 0 0,15 8-30 0 0,1 1 0 0 0,-1 0 0 0 0,1 0 0 0 0,-1 0 0 0 0,0 1 0 0 0,1-1 0 0 0,-1 1 0 0 0,0-1 0 0 0,0 1 0 0 0,1 0 1 0 0,-1 0-1 0 0,0 0 0 0 0,0 1 0 0 0,0-1 0 0 0,-4 2 0 0 0,-1 0-444 0 0,1 1 1 0 0,-15 7-1 0 0,20-9 286 0 0,0 1-1 0 0,-1-1 1 0 0,1 1-1 0 0,0-1 1 0 0,0 1-1 0 0,0-1 1 0 0,1 1-1 0 0,-1 0 0 0 0,0 0 1 0 0,1 0-1 0 0,-1 0 1 0 0,1 0-1 0 0,-2 4 1 0 0,1 4-1534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7.660"/>
    </inkml:context>
    <inkml:brush xml:id="br0">
      <inkml:brushProperty name="width" value="0.05" units="cm"/>
      <inkml:brushProperty name="height" value="0.05" units="cm"/>
      <inkml:brushProperty name="color" value="#E71224"/>
    </inkml:brush>
  </inkml:definitions>
  <inkml:trace contextRef="#ctx0" brushRef="#br0">1 44 14279 0 0,'2'0'3536'0'0,"3"0"-2122"0"0,0-1-1 0 0,0 0 0 0 0,0-1 0 0 0,8-2 1 0 0,9-3 198 0 0,38-12 237 0 0,-52 17-1782 0 0,-5 2-68 0 0,0-1-1 0 0,0 0 1 0 0,0 1 0 0 0,0 0-1 0 0,1 0 1 0 0,-1 0-1 0 0,0 0 1 0 0,4 0 0 0 0,-6 1-120 0 0,0-1 1 0 0,0 0-1 0 0,0 0 0 0 0,0 0 1 0 0,0 0-1 0 0,-1 0 1 0 0,1-1-1 0 0,0 1 1 0 0,0 0-1 0 0,0 0 1 0 0,0-1-1 0 0,2 0 0 0 0,-2 1-178 0 0,7-3-1761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8.165"/>
    </inkml:context>
    <inkml:brush xml:id="br0">
      <inkml:brushProperty name="width" value="0.05" units="cm"/>
      <inkml:brushProperty name="height" value="0.05" units="cm"/>
      <inkml:brushProperty name="color" value="#E71224"/>
    </inkml:brush>
  </inkml:definitions>
  <inkml:trace contextRef="#ctx0" brushRef="#br0">41 34 22687 0 0,'0'0'2284'0'0,"1"-1"-2093"0"0,1-2-94 0 0,0 1 1 0 0,1 0 0 0 0,-1 0-1 0 0,0 0 1 0 0,1 0 0 0 0,0 0-1 0 0,-1 1 1 0 0,1-1 0 0 0,0 1-1 0 0,0 0 1 0 0,5-2 0 0 0,-2 1 167 0 0,0 0-1 0 0,0 0 1 0 0,0 1 0 0 0,0 0 0 0 0,8 0 0 0 0,-2 1-56 0 0,0 1-1 0 0,0 1 0 0 0,-1 0 1 0 0,1 1-1 0 0,-1 0 1 0 0,1 1-1 0 0,-1 0 1 0 0,11 6-1 0 0,-20-8-195 0 0,1-1 0 0 0,-1 1-1 0 0,0 0 1 0 0,0 0 0 0 0,0 0 0 0 0,0 0 0 0 0,0 1-1 0 0,-1-1 1 0 0,1 0 0 0 0,-1 1 0 0 0,1-1 0 0 0,1 6-1 0 0,1 1 15 0 0,-1 0-1 0 0,3 14 0 0 0,-4-12-15 0 0,0 1 0 0 0,-1-1 0 0 0,-1 1 0 0 0,0-1 0 0 0,-1 1 0 0 0,0-1 0 0 0,0 0 0 0 0,-1 1-1 0 0,-1-1 1 0 0,0 0 0 0 0,0 0 0 0 0,-1 0 0 0 0,-6 11 0 0 0,2-7-45 0 0,-1 1 0 0 0,0-2 0 0 0,-1 1 0 0 0,-1-1 0 0 0,0-1-1 0 0,-1 0 1 0 0,-26 23 0 0 0,-27 6-32 0 0,57-36 66 0 0,0 0 0 0 0,0 0 0 0 0,-1-1 0 0 0,0 0 0 0 0,0 0 0 0 0,-11 4 0 0 0,13-8 56 0 0,6 0 309 0 0,2-2-274 0 0,-1 0-83 0 0,1 1-1 0 0,-1-1 1 0 0,1 1 0 0 0,-1-1 0 0 0,1 1 0 0 0,0 0 0 0 0,-1-1 0 0 0,1 1 0 0 0,0 0-1 0 0,-1-1 1 0 0,1 1 0 0 0,0 0 0 0 0,-1 0 0 0 0,1 0 0 0 0,0 0 0 0 0,0-1 0 0 0,-1 1-1 0 0,1 0 1 0 0,0 0 0 0 0,-1 0 0 0 0,1 1 0 0 0,0-1 0 0 0,0 0 0 0 0,0 0 0 0 0,2 1 28 0 0,57-6 400 0 0,-30 5-315 0 0,-1-1 1 0 0,1-1-1 0 0,50-10 0 0 0,-9-6-2843 0 0,-55 13-4357 0 0,-3-1-2269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7-09T06:50:28.695"/>
    </inkml:context>
    <inkml:brush xml:id="br0">
      <inkml:brushProperty name="width" value="0.05" units="cm"/>
      <inkml:brushProperty name="height" value="0.05" units="cm"/>
      <inkml:brushProperty name="color" value="#E71224"/>
    </inkml:brush>
  </inkml:definitions>
  <inkml:trace contextRef="#ctx0" brushRef="#br0">34 285 22575 0 0,'0'0'513'0'0,"-3"15"1241"0"0,1-9-1635 0 0,1 1-1 0 0,0-1 1 0 0,0 1 0 0 0,1-1-1 0 0,0 1 1 0 0,0-1 0 0 0,2 13 0 0 0,14 48 2109 0 0,-7-29-1682 0 0,2 11 70 0 0,0-9-173 0 0,-3 2-1 0 0,-2-1 0 0 0,2 53 0 0 0,-21-104-314 0 0,10 4-111 0 0,-1 1 0 0 0,1 0 0 0 0,-1-1 0 0 0,1 1 0 0 0,1-1 0 0 0,-1 0 0 0 0,1 0 1 0 0,-2-6-1 0 0,-8-51 194 0 0,9 47-192 0 0,1 2-19 0 0,-33-223-108 0 0,32 200 83 0 0,2 0-1 0 0,1 0 0 0 0,2 0 1 0 0,9-50-1 0 0,-9 80-10 0 0,-1 0 0 0 0,1 0 0 0 0,1 0 0 0 0,-1 1 0 0 0,1-1 0 0 0,0 1 0 0 0,1 0 0 0 0,-1 0 0 0 0,1 0 0 0 0,9-10 0 0 0,-11 14 34 0 0,0 0 0 0 0,0 0 1 0 0,0 0-1 0 0,1 1 0 0 0,-1-1 0 0 0,0 1 0 0 0,1-1 1 0 0,-1 1-1 0 0,1 0 0 0 0,-1 0 0 0 0,1 0 0 0 0,0 0 1 0 0,-1 0-1 0 0,1 1 0 0 0,0-1 0 0 0,-1 1 0 0 0,1 0 1 0 0,0 0-1 0 0,0 0 0 0 0,0 0 0 0 0,-1 0 0 0 0,1 1 1 0 0,0-1-1 0 0,0 1 0 0 0,-1 0 0 0 0,1 0 0 0 0,-1 0 0 0 0,1 0 1 0 0,-1 0-1 0 0,4 2 0 0 0,0 0 24 0 0,-1 1 1 0 0,1 0-1 0 0,-1 0 1 0 0,0 0-1 0 0,0 1 0 0 0,0 0 1 0 0,0 0-1 0 0,-1 0 0 0 0,0 0 1 0 0,0 1-1 0 0,-1 0 1 0 0,1 0-1 0 0,-1 0 0 0 0,0 0 1 0 0,-1 0-1 0 0,1 0 0 0 0,-1 1 1 0 0,-1-1-1 0 0,2 10 1 0 0,-2-6 76 0 0,0-1 1 0 0,0 0 0 0 0,-2 1 0 0 0,1-1-1 0 0,-1 0 1 0 0,0 1 0 0 0,-1-1 0 0 0,0 0-1 0 0,0 0 1 0 0,-1 0 0 0 0,0 0 0 0 0,-1-1-1 0 0,-6 13 1 0 0,7-17-82 0 0,0 1 0 0 0,0 0 1 0 0,-1-1-1 0 0,1 0 0 0 0,-1 0 0 0 0,0 0 0 0 0,0 0 0 0 0,0-1 0 0 0,0 0 1 0 0,-1 1-1 0 0,0-1 0 0 0,1-1 0 0 0,-1 1 0 0 0,-7 2 0 0 0,6-3-215 0 0,0-1 0 0 0,-1 1 0 0 0,1-1 0 0 0,-1-1 0 0 0,1 1 0 0 0,-1-1-1 0 0,1 0 1 0 0,-1 0 0 0 0,1-1 0 0 0,-1 0 0 0 0,-9-2 0 0 0,6 1-1210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27:06.997"/>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27:15.061"/>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53:42.342"/>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5:53:42.343"/>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6:11:49.891"/>
    </inkml:context>
    <inkml:brush xml:id="br0">
      <inkml:brushProperty name="width" value="0.1" units="cm"/>
      <inkml:brushProperty name="height" value="0.1" units="cm"/>
      <inkml:brushProperty name="ignorePressure" value="1"/>
    </inkml:brush>
  </inkml:definitions>
  <inkml:trace contextRef="#ctx0" brushRef="#br0">0 10487 0 0,'40'-33'0'0,"-14"10"0"0,2 0 0 0,3770-3164 0 0,525-441 0 0,-1444 1213 0 0,-1495 1253 0 0,-1374 1154 0 0,-1 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OA" name="resolution" value="1000" units="1/deg"/>
          <inkml:channelProperty channel="OE" name="resolution" value="1000" units="1/deg"/>
        </inkml:channelProperties>
      </inkml:inkSource>
      <inkml:timestamp xml:id="ts0" timeString="2026-07-16T06:11:49.892"/>
    </inkml:context>
    <inkml:brush xml:id="br0">
      <inkml:brushProperty name="width" value="0.1" units="cm"/>
      <inkml:brushProperty name="height" value="0.1" units="cm"/>
      <inkml:brushProperty name="ignorePressure" value="1"/>
    </inkml:brush>
  </inkml:definitions>
  <inkml:trace contextRef="#ctx0" brushRef="#br0">11 11 0 0,'-11'-11'0'0,"250"250"0"0,9665 9665 0 0,-9189-9189 0 0,-702-702 0 0,1 1 0 0,-1-1 0 0,-1-1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7-06T09:58:08.555"/>
    </inkml:context>
    <inkml:brush xml:id="br0">
      <inkml:brushProperty name="width" value="0.05" units="cm"/>
      <inkml:brushProperty name="height" value="0.05" units="cm"/>
      <inkml:brushProperty name="color" value="#004F8B"/>
    </inkml:brush>
  </inkml:definitions>
  <inkml:trace contextRef="#ctx0" brushRef="#br0">0 0 24575,'0'0'-8191</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7-06T09:58:08.555"/>
    </inkml:context>
    <inkml:brush xml:id="br0">
      <inkml:brushProperty name="width" value="0.05" units="cm"/>
      <inkml:brushProperty name="height" value="0.05" units="cm"/>
      <inkml:brushProperty name="color" value="#004F8B"/>
    </inkml:brush>
  </inkml:definitions>
  <inkml:trace contextRef="#ctx0" brushRef="#br0">0 0 24575,'0'0'-8191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7-06T02:35:10.245"/>
    </inkml:context>
    <inkml:brush xml:id="br0">
      <inkml:brushProperty name="width" value="0.05" units="cm"/>
      <inkml:brushProperty name="height" value="0.05" units="cm"/>
      <inkml:brushProperty name="ignorePressure" value="1"/>
    </inkml:brush>
  </inkml:definitions>
  <inkml:trace contextRef="#ctx0" brushRef="#br0">23 114,'0'0,"0"0,0 0,0 0,0-2,-2-6,-4-10,0-12,1 0,1 5</inkml:trace>
</inkml:ink>
</file>

<file path=ppt/ink/inkAction1.xml><?xml version="1.0" encoding="utf-8"?>
<iact:actions xmlns:iact="http://schemas.microsoft.com/office/powerpoint/2014/inkAction" lengthUnit="cm" timeUnit="ms">
  <inkml:definitions xmlns:inkml="http://www.w3.org/2003/InkML">
    <inkml:context xml:id="ctx0">
      <inkml:inkSource xml:id="inkSrc0">
        <inkml:traceFormat>
          <inkml:channel name="X" type="integer" max="25977" units="cm"/>
          <inkml:channel name="Y" type="integer" max="17318" units="cm"/>
          <inkml:channel name="F" type="integer" max="65535" units="dev"/>
          <inkml:channel name="T" type="integer" max="2.14748E9" units="dev"/>
        </inkml:traceFormat>
        <inkml:channelProperties>
          <inkml:channelProperty channel="X" name="resolution" value="1000.26953" units="1/cm"/>
          <inkml:channelProperty channel="Y" name="resolution" value="1000.46216" units="1/cm"/>
          <inkml:channelProperty channel="F" name="resolution" value="0" units="1/dev"/>
          <inkml:channelProperty channel="T" name="resolution" value="1" units="1/dev"/>
        </inkml:channelProperties>
      </inkml:inkSource>
      <inkml:timestamp xml:id="ts0" timeString="2026-07-12T05:33:30.138"/>
    </inkml:context>
    <inkml:brush xml:id="br0">
      <inkml:brushProperty name="width" value="0.08819" units="cm"/>
      <inkml:brushProperty name="height" value="0.35278" units="cm"/>
      <inkml:brushProperty name="color" value="#00B0F0"/>
      <inkml:brushProperty name="tip" value="rectangle"/>
      <inkml:brushProperty name="rasterOp" value="maskPen"/>
    </inkml:brush>
    <inkml:brush xml:id="br1">
      <inkml:brushProperty name="width" value="0.05292" units="cm"/>
      <inkml:brushProperty name="height" value="0.05292" units="cm"/>
      <inkml:brushProperty name="color" value="#00B050"/>
    </inkml:brush>
    <inkml:brush xml:id="br2">
      <inkml:brushProperty name="width" value="0.05292" units="cm"/>
      <inkml:brushProperty name="height" value="0.05292" units="cm"/>
      <inkml:brushProperty name="color" value="#00B0F0"/>
    </inkml:brush>
    <inkml:brush xml:id="br3">
      <inkml:brushProperty name="width" value="0.05292" units="cm"/>
      <inkml:brushProperty name="height" value="0.05292" units="cm"/>
      <inkml:brushProperty name="color" value="#0070C0"/>
    </inkml:brush>
    <inkml:context xml:id="ctx1">
      <inkml:inkSource xml:id="inkSrc50">
        <inkml:traceFormat>
          <inkml:channel name="X" type="integer" max="25977" units="cm"/>
          <inkml:channel name="Y" type="integer" max="17318" units="cm"/>
          <inkml:channel name="T" type="integer" max="2.14748E9" units="dev"/>
        </inkml:traceFormat>
        <inkml:channelProperties>
          <inkml:channelProperty channel="X" name="resolution" value="1000.26953" units="1/cm"/>
          <inkml:channelProperty channel="Y" name="resolution" value="1000.46216" units="1/cm"/>
          <inkml:channelProperty channel="T" name="resolution" value="1" units="1/dev"/>
        </inkml:channelProperties>
      </inkml:inkSource>
      <inkml:timestamp xml:id="ts1" timeString="2026-07-12T05:33:30.138"/>
    </inkml:context>
  </inkml:definitions>
  <iact:action type="add" startTime="7539">
    <iact:property name="dataType"/>
    <iact:actionData xml:id="d0">
      <inkml:trace xmlns:inkml="http://www.w3.org/2003/InkML" xml:id="stk0" contextRef="#ctx0" brushRef="#br0">2480 13345 13247 0,'-4'-2'576'0,"1"0"128"0,3 2-560 0,0 0-144 0,0 0 0 0,-4 0 0 7,-1-1 992-7,1-1 160 15,1 0 48-15,1 0 0 0,2 2 144 0,0 0 16 18,0-1 16-18,-3-1 0 0,3 2-560 0,0 0-112 16,0 0-32-16,0 0 0 0,0 0-96 0,0 0-32 14,10 2 0-14,-3-2 0 0,-7 0 96 0,9 1 0 17,1-1 16-17,-1 2 0 0,0 0 48 1,1 0 0 14,1-2 0-15,1 1 0 0,3 1-128 0,-1 0-32 28,0 0 0-23,2-1 0-1,3 3-96-2,0-4-32 1,0 0 0 7,4 0 0-6,0 0-96 0,-1 0-32 0,-3 2 0-2,1-2 0-1,0 1-32 1,-2-1-16-2,1 0 0 1,-3 2 0 0,-1 2-96-1,1-3-16 1,0 1 0 0,-2 3 0-1,-4-3 16 0,0 2 0 23,3-1 0-22,-3 0 0-1,-1-1-16 1,0 0 0-1,-1-2 0 0,1 2 0 0,0-1 64 0,1 3 16 15,-10-4 0-15,11 0 0 0,-1 2-16 0,-1-1 0 10,1-1 0-10,1 0 0 17,-1-3 32-17,-1 1 0 1,3-1 0-1,-2 1 0 5,3 0-48-5,-3 0-16 6,-1-1 0-6,-1 1 0 19,5 1-160-19,1-1 0 0,-1 2 0 0,3-2 0 15,-2 2 240-15,3 0-48 0,1 0 0 0,3 0 0 16,-2 0-192-16,2 0 144 0,0 0-144 0,0 0 128 0,-1 0 0 0,5 0-128 15,-1 0 192-15,1 0-64 0,1-2-128 0,-4 4-144 16,-1-2 144-15,2 0-208-1,-1 0 208 0,-2 2 0 15,-1-2 0-15,-5 0 0 0,3 2 0 0,-1-2 0 15,-2 0 0-14,-4 0 0-1,8 0 0 0,-6 0 0 16,-2 0 0-16,4 0 0 0,-2 0 0 0,-1 1 192 20,-1-1-48-17,1 0 0-2,-3-3-144-1,6 1-192 19,0 0 32-16,-2 1 16 2,2-1 144-2,-3 0 0-1,1 0 0 1,0 1 0 1,6-3 0-1,-1 2 0 0,0 1 0 23,2-1 0-23,1 2 0-2,1 0 0 0,-1-2 0 0,0 2 0 0,0 0 144-1,1 0 64 1,-2 0 16 0,6 2 0-1,-3 0-224 1,1-2 0 0,-2 1 0-1,0 1 0 1,-2 0 128-1,0 0-128 15,-5-1 0-15,2 1 0 0,1 0 0 0,-1 0 128 20,0-1-128-20,-1 1 0 0,-1 2 0 0,-2-3 0 0,2 1 128 0,-2 0-128 17,-1-1 0-17,-1 1 128 0,1 0-128 0,-1 0 0 4,-1-2 128-4,0 0-128 9,-1 0 0-9,3 0 144 15,1 0-144-15,-2 0 160 0,1-2-160 0,-2 2 160 17,6-2-160-16,-3 0 192-1,1 1-192 0,1-1 192 2,-2 0-192-2,0-1 0 9,0 1 0-9,0 0 128 16,4 1-128-16,0-1 0 19,1-2 0-18,2 3 0-1,2-1 0 0,0 0 128 0,5 0 0 0,-3 1 0 0,1-1-128 0,-3 0 0 16,0 2 0-16,0 0 128 0,-2-2-128 0,2 2 0 15,0 2 0-15,-6-2 0 0,3-2 128 0,-3 2-128 15,-1 0 0-14,-3 0 128-1,4 0-128 0,-4 0 0 10,-2 4 0-10,-4-2 128 21,3-1-128-20,-8-1 0-1,7 2 0 0,2 0 0 0,-2 0 0 0,-7-2 0 13,0 0 128-13,0 0-128 0,0 0 0 0,0 0 0 13,0 0 0-13,0 0 0 15,0 0 0-15,0 0 0 0,0 0 144 0,0 0-144 0,0 0 0 0,0 0 0 35,0 0 0-30,0 0-13584-3,0 0-2640 1</inkml:trace>
    </iact:actionData>
  </iact:action>
  <iact:action type="add" startTime="18688">
    <iact:property name="dataType"/>
    <iact:actionData xml:id="d1">
      <inkml:trace xmlns:inkml="http://www.w3.org/2003/InkML" xml:id="stk1" contextRef="#ctx0" brushRef="#br1">5865 13291 11967 0,'0'0'1072'2,"0"0"-864"10,0 0-208-12,0 0 0 0,-22-17 736 0,22 17 96 17,0 0 32-17,0 0 0 0,0 0 0 0,0 0 0 15,0 0 0-15,0 0 0 0,0 0-80 0,0 0-16 17,0 0 0-14,0 0 0-2,0 0-256 1,0 0-48-2,0 0-16 0,0 0 0 9,0 0 256-9,0 0 64 14,0 0 0-14,9 0 0 0,-9 0 0 0,6-2 16 20,-6 2 0-20,0 0 0 0,9 0-144 0,-9 0-48 20,0 0 0-18,11-2 0-2,-3 0-144 1,-8 2-16-1,9 0-16 0,0 0 0 0,-1-1-128 0,1-1-32 25,-2 0 0-25,4 2 0 0,-1 0 32 0,2-2 0 0,-1-1 0 0,1 1 0 27,4-1-96-21,1 1-32-2,2-2 0 1,4 3 0-4,6 1-32 0,1 0-128 0,-1 0 192 0,3 0-64-1,1 0-128 1,0 0 128-1,4 1-128 1,-8 1 128-1,1 0-128 0,-4-2 192 9,0 0-192-8,-3 2 192 22,-3-2-32-23,-2 0 0 0,-2 1 0 0,-1-1 0 0,-1-1 16 0,-2 2 0 10,-1-1 0-10,-1 0 0 20,-1-1-16-17,-9 1 0 2,0 0 0-2,9 0 0-1,-2 0-160-1,-7 0 160-1,0 0-160 1,0 0 160 1,7 3-160-2,0-1 0 6,-7-2 144-5,0 0-144-1,0 0 128 0,0 0-128 17,6 0 128-17,-6 0-128 0,0 0 176 0,0 0-48 18,0 0 0-18,0 0 0 0,0 0 0 0,7-4 0 16,-3-1 0-15,-4 5 0 0,0 0-128 0,0 0 160 8,0 0-160-9,0 0 160 0,0 0-160 0,0 0 128 18,0 0-128-18,0 0 128 0,0 0-128 0,0 0 0 37,0 0 0-33,0 0 128-1,0 0-2528 1,0 0-512 0</inkml:trace>
    </iact:actionData>
  </iact:action>
  <iact:action type="add" startTime="19283">
    <iact:property name="dataType"/>
    <iact:actionData xml:id="d2">
      <inkml:trace xmlns:inkml="http://www.w3.org/2003/InkML" xml:id="stk2" contextRef="#ctx0" brushRef="#br1">6579 12889 4607 0,'0'0'400'0,"0"0"-400"0,0 0 0 0,0 0 0 16,0 0 2208-16,0 0 352 0,0 0 80 0,0 0 16 20,0 0-1200-20,0 0-240 0,0 0-64 1,0 0 0-1,0 0-80 0,0 0-32 17,0 0 0-16,0 0 0 2,0 0-256-2,0 0-48 1,0 0-16-2,0 0 0 16,0 0-192-16,2 10-32 0,3-3-16 0,0 2 0 17,-1 0-48-16,-1 0-16 0,1-3 0-1,-1 7 0 0,-1-1-64 0,2 0-16 12,-3-2 0-12,5 1 0 0,-5 1-16 0,1 0-16 18,1 0 0-17,-1 2 0-1,2 2-32 1,-1-2 0 22,1 0 0-16,1-2 0-7,-2 0-16 0,1 2-16 21,-2-5 0-20,1 1 0 0,-1 2-96 0,0-1-16 0,-1-2 0-1,1-1 0 1,0 1-128 0,1 0 128-1,-1-1-128 0,0 1 128 0,-2 0-128 1,3 0 0 13,-1-3 0-14,0 3 0 0,-2 0 192 0,0 0 0 16,0-9 0-15,0 10 0-1,0 2-48 0,0 2 0 15,-2-3 0-15,-3-3 0 0,5 3 48 0,-2-1 0 18,0 1 0-18,1-1 0 0,-1 0 16 0,0 1 16 14,-1-1 0-14,-3 1 0 1,3-1-16-1,-1 1 0 17,1-1 0-16,-1 1 0-1,-1-3 96 0,0 1 16 0,-2 1 0 0,4 1 0 14,-3 1-16-14,1 0 0 0,2-1 0 0,-1 1 0 17,1 0 0-17,-1-2 0 0,1 1 0 0,-1-2 0 3,-1 1-32-3,1-1 0 15,-1-2 0-13,5-7 0-2,-3 7-96 0,3-7-32 7,0 0 0-7,-5 7 0 16,-2-2-144-16,0 0 0 0,7-5 0 0,-6 4 128 16,6-4-128-16,0 0 0 0,0 0 144 0,0 0-144 38,0 0-1504-32,0 0-368-4,0 0-80 1</inkml:trace>
    </iact:actionData>
  </iact:action>
  <iact:action type="add" startTime="20718">
    <iact:property name="dataType"/>
    <iact:actionData xml:id="d3">
      <inkml:trace xmlns:inkml="http://www.w3.org/2003/InkML" xml:id="stk3" contextRef="#ctx0" brushRef="#br1">8299 13176 5519 0,'0'0'240'13,"0"0"64"-10,0 0-304-3,0 0 0 0,0-10 0 0,2 3 0 0,0 0 2880 0,1-4 512 0,-6-1 96 0,6-2 32 1,-1-1-2016-1,1-5-400 16,-3 0-80-15,4-3 0 3,-2-1-224-1,-4-4-32-1,-2 0-16-1,3 0 0-1,-1-2-176 0,0 4-16 22,-1 2-16-22,-1 3 0 0,-3-2-224 0,0 4-32 0,-3-2-16 0,1 4 0 17,-3 0-128-17,3 3-16 0,0 2-128 0,1 1 192 20,-3 2-48-18,3 4-16-1,-1 0 0-1,0 3 0 0,1 2 0 0,-1 2 0 18,0 0 0-18,0 1 0 1,1 1 288-1,4 1 48 16,-4 4 16-16,1-1 0 2,1 3-160 0,1-1-16-2,0 2-16 0,0 4 0 0,1 1-128 1,-1 3-32 16,3 0 0-17,0 5 0 0,1 3 128 1,1 3 32 21,0 2 0-16,3 0 0-6,-1-2-48 0,-2 1-16 24,5-1 0-23,0 0 0 0,-1-3 80 1,-1-2 16-1,1-1 0 0,1 1 0 2,0-2 144-2,2 1 48 0,-2-3 0 0,1 2 0-1,-1-3-160 1,-2 0-32 0,3 0 0-1,-3-3 0 2,1-1-48-2,-1 0-16 18,-3-1 0-18,2 0 0 0,0 3-256 0,-2 2 160 15,0 0-160-15,-2-1 128 0,2 0 112 0,0 0 16 17,2 3 0-17,-2-2 0 0,0 0-112 0,0-2-16 15,1-2 0-15,-1-1 0 0,0 0-128 0,0-2 0 15,0-4 0-15,0 1 0 0,-1-1-160 0,-3 0-64 19,1-1-16-19,-1-2 0 20,4-7-2432-16,-3 5-480 0,3-5-112 0</inkml:trace>
    </iact:actionData>
  </iact:action>
  <iact:action type="add" startTime="21172">
    <iact:property name="dataType"/>
    <iact:actionData xml:id="d4">
      <inkml:trace xmlns:inkml="http://www.w3.org/2003/InkML" xml:id="stk4" contextRef="#ctx0" brushRef="#br1">7911 13649 11967 0,'-2'-7'1072'1,"0"1"-864"-1,1-1-208 0,2-2 0 13,3 0 1504-13,1 0 256 0,2-4 48 0,4-3 16 16,-1 2-480-14,4-2-80-1,0-3-32 2,-2 2 0 15,5 1-304-17,-1 0-64-1,0 1-16 0,-1 1 0 0,3 2-400 0,-2-2-64 27,6 5-32-25,1-1 0 0,3-3-224-2,4 5-128 0,1 1 160 0,4 0-160 1,-1 2 128-1,1 1-128 12,-2-1 0-11,0 3 144-1,6 2 112 0,-6 0 32 21,-5 0 0-9,-6 4 0-8,3-3 416-1,-6 3 96 3,-5-1 16-2,1 3 0-2,-2-3-64-2,-1 2-16 8,-3 0 0-7,-1 1 0-1,3-1-160 1,-6 0-48-1,0 2 0 0,0 2 0 0,1 1-48 0,-3-1-16 3,-1 0 0-3,0-1 0 9,-2-8-144-9,1 11-16 22,4-1-16-22,-1 4 0 0,-4-2-96 0,0 1 0 0,0-3-16 0,0 0 0 6,0 1-176-5,0-1 160 13,0 1-160-14,0-1 160 0,0-1-160 0,-2 1 192 15,0 1-192-15,1-3 192 0,1 1-192 0,0-9 0 17,-4 7-192-17,4-7-11712 29,0 0-2320-26</inkml:trace>
    </iact:actionData>
  </iact:action>
  <iact:action type="add" startTime="21527">
    <iact:property name="dataType"/>
    <iact:actionData xml:id="d5">
      <inkml:trace xmlns:inkml="http://www.w3.org/2003/InkML" xml:id="stk5" contextRef="#ctx0" brushRef="#br1">8552 13195 16575 0,'-40'-7'736'1,"26"2"160"0,3 0-720-1,2 0-176 0,2 1 0 0,1 1 0 1,-1-3 3152-1,3 1 608 15,4 5 112-15,4-5 32 0,4-2-2736 0,8 2-528 7,5 1-128-7,-2 3 0 7,-2 2-384-7,-1 3-128 29,1-2 0-25,3 1-9568 4,-3 2-1984-4</inkml:trace>
    </iact:actionData>
  </iact:action>
  <iact:action type="add" startTime="21689">
    <iact:property name="dataType"/>
    <iact:actionData xml:id="d6">
      <inkml:trace xmlns:inkml="http://www.w3.org/2003/InkML" xml:id="stk6" contextRef="#ctx0" brushRef="#br1">8839 13197 11055 0,'0'0'480'3,"0"0"112"-3,0 0-464 1,2 10-128-1,-2-10 0 0,3 9 0 0,4 0 3792 0,0 1 752 5,3 1 128-5,3-1 48 6,2 1-2688-6,1-1-544 15,3 0-96-15,5 1-32 0,1-1-480 0,-1 3-112 18,-1-3 0-18,-1 0-16 0,1 3-320 0,0 1-64 14,1 1-16-13,-1-1 0 0,-1 2-176-1,-3-4-48 15,2 4 0-15,-3-1 0 0,-3 4 64 0,-2 2 16 17,2 0 0-16,-4 2 0 21,-3-2-1744-19,3-2-368 2,-2-3-64-2</inkml:trace>
    </iact:actionData>
  </iact:action>
  <iact:action type="add" startTime="21899">
    <iact:property name="dataType"/>
    <iact:actionData xml:id="d7">
      <inkml:trace xmlns:inkml="http://www.w3.org/2003/InkML" xml:id="stk7" contextRef="#ctx0" brushRef="#br1">9401 13154 27183 0,'0'0'1200'1,"0"0"256"-1,-5 1-1168 14,1 1-288-14,-1 3 0 0,0 0 0 0,1 2 2064 0,1 2 368 12,-2 2 64-11,0 1 0 11,-4 0-976-11,4 2-208 0,-4 0-32-1,-2 1-16 18,1 1-512-15,-4-2-112 0,5 2 0-2,-1 1-16-1,-2 0-240 0,-2 1-64 20,-2-4 0-20,0 0 0 2,3 1-320 0,0-2 144-1,-1 0-144-1,4 0 0 0,-2-5 160 0,3 3-160 12,0 1 128-12,2 0-128 21,4-1-1600-20,3 1-384 2,3-2-96 3</inkml:trace>
    </iact:actionData>
  </iact:action>
  <iact:action type="add" startTime="22160">
    <iact:property name="dataType"/>
    <iact:actionData xml:id="d8">
      <inkml:trace xmlns:inkml="http://www.w3.org/2003/InkML" xml:id="stk8" contextRef="#ctx0" brushRef="#br1">9443 13321 28335 0,'0'0'624'5,"0"0"128"-4,0 0 16-1,0 0 32 0,0 0-640 0,0 0-160 0,10 3 0 0,4-1 0 0,0 1 1360 0,2 2 240 0,-6-1 64 0,4-4 0 4,0 0-768-4,0 0-160 17,0 0-32-15,2 0 0-2,-1-2-400 0,-1-3-96 13,5 2-16-13,-3-1 0 0,-2-1 0 0,3 0-16 18,-4-1 0-18,-1-1 0 1,0 0-32-1,-2 2 0 14,-3-2 0-14,-1 0 0 0,-3 2 0 0,-1-4 0 19,-4 1 0-18,-1-1 0-1,-8-1 32 1,6 1 0-1,-4-2 0 0,-3 4 0 9,0 2 16-9,0 2 0 22,1 1 0-22,-3 2 0 0,6 3 96 0,1 3 32 0,-4 1 0 0,2 3 0 14,1 1-112-14,-1 1-16 0,2 2 0 0,2 1 0 11,-4 1 288-9,2 0 48 23,-1-1 16-21,2 1 0 7,3 0-544-11,1-1 0 4,0-1 0 0,1 0 0-1,-3-2 0-1,4-1 192-1,0-3-64 1,2 1-128-2,-2-9 0 0,7 7 0 0,5-3 0 0,5-3 0 28,8 3-2752-28,6-2-464 0,11 3-96 0</inkml:trace>
    </iact:actionData>
  </iact:action>
  <iact:action type="add" startTime="22460">
    <iact:property name="dataType"/>
    <iact:actionData xml:id="d9">
      <inkml:trace xmlns:inkml="http://www.w3.org/2003/InkML" xml:id="stk9" contextRef="#ctx0" brushRef="#br1">10273 13190 3679 0,'0'0'320'0,"0"0"-320"6,0 0 0-5,-12-2 0-1,2 4 4224 0,3-2 768 20,-4 2 144-20,3 1 48 0,-1 4-2480 0,2 0-480 18,-2 2-112-17,2 1 0-1,2 1-576 0,1-1-96 13,-1 2-32-13,0 2 0 0,-2 2-384 0,2 1-96 14,1 1-16-14,-1-1 0 1,-2 2-336-1,0 0-80 11,2-1-16-11,0-1 0 19,1-3-192-19,1 2-32 0,3 1-16 0,3 1 0 0,1-1-112 0,-2-1-128 13,6-2 176-13,-1-2-176 0,0-3 208 0,2-4-64 14,0-4-16-14,-1-4 0 18,4-4-880-16,2-5-176-1,0-2-32 3,0-5-16576 0</inkml:trace>
    </iact:actionData>
  </iact:action>
  <iact:action type="add" startTime="22731">
    <iact:property name="dataType"/>
    <iact:actionData xml:id="d10">
      <inkml:trace xmlns:inkml="http://www.w3.org/2003/InkML" xml:id="stk10" contextRef="#ctx0" brushRef="#br1">10221 12668 25791 0,'0'0'1152'2,"0"0"224"-2,0 10-1104 0,0 1-272 0,0 1 0 0,2 4 0 0,1-1 2976 1,-1 5 544 19,5 7 96-17,0 8 32-3,0 7-2000 0,2 3-400 0,1 0-80 0,2 2-16 0,0-1-448 0,-1 1-112 31,1-2-16-31,-2 0 0 0,-1-1 0 0,-4-4 0 0,-3-2 0 0,-2-3 0 0,2-6-448 0,-2 1-128 16,3 3 0-16,-3 2 0 0,2 5 0 0,2 3 0 50,-1 3 0-46,1-5 0 6,1-1-2416-10,2-5-496 2,1-2-96 0</inkml:trace>
    </iact:actionData>
  </iact:action>
  <iact:action type="add" startTime="23043">
    <iact:property name="dataType"/>
    <iact:actionData xml:id="d11">
      <inkml:trace xmlns:inkml="http://www.w3.org/2003/InkML" xml:id="stk11" contextRef="#ctx0" brushRef="#br1">11109 12745 22111 0,'0'0'1968'13,"0"0"-1584"-11,0 0-384-1,-4 10 0 0,1 6 2576-1,3 3 432 0,2 5 96 0,3 9 16 0,2 6-1056 1,2 2-208 11,1 5-32-12,4-1-16 0,0 0-736 0,-2-1-160 20,5-4-16-19,-3-2-16-1,0-2-176 0,2 1-48 0,-2-4 0 0,-2-2 0 13,-2 2-336-13,6-3-64 21,-4-4 0-21,1 2-16 0,-3 1-240 0,0 5 144 0,1 0-144 0,1 1 128 28,4 2-608-23,-1-4-128-1,3-5-32 6,-1-2 0-7,1-2-2800 0,-1-10-560 2</inkml:trace>
    </iact:actionData>
  </iact:action>
  <iact:action type="add" startTime="23227">
    <iact:property name="dataType"/>
    <iact:actionData xml:id="d12">
      <inkml:trace xmlns:inkml="http://www.w3.org/2003/InkML" xml:id="stk12" contextRef="#ctx0" brushRef="#br1">11635 13409 21183 0,'0'0'944'1,"0"0"192"-1,0 0-912 0,0 0-224 3,0 0 0-3,0 0 0 5,0 0 3712-5,0 0 704 14,0 0 144-11,8 4 32 16,1-4-2800-19,1-2-544 0,1-3-112 0,1-2-32 0,0-2-592 0,4-1-112 11,-2-2-16-11,0-2-16 0,0-2-160 0,1 0-16 21,3 2-16-20,-3-3 0-1,3-2-176 0,-2 1 160 0,-4-1-160 0,-2 0 160 9,1-5 48-8,-3-1 16 15,-4 5 0-16,-2 0 0 0,-2 1-224 0,-4 4 0 21,-1-3 0-20,-2 8 0 0,-2-2 0-1,-1 8 0 0,1 6 0 0,0 7 0 20,-1 3 0-19,-1 5 0 0,3 1 0-1,-1 2 0 0,-1 5 0 0,3 3 272 17,1-1-16-16,-1 3-16 0,4 1 32-1,-2 1 16 0,3-1 0 0,-2-3 0 16,1-2 192-3,1 0 32-10,2 4 16 1,2-4 0 0,-2-2-144-2,7 2-16 0,0-5-16-2,2-2 0 4,-1-1-144-4,1-3-16 0,0-3-16 0,-1-1 0 4,8-4-176-4,0-4 0 11,-1-3 0-11,1-3 128 11,-2-6-128-11,2-1 0 0,-2-4 0 0,5-5 0 19,-4-2-192-19,3 0-64 0,-1 0 0 0,-1 2-16 23,1-4-432-20,1 2-64 21,-3-1-32-24,1 3 0 1,0 1-352 0,-1 3-80-1,-1 4-16 1,0 1 0-1,-3 3 656 1,1 1 128 0,-2 5 16-1,-1 1 16 1,0 1 432 0,-1 5 0-1,-1 1 0 0,0 1 0 2,2 3 432-2,-2 3 64 15,0-2 16-15,2 2 0 14,-2 0 0-14,1-2 16 0,1-2 0 0,0 3 0 21,1 0-96-19,2 0-32-1,-1-3 0 0,1 1 0-1,-3-1-144 0,-1-5-16 15,1-5-16-14,0 0 0-1,0-3-96 0,-1-2 0 13,-1-1-128-7,2-1 192-5,-2-3-64-1,-2-4 0 16,2 0-128-13,0-3 192 0,-2-1-192-1,1 3-240 0,-1-3 48-1,0-1 16 33,0 5-288-28,0-2-64-2,-1 1-16 2,3 1 0 1,-5 2 272-4,3 3 48-1,-3 2 16 0,-2 7 0-1,0 0 208 0,0 0-176 0,7 2 176 1,-1 1-160-1,-6-3 160 0,11 7 256 1,-2 2-64-1,3 0-16 1,-3 1 144-1,-1 0 16 0,1-1 16 0,1 0 0 1,3 0-48 2,0-1-16-4,3-2 0 0,0-1 0 0,5-2-48 0,-2-1-16 18,2-2 0-18,1-2 0 0,1 0-32 0,5 1 0 17,-2-6 0-17,2 0 0 0,-4-4-48 0,2 1-16 0,-3-1 0 0,0-1 0 16,-3-2-128-16,-2 0 160 11,-4-3-160-11,-4 0 160 0,-1-1-160 0,-2 3 0 23,-2-3 0-23,2-4 0 0,-5-1 0 0,-2 2 192 0,0 5-192 0,-2 2 192 11,-5 2-192-11,4 2 0 0,-4-1 0 0,-4 3 0 12,1 4 0-12,-2 4 0 0,-4 2 144 0,0 3-144 27,1 6 0-23,-1-1-208 0,0 4 16-1,2 2 16 1,2-1 176 1,0 4 0-2,2 4 0 0,-3 3 128-1,6-5-128-1,2 0 0 0,0 0 0 2,1-2 0-3,4 4 224 0,6-3-32 5,-5 1 0-5,6-3 0 20,4 1 0-18,3-2-16-2,3-3 0 1,4 0 0-1,0 0-176 0,2 0 192 8,1 0-192-7,2-2 192 12,-2-1-192-13,3-4 0 0,0-6 144 0,-6-2-144 19,4-5 0-19,-3-1 0 0,-1-1 0 0,-2-5 0 0,0-6 0 0,-1 0 0 15,-1-2 0-15,-3-1-128 25,4-3-880-23,-4-1-160 4,-1-7-48-3,0 0 0 13,2-3-864-15,-1-6-176 0,-3-7-48-1,1-3 0 1,-3-4-1200 0,-1 2-240-1,-1 4-48 1,-3 1-16 0,-1 2 2368-1,-6 2 480 1,3 5 80 0,0 5 32 2,-2-2 1152-3,2 6 224 13,0 1 48-13,0 4 16 0,0 4 1568 0,2 4 304 15,1-1 64-15,-1 5 16 0,5 4 192 0,2 5 32 18,3 5 16-18,0 8 0 0,4 3-1424 0,-2 4-272 16,-2 1-64-16,-2 3-16 0,-1 4 160 0,3 6 48 21,-1 1 0-21,1 3 0 0,0 4-128 0,4 3-32 0,-4 5 0 0,3 5 0 4,5 4-352-4,-3 0-64 10,0-2 0-10,1-1-16 9,-2-2-624-8,-1-4-160 1,-1-3-16-1,0-1 0 11,-2-4 176-12,-1-4 144 16,-1-3-16-16,1-6-128 28,-6-5-304-24,3-5-160 0,-2-4-48-2,-3-3 0 0,-3-7-1696-2,0 0-352 1,0 0-64 0,0 0 0-1</inkml:trace>
    </iact:actionData>
  </iact:action>
  <iact:action type="add" startTime="24654">
    <iact:property name="dataType"/>
    <iact:actionData xml:id="d13">
      <inkml:trace xmlns:inkml="http://www.w3.org/2003/InkML" xml:id="stk13" contextRef="#ctx0" brushRef="#br1">15059 12917 19919 0,'-12'-21'432'14,"6"14"80"-14,3 0 32 1,-1-3 32-1,3 1-448 0,1 0-128 0,0 0 0 0,0 1 0 0,-2 1 864 0,4 2 160 0,-2 5 16 0,0 0 16 0,0 0-160 0,0 0-16 19,-2 10-16-19,0 6 0 0,-1 3 32 1,-2 5 16-1,-6 6 0 1,1 3 0 16,-1 3 176-15,-1 3 16-2,0 1 16 0,1 1 0 0,1-6-144 0,3 0-16 15,-2-2-16-15,6-2 0 0,3-1-272 0,3-2-48 17,4-4-16-11,7-1 0 12,5-4-272-18,4-2-48 5,1-1-16 0,2-2 0-2,2-4-16 0,-5-1 0 1,6 0 0 24,-4-7 0-25,-4-6 48-1,-2-1 0-1,0 0 0 0,-2-4 0 0,-3-3-80 0,-1-2-16 0,-3-2 0 0,-1-3 0-1,-4 3-64 1,-2-1-16 0,-3-2 0 0,-3-2 0 4,1 2 64-5,-5-2 0 0,4 0 0 1,-4 2 0-1,-5-4-192 0,-2 4 0 9,-4 5 0-9,-1 2 0 0,-2 5 0 0,-1 0 0 15,-8 4 0-15,-1 1 0 0,-4 4 0 0,2 1 0 16,1 8 0-16,3-3 0 0,-2-1 0 0,4-2 0 17,7 4 0-17,6-2 0 0,5 0 0 0,9-7-272 35,0 0 64-32,19 5 16 2,11-3-2160-2,10-2-416-1,7-3-96 0,0-4-13776 2</inkml:trace>
    </iact:actionData>
  </iact:action>
  <iact:action type="add" startTime="25032">
    <iact:property name="dataType"/>
    <iact:actionData xml:id="d14">
      <inkml:trace xmlns:inkml="http://www.w3.org/2003/InkML" xml:id="stk14" contextRef="#ctx0" brushRef="#br1">15802 12487 21183 0,'-16'-7'944'11,"8"5"192"-9,-1 1-912 1,2 2-224-1,2 3 0 1,5-4 0-3,0 14 2864 0,2 3 528 1,3 2 96-1,2 4 32 0,0 1-1744 0,1 6-352 0,5 1-64 0,-3 4-16 0,1 3-208 0,-1 7-48 15,0 4-16-14,3 2 0-1,-1 3-176 0,0-2-48 23,0-2 0-23,-1 1 0 0,-1-1-464 0,2-3-112 0,-1-3-16 0,-3-3 0 19,1-4-256-19,-2-4 0 0,-2-3 0 0,-1-4 0 28,-2-7-672-18,-4 2-192 1,2-4-32-11,-2 1-18880 3</inkml:trace>
    </iact:actionData>
  </iact:action>
  <iact:action type="add" startTime="25208">
    <iact:property name="dataType"/>
    <iact:actionData xml:id="d15">
      <inkml:trace xmlns:inkml="http://www.w3.org/2003/InkML" xml:id="stk15" contextRef="#ctx0" brushRef="#br1">15447 13100 26719 0,'-21'3'2368'2,"21"-3"-1888"-2,0 0-480 0,0 0 0 9,0 0 2400-9,18-2 384 17,9 1 80-17,10-6 16 0,0 0-1664 0,10-6-336 17,1 5-64-15,6-4-16 2,-5-1-432 0,-6-4-96-1,-2-4-16-2,-3-2 0-1,-3 1-256 0,1-1 160 23,4 1-160-19,5 1-18176-1</inkml:trace>
    </iact:actionData>
  </iact:action>
  <iact:action type="add" startTime="25720">
    <iact:property name="dataType"/>
    <iact:actionData xml:id="d16">
      <inkml:trace xmlns:inkml="http://www.w3.org/2003/InkML" xml:id="stk16" contextRef="#ctx0" brushRef="#br1">17385 12908 3679 0,'0'0'320'12,"0"0"-320"-12,0 0 0 1,0 0 0-1,0 0 3888 0,0 0 704 0,0 12 144 0,1 2 16 0,1 0-2640 0,2 4-544 15,-1-1-96-14,-1 6-32-1,1-1-16 0,2 3 0 15,1-1 0-15,-1 0 0 0,-2-1-256 0,1-2-48 24,-1 0-16-23,1-2 0 1,-2-4-848-1,-1 3-256-1,1-4 0 0,-2 1 128 0,2-1 0 0,-2-3 0 31,-2-1 0-30,2 1 0-1,0-11-976 0,0 0-192 0,0 0-48 0,0 0-13696 1</inkml:trace>
    </iact:actionData>
  </iact:action>
  <iact:action type="add" startTime="25956">
    <iact:property name="dataType"/>
    <iact:actionData xml:id="d17">
      <inkml:trace xmlns:inkml="http://www.w3.org/2003/InkML" xml:id="stk17" contextRef="#ctx0" brushRef="#br1">17325 12649 23039 0,'-7'-2'2048'1,"0"-1"-1648"-1,-1-3-400 0,-1 5 0 0,0-1 2384 0,2 2 400 0,0-2 80 0,7 2 16 0,0 0-1776 0,0 0-336 12,0 0-80-11,0 0-16 5,0 0-528-3,9 0-144 5,0 2 0-4,1 0 0-1,2-1-2016-2,1 1-480 2</inkml:trace>
    </iact:actionData>
  </iact:action>
  <iact:action type="add" startTime="26082">
    <iact:property name="dataType"/>
    <iact:actionData xml:id="d18">
      <inkml:trace xmlns:inkml="http://www.w3.org/2003/InkML" xml:id="stk18" contextRef="#ctx0" brushRef="#br1">17895 12760 26367 0,'-11'7'1168'1,"11"-7"240"-1,4 14-1120 0,1 4-288 0,4-1 0 0,-1 6 0 3,4 1 1360-3,2 2 224 25,2 2 32-24,3 0 16-1,-1 3-608 0,-3-1-112 0,1-1-16 0,-2-3-16 11,0 0-336-11,-2-5-64 18,-2-3-16-18,-1 1 0 0,0-2-192 0,0-5-32 20,-9-12-16-17,0 0 0-2,5 9 0-1,0-4 0 0,-5-5 0 0,0 0 0 1,0 0 32-1,3-8 0 24,-1-5 0-24,0-4 0 0,-2 0-80 1,2-4-16 1,-1-2 0-1,1-5 0 0,0 2-160-1,1 0 0 46,1-2-192-46,1 4 192 5,-1 3-320-2,3 2 48 3,-2 5 16-1,-2 5 0 1,3 4 96 0,-6 5 32-2,0 0 0 0,6 10 0 0,1 6 128-2,0 5 0 0,0 3 0-2,0 2 0 1,0 1 352-1,0-1 0 5,-2-2 0-4,2 0 0-1,2-3-144 1,-2-2-16 0,2 1-16 0,0-1 0 0,-1-5-176-1,1-6 128 0,1 1-128 1,3-6 128-1,4-3 32 0,0-5 0 10,3-3 0-10,4-3 0 36,4-1-160-35,1-4 128 1,-4 1-128-2,1-3 128 0,0-1-464 0,4-5-112 0,-3-1 0 0,-2 1-16 10,-3 0-112-10,-1 1 0 0,-2 2-16 0,-3 4 0 17,-4-1-128-16,0 3-32-1,-1 2 0 0,-2 5 0 0,-1 1 608 0,4 2 144 13,-3 1 0-13,-2 1 0 0,-7 3 480 0,7 0 128 16,-2 0 32-16,4 1 0 0,-9-1-432 0,9 2-80 15,-2 0 0-15,0-2-128 0,-7 0 144 0,8 0-144 18,-1-2 0-18,0 0 144 0,2-1-144 0,-2-2 128 0,-2-1-128 0,2-2 128 13,-2 1-128-13,2 0 0 17,0-2 0-17,-1 0 128 0,-1 1-128 0,-2-1 0 19,4 2 0-19,-2 0 128 0,-1 2-128 0,-1 0-224 0,-3 5 48 0,0 0 16 15,0 0 336-15,0 0 64 0,0 0 16 0,0 0 0 3,7 10 0-3,-1 2 0 15,-1 6 0-15,2 3 0 0,-2 5 320 1,2 5 64 12,0 7 0-13,3 6 16 19,1-1-144-19,-1 3-16 0,1 2-16 0,-1-1 0 0,-3 0 96 0,0 2 32 7,2-6 0-7,-1 3 0 22,1-1-304-21,0 2-64 0,5 3-16 0,-2 3 0-1,0-1-96 0,-1 0 0 7,1-2-128-7,-3-1 192 17,-3-7-192-16,0-4 0-1,-5-5 0 0,1-7 0 0,-2-5 0 0,-2-5 0 14,-3-7 0-14,5-9 0 30,0 0-464-26,0 0-192 0,-5-4-48 0,0-3 0 1,0-5-704-2,-2-4-160-1,0-5-32 0,-2-6 0 4,-3-12 832-5,0-8 176 0,-4-5 16-1,2-2 16 1,-2 0 112-1,1 6 0 0,-1-3 16 0,2 6 0 1,0 3 432-1,2 2 0 14,-2 4 0-14,5-1 0 0,2 2 640 0,2-3 96 17,2-4 32-16,3 2 0-1,1 0 48 0,5-2 16 16,1 8 0-16,6 2 0 0,5 3-208 0,3 3-48 16,1 1 0-16,3 8 0 0,6 3-192 0,4 5-32 16,0 4-16-15,3 5 0-1,-1 5-96 0,-3 4-32 20,-1 3 0-20,-3 2 0 0,-4 3-80 0,-3 4 0 0,-1 2-128 0,-4-1 192 5,-4 3 64-5,-2-1 0 16,-3-3 0-16,-4 0 0 0,-3 2-112 0,-2-4-16 16,-4-2 0-16,-3 4 0 0,-3-5 208 0,-6-4 48 16,-1-2 0-16,-6-1 0 0,6-4-256 0,-6-3-128 16,2-2 160-16,-3-2-160 0,-2-1 0 0,3-1-208 34,2 1 16-31,2-4 0-1,3-4-1680 2,6-1-336 0,3-3-64 0,7-6-16-2,3-2-1680 0,6-5-320-1,31-47-80 0,-7 23-16 2</inkml:trace>
    </iact:actionData>
  </iact:action>
  <iact:action type="add" startTime="26979">
    <iact:property name="dataType"/>
    <iact:actionData xml:id="d19">
      <inkml:trace xmlns:inkml="http://www.w3.org/2003/InkML" xml:id="stk19" contextRef="#ctx0" brushRef="#br1">19428 12814 24815 0,'0'0'1088'1,"0"0"256"-1,0 0-1088 1,0 0-256-1,0 0 0 0,6 9 0 2,-1 0 1776 1,-2 1 288-1,2 0 64 0,-1 6 16-1,3 3-672-1,-2 2-128 0,2 4-16 0,-2 2-16 0,1 3-352 0,0-2-64 14,3 1 0-13,-2-3-16 0,2 1-192-1,-2-5-48 6,2-1 0-6,-1-4 0 20,3-1-208-20,-3-2-48 0,1 0-16 0,3-4 0 21,-1-1-128-21,-1 0-32 0,2-6 0 0,-1-1 0 0,-1-4 16 0,1-1 0 10,1-2 0-10,-3-2 0 0,-1-2-96 0,1-2-128 16,-2-1 176-15,0-7-176-1,-4 2 192 0,1-4-64 16,-4-3 0-16,2-3-128 0,-2 0 192 0,-2-1-192 28,0-2 192-28,-3 4-192 1,0 2 160-1,1-1-160 15,1 4 128-12,-2 4-128 0,-1 1 0-2,-1 4 0 0,-1 0-144 1,2 3 144-1,-4 1 0 3,0 2 0-4,1 1 0 0,-2 2 0 0,4 1 0 0,7 2 0 14,-7 0 0-14,7 0 0 18,0 0-576-18,0 0-64 0,0 0-16 0,0 0 0 16,0 0-1472-16,0 0-304 0,2-7-48 0,3 2-16 13,2 0-304-13,4-1-64 0,1-1-16 0,2 0 0 20,3 0 1616-20,1 2 320 0,-3-2 64 0,1 2 16 0,3 0 1056 0,-3 1 192 17,-2 3 64-17,3 1 0 0,-3 0 1600 0,2 3 336 6,-1 2 64-6,1 1 16 0,0-1-336 0,-1 2-64 13,1 3-16-13,0 4 0 6,-2 0-768-6,0 2-144 21,0 3-48-21,1 0 0 0,-1 0-432 0,0 0-80 0,-2 0-32 0,0-1 0 4,2-4-288-4,-3-2-64 14,-1-3-16-13,1-2 0 1,-3-2-48-2,1-4 0 9,0-2 0-9,0-3 0 18,-2-6 0-17,1-4-128 0,-1-2 192-1,-2-3-64 0,4-2-128 0,0 0-192 10,1-3 32-10,-1 5 16 29,0 5-256-26,-1 3-48 2,1 1-16-1,-2 3 0 1,-2 2 208-1,4 1 64-1,-9 4 0 4,0 0 0-6,7 0-48 0,-7 0 0-1,7 6 0 1,2 2 0 0,-2 3 240-1,0-1 208 0,-4 2-32 0,6 1-16 0,-2-1 80 0,0 0 16 12,-2 0 0-12,2-1 0 18,2-1-80-18,-4-3-16 0,5-2 0 0,-1-3 0 0,0-4-160 0,3-1 0 18,-3-4 0-18,4-4-176 0,0-4 384 0,-1-1 80 14,2-5 16-14,0 0 0 0,-2 6-160 0,2-1-16 18,0-2-128-18,0-2 192 0,0 0-192 0,-2 0 0 16,0-3 0-15,0-1 0-1,-1-1 0 0,-3-3 0 3,-3-3 0-3,2-2-160 6,-1-2-64-6,-3-3-16 15,-1-2 0-15,-2 2 0 0,0 1 240 0,0 4-144 28,0 5 144-28,-2 2-128 1,0 7 128-1,2 5-192 0,0 5 192 0,0 9-192 0,0 0 192 0,0 0 128 18,0 11-128-18,0 4 176 0,2 6 48 0,0 2 16 15,1 1 0-15,1 4 0 0,1-2 80 0,2 4 0 17,-2-2 16-17,0-1 0 0,2 3-32 0,-3-2-16 14,3 3 0-14,2-3 0 1,-2 0 336-1,0-2 64 16,1 0 16-16,1-2 0 0,0-1-240 0,-1 0-32 15,3-1-16-15,-1 3 0 0,-1 1-224 0,0 0-64 19,-1 0 0-19,1 2 0 0,-2 0-272 0,0 1-64 0,2-1-16 0,-2 3 0 18,-2-3 224-17,2-2 160 0,-2 0-32-1,-1-1 0 0,-3-4-128 0,6-4-176 14,-5-3 48-14,-2 0 0 1,-2-5 128-1,2-9 0 11,0 0 0-11,-7 1 0 13,7-1-176-13,-10-1 176 0,-1-3-208 0,3-1 80 34,-1-2-1264-31,2 2-240 1,7 5-48-2,0 0-12608 2,-5-16-2528 22</inkml:trace>
    </iact:actionData>
  </iact:action>
  <iact:action type="add" startTime="27906">
    <iact:property name="dataType"/>
    <iact:actionData xml:id="d20">
      <inkml:trace xmlns:inkml="http://www.w3.org/2003/InkML" xml:id="stk20" contextRef="#ctx0" brushRef="#br1">20341 12633 14735 0,'0'0'640'1,"0"0"160"-1,0 0-640 0,0 0-160 0,0 0 0 0,12 0 0 0,0-2 5632 0,2 4 1104 14,3-2 224-14,4-2 32 0,0 2-4304 0,3-3-848 18,4-1-176-18,4 1-48 0,-3-4-400 0,4 0-96 17,4 0-16-17,-1 2 0 0,1-2-400 0,-4 2-64 13,0 0-32-12,-3 1 0 2,-3 4-368-1,-2-2-80-2,-1 2-16 1,-3 4 0 8,-5-1-144-9,1 1-256 29,-5-1 64-27,-1 2 16 4,-1-1-2384-2,1 6-496 3</inkml:trace>
    </iact:actionData>
  </iact:action>
  <iact:action type="add" startTime="29874">
    <iact:property name="dataType"/>
    <iact:actionData xml:id="d21">
      <inkml:trace xmlns:inkml="http://www.w3.org/2003/InkML" xml:id="stk21" contextRef="#ctx0" brushRef="#br1">23018 12015 15663 0,'0'0'688'0,"0"0"144"0,0 0-656 0,0 0-176 1,0 0 0-1,0 0 0 0,0 0 1264 0,0 0 208 17,0 0 64-17,0 0 0 0,0 0-272 0,0 0-48 0,0 0-16 0,0 0 0 13,0 0-320-13,0 0-64 18,0 0-16-16,0 0 0 1,0 0-64-2,0 0-16 1,0 0 0-2,0 0 0 10,0 0 0-10,0 0 0 1,0 0 0-1,-5 2 0 11,-2 2-144-11,-2-3-16 15,0-1-16-15,-1 2 0 0,-2 2-48 0,-2 1-16 15,3 2 0-15,-1 1 0 0,0 3-144 0,-2 1-16 18,4 4-16-17,-1-2 0-1,1 1-16 0,-1 3 0 1,3-1 0 1,-5 2 0 21,1 2-32-23,0 0-16 2,0 3 0 1,1 1 0 1,1-1-32 0,-1 1 0 0,-1-3 0 17,0 3 0-18,3-5 32 0,-1 3 0-2,-2-2 0-1,1 2 0 0,-1-3 0 1,0 3 0 0,7-2 0-1,-4 0 0 1,0-4 16-1,1 2 16 3,-3-1 0-3,4 1 0 14,0-2 16-14,2 1 0 0,2-3 0 0,-1-1 0 14,2 2 0-14,2-4 0 0,0-1 0 0,2 1 0 3,2 2-80-2,1 1-16 13,0 3 0-14,0-1 0 0,4 1 0 0,0-5-16 15,5 3 0-13,-1 1 0-1,3-1-48 2,2 0 0 18,1-2 0-16,2 0 0-1,-1 0-128 0,3-2 128-1,0 2-128 1,-1-4 128-3,-1 1-128 0,0-1 128 3,0 2-128-4,-2-1 128 0,0-3 16 0,-3-1 0 13,-4 0 0-13,2 0 0 0,-2-2-144 0,0 1 0 15,-1 1 0-15,-2-2 0 0,-1 0 0 0,1 0 0 17,-4-1 0-17,2 1 128 0,-7-5-128 0,0 0 0 10,7 3 144-10,-3 3-144 0,-4-6 0 0,0 0 0 21,0 0-160-21,0 0 160 0,10 3 0 0,-10-3 0 0,0 0 0 0,0 0 0 10,0 0 368-9,0 0-32 15,0 0 0-16,0 0 0 0,0 0-336 0,0 0 144 15,0 0-144-15,0 0 0 0,0 0 144 0,0 0-144 16,0 0 0-16,0 0 144 0,0 0-144 0,0 0 0 17,-3-10 0-17,1-1 0 0,-3 1 0 0,5-1 0 0,0 1 0 0,0-2 0 42,0-2-1440-38,7 2-320 0,0-1-64 0,1-2-18688-1</inkml:trace>
    </iact:actionData>
  </iact:action>
  <iact:action type="add" startTime="31229">
    <iact:property name="dataType"/>
    <iact:actionData xml:id="d22">
      <inkml:trace xmlns:inkml="http://www.w3.org/2003/InkML" xml:id="stk22" contextRef="#ctx0" brushRef="#br1">24257 11998 4607 0,'0'0'192'0,"0"0"64"0,0 0-256 0,0 0 0 3,0 0 0-3,0 0 0 3,0 0 2480-3,0 0 448 13,0 0 80-13,9-2 32 24,-9 2-2032-22,7-1-416-2,-7 1-80 1,0 0 0-1,0 0-128 0,7-2 0 12,-7 2-16-12,7-2 0 0,-7 2 304 0,0 0 64 15,0 0 16-13,0 0 0-2,0 0-48 0,0 0 0 11,0 0 0-11,0 0 0 0,0 0 256 0,0 0 32 14,0 0 16-13,0 0 0-1,0 0-224 0,0 0-32 15,0 0-16-15,0 0 0 0,0 0-112 0,0 0-32 17,-7 5 0-17,2-1 0 0,5-4-144 0,-5 5-16 14,-2-2-16-14,1 1 0 0,-1-1-32 0,0 3 0 16,0-3 0-16,2-1 0 1,5-2 0-1,-7 5-16 17,0 0 0-17,-1-1 0 0,4-6 16 0,-1 2 0 18,5 0 0-17,-7 2 0 0,-2 1-80-1,1 1-16 0,-1-1 0 0,0 2 0 6,0 1-16-6,1 1 0 29,-1-2 0-25,-3 4 0 1,3-1 0 1,-1 3 0-5,-1 1 0 0,-1 0 0 0,-4 2-16 0,4 0 0 0,0 3 0-1,-2 1 0 0,0 3-48 0,0-1-16 5,2 3 0-5,-2 0 0 12,0 1-64-11,6-1 0-1,-5-4-128 0,1 2 192 3,2-2-64-3,-4 0-128 9,3-5 176-9,1 2-176 18,-2-2 0-18,0-2-192 0,-1-2 0 0,5-1 0 12,-3 0 400-12,1-4 96 0,-1 0 16 0,3 0 0 16,-1-1-320-16,0-1 0 0,2 1 0 0,7-4 0 24,-7 1 160-22,7-1-32-2,0 0 0 0,0 0 0 0,0 0 0 0,0 0 0 7,0 0 0-6,-5 4 0-1,5-4-128 0,0 0 128 13,0 0-128-13,0 0 128 16,0 0 80-16,0 0 16 0,0 0 0 0,0 0 0 15,0 0-224-15,0 0 0 0,-3 7 0 0,3-4 0 20,0-3 0-20,0 7 0 0,0-7 0 0,0 5 0 0,0-5 208 0,0 0-48 13,0 0-16-13,0 0 0 0,0 0 48 0,5 7 0 17,-5-7 0-17,0 0 0 0,5 6-192 0,-5-6 128 17,5 5-128-17,2-2 128 0,-7-3 32 0,0 0 0 18,9 6 0-17,0-3 0-1,-2 2-160 0,0-1 192 0,-7-4-192 1,8 3 192 8,1 2-192-9,0 1 192 14,-1-3-192-14,-1 2 192 0,4 1-192 0,-3-1 128 29,1 0-128-26,0 0 128 0,0 0-128 1,-1 2 128 1,4 0-128-2,-1 0 128-1,-1 2-128-1,-1 0 128 0,3-1-128 0,0 1 128 0,-1-4-128 0,-1 2 128 1,1 0-128-2,1 0 128 3,0-3-128-3,-1 1 128 18,-4 0-128-18,3 0 128 0,0 1-128 0,1-3 128 16,-2 1-128-16,-1-1 128 0,-8-3-128 0,7 2 160 17,-7-2-160-17,0 0 160 0,9 2-160 0,-9-2 160 15,0 0-160-15,0 0 160 0,0 0-160 0,0 0 128 24,0 0-128-24,0 0 128 0,0 0-128 0,0 0 0 0,0 0 0 0,0 0 128 0,0-7-128 0,-4 3 0 12,3-3 0-12,-3 4 0 28,1-4-1584-24,3 7-336 0,7-5-80 1</inkml:trace>
    </iact:actionData>
  </iact:action>
  <iact:action type="add" startTime="33023">
    <iact:property name="dataType"/>
    <iact:actionData xml:id="d23">
      <inkml:trace xmlns:inkml="http://www.w3.org/2003/InkML" xml:id="stk23" contextRef="#ctx0" brushRef="#br1">24785 12048 7359 0,'0'-15'656'5,"0"10"-528"-5,0 5-128 0,0 0 0 0,0-7 1872 0,0 1 352 0,-2 1 64 0,2 5 16 0,0 0-768 0,0-7-128 20,0 2-48-20,0-2 0 0,0 7-208 0,0 0-32 0,0 0-16 0,0 0 0 13,0 0-192-13,0 0-32 22,0 0-16-19,0 0 0-3,-3-7-64 2,3 2-16-2,0 5 0 0,0 0 0 0,0 0-64 0,8-5-16 24,1-1 0-24,3 5 0 0,0-1-128 0,2 2-48 0,2 2 0 0,3-1 0 15,4 3-176-15,1 1-32 0,2 2-16 0,2 2 0 34,-2 0-128-34,0 3-32 3,-8-2 0-1,3 2 0 3,-4 4-144-1,-1 0 192 0,-4 1-192 0,2 0 192 0,-5-1-192-1,-2 2 128 14,-2-1-128-17,-4 2 128 1,-1-2 16 0,-3 1 0-1,-6 1 0 1,-3-3 0-1,-4-1 144 1,1 3 32 0,-8-3 0-1,-1 1 0 1,-2-2-112-1,-2 0-16 0,0-2 0 0,0 0 0 21,0 0-192-21,7-1 176 0,-1-1-176 0,-4 2 160 0,3-1-160 0,4-1 0 14,5-4 0-14,5-1 128 0,-1 2-128 0,3-4 0 17,7-3 0-17,0 0 0 0,0 0 0 0,0 0 0 15,0 0 0-15,10 4 0 0,4-3 0 0,5 5 0 16,4-5 0-16,5 3 0 0,5-1 0 0,2 1 0 15,1 1 0-15,3 0 0 0,-1 2 0 0,-3 4 0 16,-7-3 0-16,1 1 0 0,-3 0 0 0,-3 0 0 17,-2 1 0-17,-6 0 0 0,-1-1 0 0,-3 2 0 13,-4-3 0-13,-2 4 0 0,-3-5 0 0,-2 2 0 18,-2 0 128-18,-2-1-128 0,-2-1 288 0,-3 0 32 23,-2 0 0-20,-4 0 0 1,1-3 320 0,-5 1 80-1,-2 0 16 2,-4 0 0-1,-2-1-160-2,0-2-16-1,-2 1-16 0,-1-1 0 0,1 0-160-1,1-1-16 3,0 1-16-2,2-2 0 0,0-2-160-1,3 2-16 10,2 0-16-10,2-1 0 2,3-5-160-2,2-1 0 14,2 2 0-14,4-2 0 3,1 0 0-3,5-1-176 12,4-1 48-12,3-2 0 33,5-1-2352-30,8 2-464 2,4-1-80-1</inkml:trace>
    </iact:actionData>
  </iact:action>
  <iact:action type="add" startTime="33601">
    <iact:property name="dataType"/>
    <iact:actionData xml:id="d24">
      <inkml:trace xmlns:inkml="http://www.w3.org/2003/InkML" xml:id="stk24" contextRef="#ctx0" brushRef="#br1">25415 12282 24351 0,'0'0'1088'0,"0"0"208"0,0 0-1040 0,0 0-256 12,0 0 0-12,0 0 0 0,0 0 1632 0,-3 8 272 15,-1 1 48-15,4 5 16 0,0 7-720 0,0 0-144 15,0 1-16-13,4 1-16-2,-3 0-48 0,1-1-16 15,0 3 0-14,1-3 0-1,2-1-128 0,-1 2-32 11,1-4 0-11,2 0 0 0,2-2-176 0,1 1-32 20,1-3-16-20,1-2 0 0,5 1-176 0,2-4-48 15,4-3 0-15,1 2 0 0,3-2-128 0,0-2-16 31,3-3-16-21,1 1 0-10,2-3-112 2,-1-2 0 0,-3-1-128-1,3-2 192 0,-6-2-192 0,2-2 176-1,-7 0-176 1,-1-1 160 0,-2 1-160-1,-4-3 0 0,-4 2 144 1,-1-6-144 1,-2 0 0-2,-5-1 0 20,-2-2 0-20,-4-2 0 0,-1-7 0 0,-4-3 0 19,-5-4 0-19,0 0-128 1,-5-2 128-1,-5 8 0 0,0 1-144 0,-6 7 144 11,0 4 0-10,-1 5-144 21,0 5 144-21,-1 3 0 1,3 2-128-2,1 4 128 0,2 3 0 0,5 2 0 0,0 0 0 0,4 2 0 21,1 0 0-20,2 1 0 25,4 2-704-22,3 0-16 1,1-1-16-3,6-1-12656 3,4 3-2544-2</inkml:trace>
    </iact:actionData>
  </iact:action>
  <iact:action type="add" startTime="34108">
    <iact:property name="dataType"/>
    <iact:actionData xml:id="d25">
      <inkml:trace xmlns:inkml="http://www.w3.org/2003/InkML" xml:id="stk25" contextRef="#ctx0" brushRef="#br1">26479 12306 10127 0,'0'0'896'0,"0"0"-704"4,0 0-192-4,0 0 0 11,3-9 2112-10,1 2 400 14,-4 7 80-14,5-5 16-1,0 0-880 0,-5 5-192 19,5-4-16-19,-5 4-16 1,0 0-304-1,0 0-64 11,0 0-16-11,0 0 0 0,0 9 224 1,-1 3 64 19,1 1 0-17,-6 6 0-2,-1 0-224 1,-1 2-32-2,-3 3-16 0,1-1 0 0,-1-2-80 0,3-1-16 23,-1 1 0-18,0 5 0-2,6 1-208-2,3-5-32-1,3-3-16 1,6 0 0-1,1-5-320 0,3 0-64 32,7 0-16-32,3-2 0 4,0-1-128-2,5-1-48 0,-1-1 0-1,1-2 0 0,5-4-208-1,-3-1 176 1,0-2-176 0,-6-3 160 1,-3 1-160-2,-2-2 160 18,-2-1-160-18,-1-2 160 0,-4-1-160 0,0-3 0 0,-1 1 144 0,-2-1-144 18,-4 3 0-17,0-3 0 0,-2 2 0-1,1-1 0 0,-2 0 0 0,-1-1-128 13,1 1 128-13,-2 1-128 0,0 9 128 1,0-7 0 13,-2-2 0-14,2 9 0 2,0 0 0-2,0 0 0 14,0 0 0-14,0 0-128 24,0 0 128-21,0 0 0 0,0 0 0 2,-1 9-128-2,-1 0 128 0,2 3 0 1,0 0 0-1,2 0 0 1,-1 0 144 1,1 1-144-1,2-3 192-1,-1 0-192 3,1-1 208-6,1 0-64 0,-2 0-16 0,4-1 0 0,0 1-128 1,0-4 0 1,2 0 144-2,0 1-144 4,-1-3 0-4,-1 1 128 18,2-6-128-18,1 2 0 0,1-2 0 0,-1-3 0 14,3-2 0-14,2-2 0 29,-1-1-1808-25,2 1-288-1,-4 0-48 1,5 1-17056-1</inkml:trace>
    </iact:actionData>
  </iact:action>
  <iact:action type="add" startTime="34565">
    <iact:property name="dataType"/>
    <iact:actionData xml:id="d26">
      <inkml:trace xmlns:inkml="http://www.w3.org/2003/InkML" xml:id="stk26" contextRef="#ctx0" brushRef="#br1">27152 12499 20271 0,'0'0'1792'1,"0"0"-1424"-1,0 0-368 1,0 0 0 9,-5 11 2448-10,5 1 432 15,0-2 64-15,4 2 32 1,-1-1-1072 0,2 1-224 16,2-3-32-17,2 1-16 0,0 1-608 0,-1-1-112 20,1-1-16-17,0 1-16-3,0-1-144 0,-1 0-32 1,-8-9 0-1,9 7 0 0,0 0-192 0,-9-7-32 28,0 0-16-27,0 0 0 0,0 0-80-1,0 0 0 0,8 5-16 0,-8-5 0 0,0 0-16 0,0 0 0 13,0 0 0-12,0 0 0-1,7-7-192 0,-1 2-32 11,-3-6-128-11,1 2 192 21,-4 9-192-20,1-10 128-1,3 0-128 0,-3-3 0 0,3 1 0 0,-1 2 128 16,-3 10-128-15,6-11 0-1,-1 3 0 0,4-3 0 9,-4 2 0-9,5 3 0 0,-1-1 0 0,1 1 0 15,1 5 0-14,3-1 0-1,0 4 0 0,-2 1 0 29,5 4 0-18,-1 0 0-7,-2 0 256-3,-4 2-64 0,3 3 0 0,-3-2 0 1,-1 1 16-2,-1-1 0 1,-1 1 0-1,-1-1 0 1,-6-10-64-1,3 10-16 3,-3-10 0-3,0 0 0 20,2 13-128-20,-2-13 160 0,5 12-160 0,-5-12 160 0,0 0-160 0,0 0 0 17,0 0 0-16,0 0 128-1,0 0-128 0,0 0 0 12,0 0 0-12,0 0 0 0,0 0 0 0,0 0-224 17,0 0 32-17,0 0 0 30,0 0-1536-26,0 0-288 0,3-7-64-1,6 0-11232-2,2-2-2256 1</inkml:trace>
    </iact:actionData>
  </iact:action>
  <iact:action type="add" startTime="34951">
    <iact:property name="dataType"/>
    <iact:actionData xml:id="d27">
      <inkml:trace xmlns:inkml="http://www.w3.org/2003/InkML" xml:id="stk27" contextRef="#ctx0" brushRef="#br1">27682 12440 20271 0,'0'0'1792'0,"0"0"-1424"27,0 0-368-26,1 9 0-1,-1-9 3168 0,4 10 560 0,-1 1 112 0,3-1 32 0,-1 2-1824 0,2 0-384 24,0 1-64-23,0-1 0-1,1 0-624 0,1 0-112 0,0-1-32 0,-1 1 0 16,1-4-320-16,0 1-64 0,-2 0 0 0,0-2-16 10,-7-7-224-8,0 0-32 16,0 0-16-18,0 0 0 0,0 0-160 1,0 0 0-1,0 0 0 0,0 0 128 23,0 0-1920-19,0 0-400 0,0 0-80 2</inkml:trace>
    </iact:actionData>
  </iact:action>
  <iact:action type="add" startTime="35132">
    <iact:property name="dataType"/>
    <iact:actionData xml:id="d28">
      <inkml:trace xmlns:inkml="http://www.w3.org/2003/InkML" xml:id="stk28" contextRef="#ctx0" brushRef="#br1">27896 12490 12895 0,'0'0'1152'1,"0"0"-928"1,0 0-224-2,10-3 0 24,-1 1 4736-24,1 1 912 0,3-1 176 0,0 0 48 0,7 2-3280 0,-3 2-656 21,4-2-128-18,-2 0-16-2,5 0-864-1,-1-2-160 14,1 0-48-9,-3 1 0-1,2-6-224 0,1 1-48 14,-5 1-16-18,-1 0 0 1,-4 0-288 0,-2 0-144 0,-3-1 160-1,-2 1-160 0,-7 5 0 0,0 0 0 0,0 0-176 1,0 0 176 14,0 0-2544-15,0 0-384 0,0 0-80 0,-11-3-13728 24</inkml:trace>
    </iact:actionData>
  </iact:action>
  <iact:action type="add" startTime="35324">
    <iact:property name="dataType"/>
    <iact:actionData xml:id="d29">
      <inkml:trace xmlns:inkml="http://www.w3.org/2003/InkML" xml:id="stk29" contextRef="#ctx0" brushRef="#br1">28091 12202 15663 0,'-2'-11'688'0,"2"11"144"0,0 0-656 0,0 0-176 0,0 0 0 0,0 0 0 4,0 0 3840-4,3 16 720 9,-1 5 160-9,2 7 16 0,3 5-2368 0,-2 1-464 21,2 5-112-21,0-4 0 0,0-4-528 0,1-3-112 21,1-4 0-21,0 0-16 0,-2-4-464 0,0-3-96 0,0-1 0 0,-2-2-16 11,0-1-352-11,-1 0-64 20,-4-13-16-18,0 0 0-2,0 12-128 0,0-12 0 0,5 12 0 0,-5-12 0 15,0 0-2688-15,0 0-400 0,7 12-96 0,0 4-16 1</inkml:trace>
    </iact:actionData>
  </iact:action>
  <iact:action type="add" startTime="35529">
    <iact:property name="dataType"/>
    <iact:actionData xml:id="d30">
      <inkml:trace xmlns:inkml="http://www.w3.org/2003/InkML" xml:id="stk30" contextRef="#ctx0" brushRef="#br1">28738 12489 12895 0,'6'-19'576'8,"-5"13"112"-8,-1 6-560 0,2-7-128 0,-2-3 0 0,-2 0 0 0,-3-3 4144 0,0 3 784 14,-2-1 176-14,-4 3 16 0,-1-1-3440 1,-2 2-688 28,-3 5-144-28,-1 2-16-1,-4 6-512 0,-1 2-80 0,1 3-32 0,1-3 0 0,2 5-208 0,1-1 128 14,4 2-128-13,4 0 0-1,1 0 144 0,2-1-144 19,4 0 128-19,4-1-128 1,-1-12 336-1,4 14-16 0,5-6 0 0,3 3 0 27,2-1 432-27,1 1 80 0,1-4 0 0,1 1 16 0,1 1-32 0,1-2-16 19,0 0 0-13,0 2 0 6,-5-2-80-12,4 0-16 4,-4 0 0 0,-6 0 0-1,-8-7-208 1,0 0-48 0,0 0-16-3,0 0 0 1,0 0-112-1,0 0-32 0,0 0 0 0,0 0 0 0,0 0-80 0,0 0-16-1,-7 0 0 0,-5-2 0 4,-4 0-192-4,-1-5 0 8,-4 0 128-8,-3 0-128 29,-1-1-1152-25,-2-3-288 0,-1-1-48 18,-2 2-11984-21,6 1-2400-1</inkml:trace>
    </iact:actionData>
  </iact:action>
  <iact:action type="add" startTime="35851">
    <iact:property name="dataType"/>
    <iact:actionData xml:id="d31">
      <inkml:trace xmlns:inkml="http://www.w3.org/2003/InkML" xml:id="stk31" contextRef="#ctx0" brushRef="#br1">28023 12007 20271 0,'-16'-14'896'3,"13"9"192"-3,3 5-880 0,0 0-208 0,0 0 0 0,0 0 0 0,0 0 3456 0,0 0 656 0,10-4 128 0,1-1 32 1,1 1-2464-1,5 3-480 14,1-3-112-14,2 1 0 0,1-3-608 0,0 5-112 25,4-4-32-24,4-1 0-1,-4 1-336 0,-1 0-128 0,-5 1 0 0,2 1 144 17,0-1-1472-16,5 3-288-1,-3 1-64 0,4 0-9696 14,1 0-1936-11</inkml:trace>
    </iact:actionData>
  </iact:action>
  <iact:action type="add" startTime="36065">
    <iact:property name="dataType"/>
    <iact:actionData xml:id="d32">
      <inkml:trace xmlns:inkml="http://www.w3.org/2003/InkML" xml:id="stk32" contextRef="#ctx0" brushRef="#br1">29179 11822 8287 0,'0'0'736'0,"0"0"-592"0,0 0-144 0,0 0 0 0,15-1 4832 0,-2-1 928 4,-3 4 192-4,0-2 48 8,6 3-2800-8,0-1-544 26,-1 1-112-24,3 1-32-2,-1 3-864 0,4 0-176 0,0 1-48 0,2 1 0 0,-2 3-448 0,1 0-80 29,1-1-32-29,-2 1 0 1,-2 0-192-1,-2 2-32 0,1 2-16 0,-3 1 0 0,1-1-128 0,-2 3-32 25,-2 2 0-24,0 3 0-1,2 2-112 0,-3 9-32 0,-1 5 0 0,1 7 0 28,-3 9-16-28,1 0-16 4,-4-4 0-1,4-5 0 1,-4-2 16-1,0-5 0 0,-1 0 0 6,-2-5 0-9,-2-4-48 1,0-1 0 0,-4-2 0-1,1-2 0 1,-6-2-64 0,0-1 0 0,-1-6-16-1,-2 2 0 0,-6 0-176 0,-1 4 160 16,-5 1-160-16,-8 2 160 0,1 2-160 0,-6 0 0 13,-1 2 0-13,-4-1 0 3,-1 1-144-3,-1 1-112 12,-1-1-32-12,0-1 0 26,1-3-1632-22,1 2-336-2,-1-5-64 3</inkml:trace>
    </iact:actionData>
  </iact:action>
  <iact:action type="add" startTime="39663">
    <iact:property name="dataType"/>
    <iact:actionData xml:id="d33">
      <inkml:trace xmlns:inkml="http://www.w3.org/2003/InkML" xml:id="stk33" contextRef="#ctx0" brushRef="#br2">18626 14264 21183 0,'-2'-5'1888'1,"0"-2"-1504"2,-1-2-384-3,3 0 0 19,0-1 544-19,0 1 32 0,0 0 16 0,3 1 0 22,-1 2 560-20,2 1 96-1,-1-2 32-1,-3 7 0 0,7-3-224 0,0 1-32 13,-7 2-16-13,10 2 0 0,1-1-464 0,-2 6-96 13,-1 2 0-12,-3 2-16-1,2 2-64 0,-3 1-16 15,1 6 0-15,-1 2 0 0,1 6 224 0,-3 3 32 16,-1 8 16-14,-1-1 0-2,7 2-48 0,-5-4-16 20,-2-1 0-5,0-3 0-15,-2-3-96 4,-5-1-16 0,7 0 0-2,-1 0 0-1,-1-7-320-1,-3-2-128 1,5 2 0 2,0 0 144-3,0-2-144 0,0 0 192 7,-4-4-192-7,4 1 192 0,0-2-192 0,0-4 160 18,0-10-160-18,0 9 160 0,-2 5-160 0,2-2 192 16,4-1-192-16,-2-1 192 1,-2-10-64-1,0 0 0 21,3 11 0-20,2-1 0 0,2-1 96 0,2-2 16-1,1-2 0 0,1 0 0 0,1-1 64 0,2-3 16 17,0 3 0-17,-2-2 0 0,2-2-32 0,2 0 0 28,-1 0 0-28,3 0 0 1,1 1 0-1,0-1 0 0,2-1 0 0,-2 1 0 0,2 1 0 0,2-1 0 21,-1-1 0-20,1 1 0-1,0-2-64 0,1 2-16 0,0-2 0 0,-1 2 0 15,-4 0 64-15,-2-2 16 0,-1 1 0 1,2-3 0 12,-6 1-32-13,0-3 0 0,-5 1 0 0,2 0 0 14,-1 0-64-14,-3 0-32 20,-1-2 0-16,-4 7 0 1,0 0-160-1,0 0 0 0,0-6 144-2,-2 1-144 0,0 0 0-1,1-2 0-1,1 7 0 0,0 0 128 17,3-9-2528-15,4 2-496 0</inkml:trace>
    </iact:actionData>
  </iact:action>
  <iact:action type="add" startTime="40342">
    <iact:property name="dataType"/>
    <iact:actionData xml:id="d34">
      <inkml:trace xmlns:inkml="http://www.w3.org/2003/InkML" xml:id="stk34" contextRef="#ctx0" brushRef="#br2">20311 14699 27583 0,'-5'8'608'1,"5"-8"128"-1,0 0 32 1,0 0 0-1,0 0-624 0,0 0-144 0,0 9 0 0,3-4 0 0,1 2 1360 0,1-3 240 0,4-1 64 0,1 1 0 0,0-8-512 0,4 3-112 8,0-5-16-5,5-1 0-2,2 2-448-1,0-2-80 18,2-1-32-18,-2-3 0 0,3 2-128 0,-1-1-16 18,-2 1-16-17,-2-3 0 2,-5-2 320-1,-2-2 64 0,-3 3 16-2,-4 0 0 0,-3-1-528 0,-4-1-176 14,-3-3 0-12,-4-1 144-2,2 5-16 0,-3 0 0 15,-4 0 0-15,0 4 0 0,-2 5 96 0,0 3 16 24,1 6 0-24,-1 3 0 0,-1 3-64 0,-1 2-16 0,1 7 0 1,1 0 0 24,0 1 112-14,3 0 32-6,0 1 0-1,1 0 0 1,2 0-16-1,3 0 0-2,0-2 0 3,0-3 0-1,5 1-160 0,2-1-128 1,0 0 192-1,2-1-192 2,5-3 128 13,1 1-128-18,3-5 0 0,3 1 0-1,3-2 128 1,6 0-128-1,3-4 0 1,11 1 0 0,4-4 144 0,5 0-144-1,1-2 0 1,1 0 144 0,-2-3-144 0,-3 0 0-1,-3 3 0 0,0-5 0 9,-7-5-512-8,-1 0 0 0,-5-2 16 0,3-2 0-1,-6 1 304 0,1-1 48 14,-4-5 16-14,1 0 0 0,-4 2 128 0,-1 0 0 18,-1 0 0-17,-4 0-128-1,-3-2 128 0,-6 3 0 15,2 6 0-15,-3 0 0 0,-4-2 0 0,-3 5 0 11,-2 6 0-11,-1 3 0 0,-5 10 0 0,1 1 0 16,-2 1 0-16,0 2 0 0,-1 3 0 0,1 2 0 16,-2 1 0-16,2-1 0 0,-2-4 0 0,3 1 0 23,0 1 0-22,5-3 0 0,-3-2 0 0,4-1 0-1,4 1 0 0,1 0 0 0,4-1 0 0,1 1 0 10,4-3 0-10,2-1 0 11,1-1 0-11,1-2 0 0,1-1 0 0,2 1 0 15,0 0 0-15,1-1 0 15,3-1 0-15,-1 1 0 0,2-1 0 0,-1 1 0 16,1-1 0-16,0 3 0 0,-1-1 0 0,-1 2 0 19,-1 1 0-19,-2 1 0 1,1 0 0 0,-1 3-128-1,-2 5 128 0,-1 3-128 0,-3 2 128 0,-1 4 0 11,-1 4 0-11,-1 1 0 18,-5 0 160-17,-2 3 112-1,-1-5 32 0,-3 1 0 1,1-2 144-1,-5-2 48 12,-1-2 0-12,-1-1 0 22,2-1 80-22,-4-1 32 0,-5-2 0 0,3 0 0 0,-1-3-48 0,-1-2-16 8,1-2 0-8,-4 2 0 19,3-5-192-17,-1-2-32 0,-2-2-16-1,2-2 0 0,0 1-112-1,-4-4-32 5,-1-4 0-5,0 3 0 16,-1-4-160-16,3-2 128 0,-3-2-128 0,3 2 128 43,4-4-512-39,1 3-96 0,3-1-32-2,5 0-15056 0,8 1-3024 2</inkml:trace>
    </iact:actionData>
  </iact:action>
  <iact:action type="add" startTime="42198">
    <iact:property name="dataType"/>
    <iact:actionData xml:id="d35">
      <inkml:trace xmlns:inkml="http://www.w3.org/2003/InkML" xml:id="stk35" contextRef="#ctx0" brushRef="#br2">22943 14344 6447 0,'-3'-16'272'1,"1"9"80"-1,-2 0-352 0,1 0 0 18,1-1 0-18,0 2 0 0,1-1 2560 0,1 2 448 17,0 0 96-16,1 1 16-1,-1 4-1264 0,0 0-256 16,0 0-64-14,0 0 0-1,7 11-448-1,0 1-80 0,-1 4-32 0,-1 3 0 12,0 3 96-12,2 5 16 16,-2 2 0-14,4 4 0 1,-6 0 64-2,1 2 32 2,-1-5 0-1,1-1 0-2,-2 1-224 0,-1-4-64 35,3 0 0-27,-2-2 0-7,-2-3-288 0,0 0-64 0,0 0-16-1,0 0 0 0,0-5-240 0,0-1-48 14,3 1-16-12,0-2 0-1,-3 2-80 0,2-4-16-1,-2-12 0 1,0 0 0 18,7 8-832-19,2-2-192 0,1-3-16 0,4-1-16512 0</inkml:trace>
    </iact:actionData>
  </iact:action>
  <iact:action type="add" startTime="42476">
    <iact:property name="dataType"/>
    <iact:actionData xml:id="d36">
      <inkml:trace xmlns:inkml="http://www.w3.org/2003/InkML" xml:id="stk36" contextRef="#ctx0" brushRef="#br2">23319 14408 26207 0,'0'-28'1152'11,"0"20"256"-10,0-5-1136 0,5 1-272-1,-1-3 0 0,4-3 0 0,5 1 1184 0,-1 1 176 0,4-1 48 0,6 1 0 0,1-1-384 0,3 1-64 15,3 2 0-15,-1 2-16 0,-2 0-496 0,-1 3-112 13,-1 0-16-13,1 1 0 1,-8 1-160-1,-3 1-32 13,-5 1-128-13,-8-2 192 0,-1 7-48 1,0 0-16 13,-5-3 0-13,-7 1 0 0,-2 2 0-1,-7 2 0 17,-3 0 0-17,-6 3 0 0,1 2-128 0,-3-2 0 28,1 2 144-18,3 3-144-6,2 8 416 0,3 3 16 1,4 3 0-2,3 2 0 2,3 0-432 0,4 2-320-1,2 2 48-2,7-1 16 2,0-1 256-1,3-2-160 0,6 0 160 0,5-3-128-1,3-2 128 1,4 0 0 3,7-6 0-5,-2 1 0 0,7 3 0-1,0-2 0 1,-1-1 0 0,-1 3 0 0,0-1 0-1,-4-3 0 0,-5 1 0 0,1-2 128 1,-6 2-128-1,-5-4 0 24,2 2 0-24,-3-2 0 0,-6 0 0 0,-3-1 176 0,-2-11-176 0,-2 10 192 12,-3-3 416-12,-6 0 96 0,1-2 0 0,-4 0 16 30,-2 1 16-27,-3-1 0 1,-4 0 0-1,1-2 0-1,-3-1-240 0,-1-2-48-1,0 2-16 1,2 0 0-1,1-4-176 0,-1 0-48 0,1 0 0-1,6-1 0 4,-1 1-208-4,5-1 128 10,2-4-128-10,4 0 0 23,2-2-304-21,7 0-144-1,3-1-48 0,9-4-12816 1,8-3-2576-1</inkml:trace>
    </iact:actionData>
  </iact:action>
  <iact:action type="add" startTime="42890">
    <iact:property name="dataType"/>
    <iact:actionData xml:id="d37">
      <inkml:trace xmlns:inkml="http://www.w3.org/2003/InkML" xml:id="stk37" contextRef="#ctx0" brushRef="#br2">24209 13917 15663 0,'3'4'1392'1,"1"-2"-1120"12,-4-2-272-13,5 0 0 0,4 1 3776 0,4 3 704 22,1 1 144-21,7 0 32 1,0 1-2496 2,2 1-496-2,3-2-112 0,-2 3-16-2,-1 1-576 1,0 0-112 4,-3-2-16-5,0 0-16 12,-3 1-208-12,2 1-32 14,-3 0-16-14,-2 0 0 0,-4 1-112 0,-1-1-32 16,0-1 0-16,-2 1 0 0,-2 0-16 1,-2-1 0 13,-3-8 0-14,0 9 0 0,0 0-128 0,-1 0-16 17,-3-1-16-17,-1 1 0 0,-2 1-240 0,0-1 176 0,-2 0-176 0,-1 1 160 16,1 4-32-16,0 5 0 0,1 4 0 0,-3 3 0 44,2 4-1872-44,4-1-384 4,-2 1-80-1,2 3-10528 0,3 0-2096-1</inkml:trace>
    </iact:actionData>
  </iact:action>
  <iact:action type="add" startTime="43112">
    <iact:property name="dataType"/>
    <iact:actionData xml:id="d38">
      <inkml:trace xmlns:inkml="http://www.w3.org/2003/InkML" xml:id="stk38" contextRef="#ctx0" brushRef="#br2">24487 14647 21183 0,'0'0'1888'0,"0"0"-1504"3,0 0-384-2,0 0 0-1,0 10 2240 0,0-5 368 7,0-5 80-5,0 0 0 4,0 5-192-6,4 1-64 8,-4-6 0-8,0 0 0 23,0 0-1280-23,0 0-272 0,0 0-48 0,0 0-16 0,7-11-512 0,1 3-112 12,1 1 0-12,0 1-19328 24</inkml:trace>
    </iact:actionData>
  </iact:action>
  <iact:action type="add" startTime="43917">
    <iact:property name="dataType"/>
    <iact:actionData xml:id="d39">
      <inkml:trace xmlns:inkml="http://www.w3.org/2003/InkML" xml:id="stk39" contextRef="#ctx0" brushRef="#br2">26085 14038 19455 0,'0'0'1712'12,"0"0"336"-12,0 0 80 0,0 0 16 0,7-2-688 1,0 2-144-1,4-2-32 0,-1 0 0 0,2-1-128 0,2 1-48 0,4-3 0 0,1 1 0 0,2 1-336 0,1-2-64 6,1-1 0-6,5-1-16 15,0 4-304-15,-1 0-64 0,-4-3-16 0,-2-1 0 25,-4 4-64-25,-3-1-16 0,-3 3 0 0,-3-1 0 0,-8 2-80 0,0 0-16 14,0 0 0-13,-8-2 0-1,-6 0-128 0,-5 4 192 8,-4 2-192-8,-1 1 192 30,-2 0-192-25,-2 4 0-2,0 1 0 0,0 2 128 8,0 2-128-11,6 0 0 4,-1 0 0-1,4 0 0 1,0 0 0 0,3 0 0 0,0-2 0 0,6 0 0 2,-1 0 0-3,4-3 0-2,2-4 0 1,2 4 128-1,-1-2-128-1,4 4 0 1,4 1 0-1,1 2 0 1,2-2 0 0,2 3 0-1,3 1 0 1,0 2 0 0,4 1 0-1,1 2 0 17,2 1 0-17,2 1 0 0,3 1 0 0,1 1 240 15,-1-1-48-15,2 0 0 0,2-3-192 0,-2 0-256 16,-3 0 48-16,-2-2 16 0,-4-3 64 0,-3-2 128 0,-5 1-208 0,0-1 80 16,-4 2 256-16,-5-4 64 0,-5-2 16 0,-1 3 0 16,-2-5 272-16,-3-1 48 0,-1 0 16 0,-4-2 0 20,-1-1 176-19,-2-1 48-1,1 1 0 0,-1-1 0 8,-2 1-336-8,4-1-64 18,-1-1-16-18,1 0 0 0,0-2 16 0,1 2 0 0,2-1 0 0,-2 1 0 17,4-2-160-16,0 2-16-1,2-2-16 1,-1-2 0-1,2-1-176 0,2-1 128 12,2-1-128-11,5 5 128 13,0 0-128-14,-1-7 0 0,1 7 0 0,6-11 0 29,3-1-2112-25,5 0-416 1,5-7-80-1</inkml:trace>
    </iact:actionData>
  </iact:action>
  <iact:action type="add" startTime="44440">
    <iact:property name="dataType"/>
    <iact:actionData xml:id="d40">
      <inkml:trace xmlns:inkml="http://www.w3.org/2003/InkML" xml:id="stk40" contextRef="#ctx0" brushRef="#br2">27046 13844 22111 0,'0'0'1968'9,"0"0"-1584"-6,-8-7-384-2,1-3 0-1,1 0 2688 1,3 1 448-1,3 9 80 0,0-11 32 0,0 1-1056 0,2 1-208 17,1 1-32-17,2-1-16 0,2-2-912 0,0 4-176 16,2 0-32-16,-2 2-16 0,2 0-224 0,1 3-32 14,-1 2-16-14,5 4 0 0,0 1-208 0,-2 2-64 15,0 3 0-15,0 1 0 0,0 1-112 1,2 0-16 19,0 0-128-19,2 1 192-1,-4 0-192 0,-2 0 176 0,1-1-176 0,-1 3 160 6,3-4 0-4,-5 3 0 13,-3-2 0-15,1 0 0 0,1 2-160 0,-2 0 0 28,0-2 0-17,0 2 128-7,-3-2 32 0,0 1 0-1,-2-1 0 1,3-2 0 0,-3 1 32 0,0-1 0 0,0-10 0 2,-3 10 0-2,1 1 0 0,-1-1 0-1,-1-3 0-1,1 2 0-1,-3-2-192 4,1 0 128-4,0-2-128 0,-2 2 128-1,-2-2 0 1,1-1 0 0,-1 1 0-1,0-1 0 0,0-1-128 0,1 0 0 0,-1-1 0 0,2 2 0 20,7-4-656-20,0 0-176 0,0 0-16 0,0 0-13600 13,0 0-2704-13</inkml:trace>
    </iact:actionData>
  </iact:action>
  <iact:action type="add" startTime="44771">
    <iact:property name="dataType"/>
    <iact:actionData xml:id="d41">
      <inkml:trace xmlns:inkml="http://www.w3.org/2003/InkML" xml:id="stk41" contextRef="#ctx0" brushRef="#br2">27405 14629 11967 0,'-11'12'1072'1,"11"-12"-864"-1,-7 2-208 0,0 0 0 11,0 1 5520-11,7-3 1072 20,0 0 192-18,0 0 64-2,-3-3-4528 0,3 1-896 10,0 2-176-9,0 0-32-1,10-7-1088 0,1 0-128 15</inkml:trace>
    </iact:actionData>
  </iact:action>
  <iact:action type="add" startTime="45562">
    <iact:property name="dataType"/>
    <iact:actionData xml:id="d42">
      <inkml:trace xmlns:inkml="http://www.w3.org/2003/InkML" xml:id="stk42" contextRef="#ctx0" brushRef="#br2">28839 14151 21535 0,'0'0'960'1,"0"0"192"-1,-3-6-928 0,3 6-224 3,0 0 0-3,0 0 0 10,0 0 1632-10,0 0 288 19,-4-10 48-19,4 3 16 0,0 7-688 0,6-9-128 19,-1 2-16-17,2 0-16-1,0 2-304-1,0 0-48 0,-2 1-16 0,4-1 0 11,-2 2-144-11,-1-1-48 13,5 3 0-13,-4 1 0 0,2 0 32 0,-1 0 0 15,1 1 0-15,-2 3 0 0,0 1-416 1,0 2-192 13,0 0 160-13,0 2-160-1,-2 1 0 0,2 2 0 15,-2 0 0-15,0 2 0 0,-1 5 0 0,-1 1 0 28,-3 2 0-24,0 3 0 4,-1 4 160-8,-3 3-16 4,-1 2 0 0,-2 3 0-1,0 1-144-2,-3-1 0 1,-1-4 144-1,-1-5-144-1,0-2 0 1,-2-4 144 0,-2-1-144 0,-6 2 0-1,4-11 144 0,4-2-144 4,0 3 0-4,-1-3 144 17,1-5-144-17,2 2 0 0,-1-3 0 0,5-1 0 19,1 1 0-19,7-4 0 0,0 0 128 0,0 0-128 12,0 0 0-12,8 3 0 0,1 2 0 0,3-1 0 20,-1-6 144-20,1 2 0 0,0 2 0 0,2 0 0 0,0-1 48 0,-2-1 0 17,2 2 0-17,2-2 0 0,-1 2 320 0,-1 0 80 19,0-4 16-16,0 2 0-1,-2 0-288-1,1 2-64 6,-1-4-16-7,0-2 0 0,-2 1-240 0,1-1 144 4,-3 1-144-4,5-1 128 20,-5-1-128-20,3 0 0 0,1-2 0 0,2 2 0 24,3 0-2896-21,1-1-624 2</inkml:trace>
    </iact:actionData>
  </iact:action>
  <iact:action type="add" startTime="46044">
    <iact:property name="dataType"/>
    <iact:actionData xml:id="d43">
      <inkml:trace xmlns:inkml="http://www.w3.org/2003/InkML" xml:id="stk43" contextRef="#ctx0" brushRef="#br2">29687 14071 7359 0,'0'0'656'2,"0"0"-528"-2,0 0-128 0,0 0 0 0,5-9 5104 0,-1 0 976 0,-4 9 208 0,3-7 48 0,2-3-3680 0,1 1-736 15,-6 9-128-15,5-7-48 0,-5 7-1008 0,0 0-208 7,3-9-32-6,1 2-16 8,-4 7-256-9,0 0-48 16,0 0-16-16,0 0 0 0,0 0 96 0,-9 2 32 15,-3 0 0-15,3 3 0 1,-1 2-288-1,-2 0-144 22,-2 2 16-19,-2-1 0-3,0 1 128 0,1 5 0 0,-1-2 0 0,2 2 0 0,2 2 0 0,0-2 0 15,3 0 0-15,6 1-128 0,-3 3 128 1,6 1 0 41,4 0 0-42,1 0 0 3,2 2 0 2,3 0 0-1,1 2 0 1,1-1-128 0,0 3 128-1,2-1 0-1,-2 0 0 1,1 1 0 1,2-1 0-1,-3-1 0 0,1-2 0 1,-3-4 0-1,0 6 0 0,-1-4 0 0,-5 0 0 7,1-5 0-11,-3-2 0 1,-2 0 0-1,-4-1 128 1,1-1-128-1,-3 0 448 1,-1-3 0 0,1 0 16 0,-3-1 0-1,-2-1-64 1,1 2-16 0,-2 0 0-1,0-2 0 1,-2-2 64-1,0-1 0 0,0-4 0 0,0 2 0 45,2-1-448-41,-2-3 0 0,3 4 0-1,3-2 0 2,1-3-544-2,7 5-192 1,0 0-32 0,0 0-11808-1,0 0-2352-1</inkml:trace>
    </iact:actionData>
  </iact:action>
  <iact:action type="add" startTime="46480">
    <iact:property name="dataType"/>
    <iact:actionData xml:id="d44">
      <inkml:trace xmlns:inkml="http://www.w3.org/2003/InkML" xml:id="stk44" contextRef="#ctx0" brushRef="#br2">30369 14586 11967 0,'0'0'528'12,"2"10"112"-10,-2-10-512-1,-2 9-128-1,2-9 0 1,-1 12 0-1,-1-2 3904 0,2-1 736 0,0-9 160 0,0 11 16 0,0-1-2944 0,0 0-592 16,0 1-112-16,0-1-16 0,2 1-640 0,-1 1-128 24,-1-2-32-24,2 1 0 0,0-1-160 0,-2-1-48 0,0-9 0 0,0 10 0 18,-4 1-144-18,3-1 0 0,-1 1 144 0,0 1-144 21,-1-2-1200-18,-1 3-304 3</inkml:trace>
    </iact:actionData>
  </iact:action>
  <iact:action type="add" startTime="46779">
    <iact:property name="dataType"/>
    <iact:actionData xml:id="d45">
      <inkml:trace xmlns:inkml="http://www.w3.org/2003/InkML" xml:id="stk45" contextRef="#ctx0" brushRef="#br2">30679 14097 11055 0,'0'0'976'1,"0"0"-784"22,0-7-192-21,-1 0 0 0,-1 0 3136-2,0 0 592 1,2 7 112 1,0 0 32-1,2-9-1664-1,0 0-336 18,-1 2-64-18,3 1-16 1,1 0-592 3,2-1-128 6,-2 0-32-10,0 0 0 0,4 2-272 0,5 0-48 18,-2 1-16-18,0-2 0 0,-1 0-192 0,6 1-32 0,-3 0-16 0,0 3 0 15,0-1-80-15,0-1 0 0,0 2-16 0,-4 2 0 14,4 0-48-14,-2 0 0 15,-1-1 0-15,-1 1 0 0,-1 0-128 1,-2 1-16 12,2 3-16-13,-2-1 0 0,-7-3 0 0,0 0 0 21,5 7 0-18,0 2 0-2,0-4-16-1,-1 2 0 0,-4-7 0 0,3 9 0 0,-1 1-16 0,-2 1-128 24,0-11 192-24,-5 10-64 0,3 1-128 0,-3 1 192 1,0 2-192-1,-2 1 192 29,-2-1-192-24,2-1 128-1,-2 0-128 7,1 1 128-9,-1-1 0 0,-3-1 0-2,1 3 0 1,1 1 0-1,1 1 32 1,0 3 0-1,1-3 0 0,1 0 0 0,-2 1-160 2,2-1 128 1,2 2-128-3,-2 1 128 21,3-1 96-21,3 0 16 0,-3 2 0 0,2 0 0 0,2-2-16 0,0-2 0 11,2-1 0-11,2-1 0 0,1-1-224 0,0 0 0 16,2-5 128-16,2 0-128 0,1-2 0 0,1 0-160 18,1 1 32-18,4-1 0 0,-1-5 400 0,3-2 96 4,-1-2 16-4,2-5 0 34,0-3-720-31,2-6-144 2,0-3-32-2,0-5 0 0,3-6-672 12,-1 1-144-14,1-5-16 0,1 1-16 0,1-5-48-1,2 3 0 1,1 4 0 0,3 1 0 0,1 1 704-1,0 1 128 1,0 0 16-1,0 0 16 1,-2 2 400-1,-1 2 144 15,-2 1 0-15,-4 1-144 0,-3-1 144 0,-4 2 224 16,-3 2-48-16,-3 0-16 0,-3 1 448 0,-1 4 96 24,-5-1 0-23,-4 3 16 0,-1-2-192 0,-2 3-32 1,-4 3-16-1,-3 2 0-1,-4 3-288 0,-1 1-64 21,-2 4-128-21,-6 3 192 0,1 4-192 1,1 1 0-1,8-1 0 0,-1 3 0 11,2 2 0-11,2 2 0 0,1 1 0 0,3 1 0 22,1-3 0-21,1 1 0-1,6-4 128 0,0 4-128 0,4-1 272 0,1 1 16 11,2-4 0-11,4 0 0 13,-1 2 96-13,6-2 0 0,1 2 16 0,2-1 0 14,-1 2 32-14,4 1 0 0,1-4 0 1,-2 4 0 15,1-1-128-16,-4 5-32 0,3-3 0 0,-4 2 0 26,-1 0-32-23,-4 2-16 0,0-2 0-2,-3 0 0 0,-2 4-80 1,-2-2-16-1,-1 0 0 0,-3-2 0 0,-2-2 208-1,-1 1 48 9,-3-3 0-9,-2 1 0 15,-4-6-144-15,-1 3-32 0,0-5 0 0,-2 1 0 26,-2-5-208-22,-1-3 0-1,-1 1 0 0,1-2 0 0,-6-2 0 1,2 1 0 1,4-3 0-1,5-1 144-3,-2-2-144 0,2-2 160 0,1-1-160 0,3-2 160 0,-1-2-32-1,4 0 0 1,1-2 0-1,2 0 0 22,2-3 0-22,4 0 0 0,1-4 0 0,2 1 0 0,0-1-128 0,4 1 0 16,1 2 144-16,2 0-144 0,3 0 0 0,4 1 0 12,-2 2 0-12,2 0 128 0,-2 1-128 0,-1 0 0 26,2 1 0-23,0 1 0 0,-3 0 0 0,2 0 0 0,-1 0 0-3,1 0-128 11,-4 2-1344-7,3-2-256-1,-1 0-48 4,-1-2-16-6,-2 2-2112 0,0 0-416 1,17-22-96-2,-17 22 0 1</inkml:trace>
    </iact:actionData>
  </iact:action>
  <iact:action type="add" startTime="47679">
    <iact:property name="dataType"/>
    <iact:actionData xml:id="d46">
      <inkml:trace xmlns:inkml="http://www.w3.org/2003/InkML" xml:id="stk46" contextRef="#ctx0" brushRef="#br2">31914 13477 29087 0,'8'-17'640'4,"-2"10"128"-4,-1-4 16 0,0 4 48 1,2 0-672-1,2 2-160 0,-1-2 0 0,1 0 0 0,3 4 1792 0,0 1 336 0,1 2 64 0,-1 4 16 0,2-4-976 0,0 5-192 16,-2 2-32-16,5 3-16 0,-3 1-304 0,0 3-64 9,-3-4-16-9,-3 6 0 0,-1 3-352 0,-2 7-80 15,-1-2-16-14,-2 8 0 0,-2 4-160 0,0 2 0 10,-2 1 144-11,0-4-13008 21,-3-2-2592-12</inkml:trace>
    </iact:actionData>
  </iact:action>
  <iact:action type="add" startTime="47847">
    <iact:property name="dataType"/>
    <iact:actionData xml:id="d47">
      <inkml:trace xmlns:inkml="http://www.w3.org/2003/InkML" xml:id="stk47" contextRef="#ctx0" brushRef="#br2">32255 14269 36223 0,'-19'-10'1600'1,"19"10"336"-1,-7-4-1552 0,0-1-384 0,-2 0 0 0,2-2 0 5,0 0 960-5,0 1 128 0,0 1 0 0</inkml:trace>
    </iact:actionData>
  </iact:action>
  <iact:action type="add" startTime="96460">
    <iact:property name="dataType"/>
    <iact:actionData xml:id="d48">
      <inkml:trace xmlns:inkml="http://www.w3.org/2003/InkML" xml:id="stk48" contextRef="#ctx0" brushRef="#br3">22501 15381 15087 0,'0'0'656'0,"-5"2"160"0,5-2-656 0,0 0-160 7,-2 0 0-7,-2 1 0 24,4-1 944-21,0 0 144-2,0 0 48-1,0 0 0 0,0 0-176 0,0 0-48 28,0 0 0-28,0 0 0 0,0 0 48 0,0 0 0 0,0 0 0 0,0 0 0 0,0 0 0 0,0 0 16 13,0 0 0-13,0 0 0 0,0 0-16 0,0 0 0 10,0 0 0-10,0 0 0 23,0 0-64-22,0 0-32 0,0 0 0-1,0 0 0 0,0 0-208 0,0 0-32 22,0 0-16-21,11 2 0-1,-11-2-64 0,10 4-16 0,-1-4 0 0,-9 0 0 0,10 1-176 0,-10-1-32 18,13 2-16-18,-5 0 0 0,3-2-16 0,-2 2 0 17,-9-2 0-17,10 1 0 0,-10-1-288 0,10 2 128 13,-10-2-128-12,11 2 0 0,1 0 416-1,0 1-32 14,-1 1 0-11,1-1 0 11,0-3-192-14,0 2-32 4,2-1-16 0,2 1 0-2,-1 0 80 4,3 0 16-5,1-1 0-1,0 1 0 0,0 0-112 1,2 0 0-1,0-2-128 0,2 1 192 18,-2 1 112-18,1 0 16 0,-3 0 0 0,-1 1 0 12,-1-1-320-12,1 0 0 0,-1-1-176 0,-1 1 176 10,-4 0 192-10,5 0 160 15,-3-2 32-14,-2 3 0-1,1-1-384 0,1-2 0 23,-4 0 0-22,-1 1 0-1,-1 1 128 0,1 0-128 0,-9-2 160 0,12 2-160 0,-1-2 304 0,-3 0-48 14,1 0 0-14,0 0 0 3,3-2-256-3,-2 2 0 11,-1-2-176-11,3 0 176 11,-1 1 0-11,1-1 0 1,0-1 160-1,-1 1-32 19,4 0-128-19,-1 0 192 0,-2 1-64 0,2-1 0 9,0 0-128-9,2 0 176 18,0 1-176-17,1 1 192-1,-1 0-192 0,-1 0 160 0,-1-2-160 0,5 2 160 17,-1 0-160-16,-1 0 128 0,1 0-128-1,1 0 128 0,-4 2-128 0,5-2 0 12,-1 1 144-12,-2-1-144 13,2 0 320-13,0 0-16 0,1 2 0 0,1-2 0 17,-2 0-432-17,-2 0-96 0,0 0-16 0,-1 0 0 21,0-2 0-20,1 1 0-1,-3-1 0 0,0 0 0 0,-2 2 416 0,0-2 80 12,-1 1 0-12,-2-1 16 0,1 2-272 0,-1 0 0 13,-2-2 128-13,0 4-128 1,0-4 0-1,0 2 128 17,-7 0-128-17,8 0 0 0,1 0 144 0,-9 0-144 19,0 0 0-19,0 0 144 1,0 0-144-1,0 0 192 1,7 0-192-1,0 0 192 9,-7 0-192-9,0 0 128 16,0 0-128-16,0 0 128 0,0 0-128 1,0 0 0 36,0 0 144-33,3-5-144 0,-1-2-352 0,0-2-144-1,0-1-16 1</inkml:trace>
    </iact:actionData>
  </iact:action>
  <iact:action type="add" startTime="98223">
    <iact:property name="dataType"/>
    <iact:actionData xml:id="d49">
      <inkml:trace xmlns:inkml="http://www.w3.org/2003/InkML" xml:id="stk49" contextRef="#ctx0" brushRef="#br3">23756 14057 21183 0,'2'-4'1888'2,"-2"1"-1504"-2,0-1-384 1,0-1 0 7,0 5 1120-8,0 0 160 15,0-5 16-15,-2-2 16 2,2 0 144-2,2 3 16 24,-2 4 16-22,0 0 0 0,2-7-336-2,1 0-80 0,-3-1-16 0,2 3 0 0,-2-4-288 0,0 0-48 18,-2 0-16-18,0-1 0 0,-3-4-144 0,0 0-48 16,-2-2 0-16,-2-3 0 2,0-7-80-2,-1 0-32 14,-2-2 0-14,0-1 0 1,-6-1-96-1,-1-1-32 0,-4 1 0 0,1 1 0 34,-4 3-16-34,0 1-16 4,-2 3 0 3,-2 1 0-3,1 3-80-1,-1 6-16 2,0 2 0-1,1 4 0-1,-1 1-16 23,2 5 0-23,-1 4 0-1,-1 1 0 0,1 2-128-1,-3 2 160-1,-1-1-160 1,-3 4 160 0,-3 2-160 0,-4 2 192-1,-6 0-192 1,-3 6 192 0,3 6-192-1,0 3 160 1,1 6-160 0,7-2 160-1,0 0 16 1,2-2 0 2,5 0 0-2,6-2 0 14,-2-1-32-15,8-2 0 0,-5-4 0 0,8 0 0 0,-2 1 32 0,2 1 0 13,-2-5 0-13,2-1 0 4,0-2 32-4,0 1 16 15,0 5 0-15,1 4 0 1,1 2 32-1,0 5 0 12,-1 5 0-11,1 1 0 0,-1 5-48-1,1-5 0 16,3-2 0-16,0 1 0 0,2-4 240 0,-2 1 64 13,2-6 0-12,0 2 0 0,1-3-512 0,1-2-256 10,-1-4 16-11,2 2 16 16,3-5 512-16,0 0 96 0,-1-2 32 0,6 4 0 0,-3 1-224 0,1 6-64 16,3-3 0-16,3 6 0 0,1 4 16 0,-3 5 0 27,5-2 0-24,-1-2 0 0,0-1-16 0,2-1 0 0,0 1 0 2,2-3 0-2,1-4-128-2,4 0 0 1,0-4-192 2,-2 0 192-4,6-4 0 0,-3 1 336 3,1-2-32-3,-2 0-16 5,1-2-288-5,3 0 160 18,-1-1-160-18,-1-1 128 0,0 0-128 1,-1-3 128 14,3 0-128-15,-3 2 128 0,-1-2-128 0,0 1 128 4,4 1-128-4,-1-2 128 15,0 2-128-14,3-2 0-1,-3-4 144 0,4 2-144 3,0 0 0-3,1-1 144 13,5-1-144-13,0 2 0 13,5-3 128-13,1 2-128 0,0 1 0 0,2-2 0 22,-1 1 0-21,3-3 0 0,-2 1 128-1,-2 2-128 0,0-5 0 0,-3 3 0 24,-3-4 0-23,0 1 0 0,-3-5 0 0,2 3 0-1,-3-4 0 0,-1-2 0 0,-1-1 128 0,0-1-128 7,0-1 0-7,0-2 0 16,2-3 0-16,-3-1 0 0,1-1 0 0,2 0 0 16,1-2 128-16,2 0-128 0,-1 0 0 0,3 0 0 17,1 2 0-17,1 0 0 0,-1-1 0 0,1 1 0 13,0 2 0-13,-1-1 0 0,-1 3 0 0,0 1 0 22,-2 2 0-21,-2-1 0-1,-1 3 0 1,0-2 0-1,-2-1 128 0,5 3-128 9,-5-4 0-9,-1 0 0 16,0-2 0-16,-1 1 0 0,0 1 0 0,0-2 0 0,0-1 0 0,0-1 0 18,0 1 0-18,2-4 0 0,0 0 0 0,0-2 0 14,-2 0 128-13,-1 1-128-1,4-3 480 0,-1-1 32 16,0-2 16-16,0 0 0 0,-2-1-528 0,0-2 0 12,0-6 0-12,-1-1 0 25,-2-4-304-23,1-3-160 1,0-3-48 0,1 1 0 2,-3-1 512 16,-1 4 0-20,-1 2 0-1,2 4 0 1,-1 1 192 0,0 1 144 0,-3-4 32-1,-3 1 0 1,-1 3-368 0,-2-1 0-1,1 1 0 0,-5-1 0 0,-2 1 0 0,-3-1 0 3,-1-1 0-2,-2-1 0 17,-3-6 0-18,-4 3 0 0,0-1 0 0,0 4 0 6,-2 1 0-6,0 5 0 16,1 0 0-16,-3 5 0 0,1-2 0 1,-1 6 0 0,-1 1 0 12,2 1-128-13,0 4 128 0,-3 1 0 16,3 1 0-16,1 2 0 0,-5 2 0 0,2 1 0 17,0 1 0-17,0 3 0 0,0 0 128 0,0 2 48 14,1-1 16-14,3 1 0 0,-3 2-192 0,3-4 0 19,-1 3 0-18,0-1 0-1,2 0 0 0,0-2 0 0,0 0 0 0,-1-2 0 38,4 0-768-35,1-1-176-1,-2 1-32 4,5 4-15344-3,3 6-3056-1</inkml:trace>
    </iact:actionData>
  </iact:action>
  <iact:action type="add" startTime="114736">
    <iact:property name="dataType"/>
    <iact:actionData xml:id="d50">
      <inkml:trace xmlns:inkml="http://www.w3.org/2003/InkML" xml:id="stk50" contextRef="#ctx1" brushRef="#br3">30660 18386 0,'0'0'1,"0"0"-1,0 0 14</inkml:trace>
    </iact:actionData>
  </iact:action>
  <iact:action type="add" startTime="115234">
    <iact:property name="dataType"/>
    <iact:actionData xml:id="d51">
      <inkml:trace xmlns:inkml="http://www.w3.org/2003/InkML" xml:id="stk51" contextRef="#ctx0" brushRef="#br3">22713 15868 11055 0,'0'0'480'1,"0"0"112"-1,-3-5-464 1,-1 0-128-1,1 0 0 0,3 5 0 0,0 0 2256 0,0 0 432 0,-4-6 96 0,1 1 16 0,3 5-1632 0,0 0-320 9,0 0-64-8,0 0-16-1,0-7-288 0,0 7-64 47,0 0-16-46,0 0 0-1,0 0 64 0,0 0 16 0,0 0 0 0,0 0 0 0,0 0 160 0,0 0 48 1,-7 9 0-1,0 0 0 0,-2 1-160 0,1 4-16 10,-1-2-16-10,2 0 0 0,-2 0 304 0,0 1 64 9,1 1 16-9,-3-2 0 25,-1 3-592-20,0-1-112 1,0 0-32 0,5 2 0-2,-4-2 416 7,1-2 80-7,3-2 0 3,0 1 16-3,0-1-336 0,0 4-64-2,0 0 0-1,-2 0-16 0,1-2-32 0,-1 4 0 0,-1-2 0 0,-1 0 0 0,1 0 80 0,-1 1 16-1,1 1 0 1,-1 0 0 0,1-1 16-1,-2-1 0 1,-1-3 0-1,3 3 0 6,0 3 48-6,-1 0 16 12,1 1 0-12,-1-1 0 17,1 1-64-16,-2-3 0-1,3 4 0 0,-2-1 0 0,-1-3 0 0,4 1 0 16,-1-2 0-16,0-2 0 0,2 0 0 0,-2 1 0 17,3-5 0-16,-3-1 0-1,4 0-192 0,-1-2-128 13,1-1 128-13,5-4-128 0,-5 2 128 0,5-2-128 16,0 0 128-16,0 0-128 0,-5-7 176 0,-1 0-48 14,3-2 0-14,3-1-13984 26,2 3-2800-26</inkml:trace>
    </iact:actionData>
  </iact:action>
  <iact:action type="add" startTime="116612">
    <iact:property name="dataType"/>
    <iact:actionData xml:id="d52">
      <inkml:trace xmlns:inkml="http://www.w3.org/2003/InkML" xml:id="stk52" contextRef="#ctx0" brushRef="#br3">21221 16884 4095 0,'0'0'0'6,"0"0"0"-6,0 0 0 2,0 0 0 0,-26-55 3584-1,26 55 704-1,2 1 160 0,0-1 32 1,-2 0-2912 1,0 0-576-1,0 0-112 0,0 0-32-1,0 0-224 0,0 0-48 8,0 0-16-8,3 0 0 20,-3 0 160-20,0 0 48 0,5 2 0 0,-1 2 0 0,-1-1 80 0,-1 1 32 16,-2 1 0-16,2 4 0 0,-2-2 128 1,0 3 16 15,0-1 16-13,-2-1 0-1,0 5-208-1,1-1-32-1,-1 2-16 0,0 3 0 12,2 2-176-12,0 7-32 23,-2 2-16-20,2 7 0 5,0 2-64-8,0 3-16 3,2 1 0 0,0 1 0 0,0-4-208 0,-1-1-32-1,-1-4-16 0,0-3 0 1,0-1-80-2,2-3-16 1,-2-3 0-1,0-1 0 3,-2-2 64-3,1-3 0-1,-1 0 0 0,2-1 0 4,2-5-192-4,3-3-272 12,2-3 64-12,3 1-18752 19</inkml:trace>
    </iact:actionData>
  </iact:action>
  <iact:action type="add" startTime="116912">
    <iact:property name="dataType"/>
    <iact:actionData xml:id="d53">
      <inkml:trace xmlns:inkml="http://www.w3.org/2003/InkML" xml:id="stk53" contextRef="#ctx0" brushRef="#br3">21730 17246 31327 0,'-6'20'1392'1,"5"-12"272"0,-1 4-1328 3,0 6-336-2,2 4 0-2,0 3 0 0,4-4 992 0,-3-2 128 0,-1-2 32 0,2 1 0 14,2 1-720-14,-3 0-144 0,1-3-32 0,0-1 0 20,1-1-256-20,1-2 160 0,-2-1-160 1,1-1-10752 24,1-1-2240-20</inkml:trace>
    </iact:actionData>
  </iact:action>
  <iact:action type="add" startTime="117178">
    <iact:property name="dataType"/>
    <iact:actionData xml:id="d54">
      <inkml:trace xmlns:inkml="http://www.w3.org/2003/InkML" xml:id="stk54" contextRef="#ctx0" brushRef="#br3">21721 16947 34959 0,'0'0'768'10,"0"0"144"-6,0 0 48-1,0 0 32-2,-10-19-800 3,10 19-192-1,0 0 0-2,0 0 0 2,0 0 624 1,0 0 80-2,0 0 0 1,0 0 16 0,0 0-528-1,0 0-192 11,0 0 0-13,0 0 144 0,5 9-1280 2,0-2-256 0,0 1-48 3</inkml:trace>
    </iact:actionData>
  </iact:action>
  <iact:action type="add" startTime="117337">
    <iact:property name="dataType"/>
    <iact:actionData xml:id="d55">
      <inkml:trace xmlns:inkml="http://www.w3.org/2003/InkML" xml:id="stk55" contextRef="#ctx0" brushRef="#br3">22398 17271 24191 0,'0'0'528'0,"0"0"112"1,-9-11 32-1,15 1 0 0,1-2-544 0,-4-4-128 0,1-1 0 0,-1-1 0 0,1 3 960 0,-1-1 144 0,-1-1 48 0,-2 1 0 0,0 0 272 0,0 2 64 8,0 0 16-8,0 2 0 0,0 0-256 0,-2 2-48 0,0-1-16 1,-3 4 0-1,5 7-224 0,0 0-32 0,-7-3-16 0,-2 4 0 0,1 5-144 0,-1 1-16 22,-1 6-16-22,-1 1 0 0,1 4-336 0,-1 3-64 26,3 3-16-23,-3 4 0 0,2 0-32-2,1 1-16-1,-1 3 0 0,4-3 0 0,-2 1-16 0,2-2 0 5,3-4 0-5,0-1 0 0,0-1-96 0,6 1-32 13,-2-4 0-12,1-3 0-1,2 1-128 0,1-3 128 16,0-2-128-15,1 0 128-1,4-3-128 0,-2-2 0 17,1-2 0-17,2 0 0 19,0-1-1424-16,1-1-320 0,-1-3-64 1,2-1-11232 1,0-3-2240-2</inkml:trace>
    </iact:actionData>
  </iact:action>
  <iact:action type="add" startTime="117531">
    <iact:property name="dataType"/>
    <iact:actionData xml:id="d56">
      <inkml:trace xmlns:inkml="http://www.w3.org/2003/InkML" xml:id="stk56" contextRef="#ctx0" brushRef="#br3">22560 17415 12895 0,'-2'-10'576'1,"2"10"112"-1,0 0-560 0,0 0-128 0,0-7 0 0,0 7 0 0,0 0 5920 0,0 0 1152 32,7-11 224-32,2 1 64 0,0 1-4944 0,1-1-992 0,2-1-192 0,2-1-32 0,0 2-672 0,4-1-128 0,1 1-16 1,2-2-16 7,0-1-176-8,-2 1-16 20,3-2-16-17,1 0 0-2,-2-1-160 0,0 1 0 2,-2-2 0 0,-2 1 0-3,2-3 0 0,-3-1 128 22,-2 2 32-19,-2-1 0-1,-1-1-160-1,-4 3 0-1,-4 1 0 0,-1 1 0 0,-2 0 0 0,-4 2 0 18,-3 0 0-12,-1 3 0 4,-3 0 0-10,1 2-176 5,-2 4 176-1,-2-1-128-1,-4 2 128-1,4 1 0-1,-3 1 128 4,0 3-128-5,-1 2 0 0,1 1 0 0,-1-3 0 0,3 6 0 17,-1 5 224-17,2 3-32 0,0 2 0 0,2 6 0 18,0 2 128-18,3 5 32 0,2 1 0 0,2 3 0 0,-2-3-80 0,5 1-16 15,-1-1 0-15,3-4 0 1,0 1-80-1,0-6-32 16,0-3 0-15,1-2 0-1,3 0-144 0,3-5 192 19,0-5-192-19,2-2 192 15,1 0-688-12,4-5-128 0,2-1-16-1,3-2-16 20,5-5-2128-21,2 1-416-1</inkml:trace>
    </iact:actionData>
  </iact:action>
  <iact:action type="add" startTime="117859">
    <iact:property name="dataType"/>
    <iact:actionData xml:id="d57">
      <inkml:trace xmlns:inkml="http://www.w3.org/2003/InkML" xml:id="stk57" contextRef="#ctx0" brushRef="#br3">23089 17245 22111 0,'-3'10'1968'0,"1"4"-1584"14,0 5-384-14,1 2 0 0,2 0 3872 0,-1 0 688 17,0-2 144-15,2 0 32-1,2 2-2864 0,-1-2-560 11,2 0-112-12,-1-1-32 0,-1-4-848 0,1 1-160 20,-1-3-32-20,1-3-128 0,-3 0 176 0,3-4-176 0,-4-5 160 0,0 0-160 10,0 0 176-10,0 0-176 25,0 0 192-25,2-7-192 1,-1-3 160-1,1-1-160 0,-2-3 128 0,4-5-128 0,-3-5 128 0,3-4-128 29,-1-3 0-25,1-4 128 0,-1 0-128 6,2 2 128-6,-1-2-128-1,3 4 128-2,-2 3 16 0,7 0 0 0,1 4 0 0,0 1 0 0,-2 6 16-1,6 1 0 1,4 6 0 0,-2 3 0-1,2 3 96 0,-2 4 0 8,-1 4 16-8,3 4 0 16,-4 5-64-16,-3 4-16 0,-4 2 0 0,-1 7 0 13,-4 4-64-13,-1 5-128 0,-4-1 176 0,-2-1-176 17,-3 1 176-16,-2-5-176-1,2 2 160 0,-2-4-160 0,0-5 0 0,0-4 0 36,3-3-176-33,1-4 176 1,1-3-2224-1,2-8-320 0,0 0-64-2,9-1-10048-1,3-1-2000 1</inkml:trace>
    </iact:actionData>
  </iact:action>
  <iact:action type="add" startTime="118176">
    <iact:property name="dataType"/>
    <iact:actionData xml:id="d58">
      <inkml:trace xmlns:inkml="http://www.w3.org/2003/InkML" xml:id="stk58" contextRef="#ctx0" brushRef="#br3">23753 17165 14735 0,'3'-11'1312'0,"1"-3"-1056"11,-1 0-256-11,0 0 0 0,1-1 3392 0,-2 1 608 18,-1 0 128-17,-1 2 32-1,0 5-1792 0,-1 0-336 12,-5-2-80-12,1 4-16 0,-3 1-912 0,-3 3-192 16,-5-3-48-16,-1 6 0 0,-2 0-336 0,0 5-80 17,-2 3-16-17,0 2 0 1,0 2-160-1,2 2-16 14,1 3-16-14,6 2 0 0,2 1-160 0,5 1 160 14,1 1-160-13,8 1 160-1,3 1-160 0,3 0 0 32,4-3 0-29,3-1 128-1,4 1 96 8,0-4 16-5,0 2 0-2,9 2 0-1,-4-4-80-1,-2 0-16 0,-1-7 0-1,-6 0 0 1,-1-1 64 0,-2 1 16-1,1-2 0 1,-2-1 0-1,-5 0-96 0,1-2-128 3,0 3 176-3,-4-1-176 17,-3-2 240-17,-1 1-64 0,-1 1-16 0,-1-2 0 10,1-7 32-10,-4 7 16 18,-3 0 0-18,-1-2 0 0,-1-1-80 0,0-3 0 0,0-1-128 0,1 0 192 15,-3 2-192-14,3 0 0 1,-1 0 128-2,4-1-128 0,5-1 0 0,0 0 0 11,-6 4 128-11,6-4-128 23,0 0 160-22,0 0-16-1,0 0 0 1,0 0 0-1,9 0 128 0,2-2 32 10,-3-1 0-10,4-1 0 0,1-1-48 0,1-2-16 17,0-2 0-17,1-1 0 0,1-8-240 0,1 3-128 17,1-3 128-15,-1-4-208-1,0-6 432-1,1-3 96 7,1-6 0-6,-5 1 16-1,5-5-336 0,-3 1 144 15,-2 6-144-15,-2-1 0 0,-2 2 144 0,-1 5-144 16,-4 2 0-16,-1 5 144 0,-6 4-144 0,0 1 0 15,-1 5 0-15,-1 4 128 0,-1 1-128 0,-2 4 0 16,-2 4 0-16,1 1 0 0,-1 6 0 0,-1 3 0 15,-3 4 0-15,3 6 0 1,-1 4 0-1,3 7 0 15,-3 7 0-15,1 0 0 0,1-1 256 0,2-3-48 15,-1 3 0-15,-1-5 0 0,4-4 96 0,-2-1 16 17,1-4 0-17,3-1 0 0,1-3-144 0,2-2-32 1,0-5 0-1,2-2 0 22,1-3-288-22,1 0-64 0,1-6-16 2,2 1 0-1,-7-4 224-1,9-6 240 7,-1-2-48-7,5-1-16 39,1-3-1488-36,1-2-288 1,8-3-64 0,1-1-16 0,4 3-1264 0,3-1-256 0,4-3-64-1,2 1 0 0,1 1-208 5,-1-1-48-7,-3-2-16-1,1-5 0 1,-7-4 2320 0,-2-1 448-1,2-1 112 1,-3-2 16 0,-5 0 1728-1,0 1 336 1,-3 3 80-1,0-1 16 1,-1 4 768-1,-4 2 144 12,4-2 48-12,-6 3 0 15,1 6-960-15,-3 3-192 0,-1 0-48 0,2 3 0 16,-4 3-448-16,-1 1-80 0,-4 7-32 0,0 0 0 10,2-6-272-10,-2 6-64 0,-2-3-16 0,2 3 0 20,0 0-112-19,-9 3-32-1,-3-1 0 1,0 3 0-1,-2 2-64 0,0 2-16 30,-3 1 0-18,4 3 0-11,1-1-144-1,5 17 192 13,7 27-192-13,9-4 192 18,0-8-192-12,5-4 0-1,-1-5 192-1,1-6 0 0,0-1 0-1,2-4 0-2,1-3 16 1,1-3 16 0,-6-6 0-2,-2 2 0 1,3-4-96 0,-5 1-128-1,-1-1 176 0,0 2-176 3,-3 2 448-3,-3-2-32 16,-2 1 0-16,-3-3 0 0,-1 2-32 0,-2-1 0 16,0 1 0-16,-3-3 0 0,-4-3 304 0,0 1 48 17,-2 0 16-17,-3-3 0 0,3-4-464 1,-3-2-96 10,0-1 0-11,0-3-16 0,0-1-32 0,0-1 0 38,-2-4 0-34,2-2 0-1,-2 0-720 1,1 2-160-2,0-1-32 4,4 6-14368-3,-2 2-2880 1</inkml:trace>
    </iact:actionData>
  </iact:action>
  <iact:action type="add" startTime="120097">
    <iact:property name="dataType"/>
    <iact:actionData xml:id="d59">
      <inkml:trace xmlns:inkml="http://www.w3.org/2003/InkML" xml:id="stk59" contextRef="#ctx0" brushRef="#br3">6010 14601 14159 0,'0'0'624'2,"0"0"144"-2,10-1-624 1,1 1-144 8,-1-2 0-9,2 0 0 0,2 0 1024 1,0 6 192 6,2-1 16-6,-2 3 16 24,0-1-240-24,0 0-48-1,-2 4-16 0,0-2 0 0,-1 1-448 0,-3-1-96 14,-1 2-16-14,0 1 0 0,2 4-176 0,3 2-32 18,0 0-16-18,-1 6 0 0,1 4 160 0,14 41 48 0,2 13 0 0,-7-14 0 12,3 14 80-12,2-7 32 28,-3-9 0-16,0-6 0-8,-3-8-160 0,1-3-48 0,0-5 0-2,-2 3 0 3,-3 4-144-1,0 10-128-1,-4 12 192 0,0 6-192 1,0 1 192 0,4-6-64-1,-4-13 0 1,0-11-128-1,6-6 256 2,-4-5-64 22,0-4-16-25,-2-4 0 0,5-2 160-1,-3-1 48-1,2-2 0 1,8 9 0 0,-1-2-16 0,-2 4 0 0,6 7 0-1,1 7 0 1,0 1-112 0,4 4-32-1,-1 2 0 1,7-4 0 0,-1-9-80-1,3-4-16 1,0-6 0-1,2-4 0 1,-9-4 0-1,-2-6 0 5,2-3 0-5,-3-2 0 19,-1-1 80-19,3-2 16 0,-5-4 0 0,5-2 0 0,1-1 48 0,5-1 16 14,6 0 0-14,8 3 0 1,5-3-80 13,8 4-16-13,3 2 0 0,-2 1 0-1,-11-1-64 0,-2 0-128 12,-5-4 176-12,-2 0-176 15,-4-1 240-15,1-3-64 0,2-1-16 0,13-1 0 21,6-5 0-20,13 6 0-1,12 4 0 0,-4-2 0 0,-5-1 0 0,-10-1 0 14,-13-1 0-14,4-3 0 0,0-1-32 0,12 0 0 15,11-4 0-14,10 6 0 16,3 4-128-17,-5-1 160 0,-12 0-160 0,-5-1 160 0,-5-6-32 0,10-2-128 0,9-2 192 0,13 6-64 9,8 3-128-9,-12 1 160 23,-11 1-160-23,-6-6 160 0,-2-6-160 0,11 0 128 0,15 0-128 0,6 5 128 12,2 5-128-12,-12 1 0 0,-14-5 0 0,4-2 128 18,5-6-128-18,13 7 128 0,18 5-128 0,-12 5 128 11,-14 1-128-11,-5-8 0 15,-7-4 0-14,15-1 128-1,15 4-128 0,-1 5 0 0,-1 5 0 0,-13-1 128 16,-12-8-128-16,6-1 0 0,11-6 0 0,10 10 0 16,6 6 0-16,-10 2 0 0,-17-7 128 0,3-4-128 14,1-6 0-14,17 6 128 16,11 8-128-16,-11-1 128 0,-13 1-128 0,-4-8 0 0,-1-6 0 0,18 5 0 15,11 8 0-15,-8 2 0 0,-14 1 128 0,-7-6-128 16,-5-7 0-16,8 1 0 0,15 6 0 0,-1 4 0 18,-3 3 0-17,-12-5 0 1,-16-8 0-2,3-2 128 0,11-4-128 0,9 5 0 16,10 7 0-16,-10 1 0 0,-15 3 144 0,-4-8-144 16,-6-8 160-16,6 2-160 0,5 1 144 0,6 9-144 13,4 9 128-13,-13 1-128 0,-10-5 144 0,-8-5-144 17,-7-7 160-17,5 4-160 0,7 1 128 0,5 6-128 11,4 3 0-10,-5 3 144 5,-4 4-144-6,-9-2 0 9,-5-7 0-9,-5-5 128 0,-3-3-128 0,4-1 0 15,8 3 0-15,5 2 0 0,2 1 0 0,1 5 128 15,-3 2-128-15,-7-2 0 0,-4-2 128 0,-5-5-128 16,-5-7 128-16,0 4-128 0,0 1 128 0,4 0-128 17,3 0 128-17,-1 4-128 0,1 3 176 0,0 2-48 16,-2 5-128-16,-5-1 192 0,-7-4-64 1,0-2 0 2,-3-1-128-3,-4-3 192 10,-2-1-192-10,2 0 176 17,-1-7-176-17,2 4 160 0,-1 1-160 0,6 2 160 15,-3 0-160-14,3 4 160 0,-3-1-16 0,1-1 0-1,1 5 0 1,-3-2 0 13,-6 0 0-13,-1-1 0-1,-4-3 0 0,-1 3 0 15,-2-1 16-15,-2 1 0 0,-2-8 0 0,1 4 0 15,-4 0-160-15,-1 0 160 0,0-3-160 0,0-1 160 17,-2-3-160-16,-2 4 0-1,-1 1 144 0,1-1-144 12,-2-2 0-12,-2-1 144 0,-2 1-144 0,-1-2 0 14,-9 7 160-14,16-5-160 1,-6-2 128-1,-10 7-128 20,11-7 128-18,-11 7-128-1,0 0 128 0,10-9-128 0,1 1 128-1,-11 8-128 5,0 0 0-5,0 0 128 16,8-11-128-16,-3 1 128 0,-3-2-128 0,-2-1 128 18,-2 3-128-18,-3-4 0 0,4-3 0 0,-6 1 0 28,3-3-1344-25,-1 5-368-1,5 14-64-1,-5-12-11264 0,1 0-2256 1</inkml:trace>
    </iact:actionData>
  </iact:action>
  <iact:action type="add" startTime="121134">
    <iact:property name="dataType"/>
    <iact:actionData xml:id="d60">
      <inkml:trace xmlns:inkml="http://www.w3.org/2003/InkML" xml:id="stk60" contextRef="#ctx0" brushRef="#br3">19649 16317 13823 0,'-17'-16'1216'1,"8"8"-960"-1,1 1-256 0,-3-2 0 14,1 4 2080-14,3 0 368 1,0-1 80-1,2 3 16 25,5 3-1072-25,0 0-192 0,0 0-64 0,0 0 0 0,0 0-32 0,0 0-16 17,0 0 0-17,0 0 0 0,0 0-176 0,0 0-32 15,0 0-16-14,8 17 0-1,1 1-288 0,0-3-48 11,3 5-16-11,-2-1 0 0,-1 0-128 0,3 2-16 16,2 0-16-16,4 3 0 1,-3 2-128-1,4-2-32 19,2 1 0-12,4 1 0-3,2-2-80 7,0 1-32-7,4 1 0-1,2-4 0 1,0 1-160 1,2-6 192-1,0-3-192-2,-4 2 192 2,-3 3-192-1,-2-1 0-2,-3-5 0 4,-1 3 0-5,-3-4 128 1,-3 2-128-1,-2 2 0 0,-4 0 128 0,-1-3 64 0,-2 3 0 13,-3 0 0-13,1-1 0 0,-5 1 176 1,-2 3 32 1,-1 2 16-2,-6-3 0 13,-3-1 48-13,-1 4 16 0,-2 3 0 0,-4 2 0 17,-4 0-80-17,-5 6-16 0,-3 1 0 1,-4 9 0 13,-5 1-144-14,-5 2-48 0,-4 1 0 0,-1-5 0 16,-6 1-192-15,-2-7 144-1,6-6-144 0,-9-2 128 25,-8-7-1408-21,-17 1-272 1</inkml:trace>
    </iact:actionData>
  </iact:action>
  <iact:action type="add" startTime="133686">
    <iact:property name="dataType"/>
    <iact:actionData xml:id="d61">
      <inkml:trace xmlns:inkml="http://www.w3.org/2003/InkML" xml:id="stk61" contextRef="#ctx0" brushRef="#br3">25279 16724 19519 0,'0'0'432'14,"0"0"80"-14,0 0 32 1,0 0 0-1,0 0-544 0,-5 2 0 0,2-9 0 0,3-2 0 0,-2-1 1280 0,0-2 128 0,2-2 48 0,0-4 0 0,2 5-384 0,-2-1-80 13,2-2-16-13,1-1 0 0,-3-3-208 0,4 0-64 27,-1-1 0-26,2 0 0-1,0-2 128 0,1 2 0 0,-3-1 16 0,2 1 0 0,1 3-80 0,-1 1-32 28,-2 1 0-26,3 2 0 0,-1 4-128-1,0 1-32 1,0 1 0 1,0 4 0-1,-1 2-176-2,-4 2-32 1,7-1-16-1,-7 1 0 22,9 7-48-22,-2 0-16 0,-7-7 0 0,8 8 0 0,-1 3-32 0,0 1-16 15,0 2 0-14,0 0 0-1,-2 3 32 0,-1 4 16 10,1 5 0-10,-2 2 0 1,1 1-128-1,-2-1-32 21,-2 2 0-6,0-6 0-12,1 1 80-2,-2-4 16 1,-5-2 0-2,5 3 0 2,-3 1 16 2,1-4 0-4,-1-7 0 1,-1 0 0 0,0-1-16-1,0 1 0 0,-1-2 0 0,3-3 0 9,-2-1 32-9,-2 1 0 15,2-2 0-15,-1 0 0 0,-1-1 0 0,7-4 16 20,-8 3 0-20,2-3 0 0,-1 3-272 0,7-3-144 0,-7-1 16 0,1 1 0 10,-3 0 128-10,2 3 0 37,0-1 0-33,7-2 0 0,0 0-2400 0,0 0-400 0,0 0-80-1</inkml:trace>
    </iact:actionData>
  </iact:action>
  <iact:action type="add" startTime="134084">
    <iact:property name="dataType"/>
    <iact:actionData xml:id="d62">
      <inkml:trace xmlns:inkml="http://www.w3.org/2003/InkML" xml:id="stk62" contextRef="#ctx0" brushRef="#br3">25258 17337 26367 0,'0'0'1168'2,"0"0"240"-2,0 0-1120 0,0 0-288 0,0 0 0 0,0 0 0 0,4-7 1504 0,3-2 240 10,-5 1 48-10,5 1 16 6,-2-2-704-6,0 0-144 18,2-1-16-17,-2 1-16-1,0 2-80 0,1 0-16 20,-1-3 0-20,-3 1 0 0,-1-1-144 0,3 1-48 0,-2 0 0 0,-2 0 0 14,0-1-320-14,-2 1-64 19,2 1 0-19,0-1-16 0,0 2-240 0,2-2 144 0,-2 2-144 0,3-1-12528 17,2-1-2576-17</inkml:trace>
    </iact:actionData>
  </iact:action>
  <iact:action type="add" startTime="134302">
    <iact:property name="dataType"/>
    <iact:actionData xml:id="d63">
      <inkml:trace xmlns:inkml="http://www.w3.org/2003/InkML" xml:id="stk63" contextRef="#ctx0" brushRef="#br3">25603 16597 11055 0,'0'0'976'9,"5"-10"-784"-9,-1 1-192 0,1 2 0 0,2 0 4432 1,3 2 848-1,3 3 160 0,2 2 48 0,1 4-2960 0,5 3-592 17,-2 5-112-17,4 2-32 0,-3 3-816 0,0-1-160 8,-1 0-48-8,-2-1 0 5,4 8-224-5,-5-2-48 24,-4-2-16-22,0-2 0-1,-5-1 48-1,-3-2 16 0,-3 0 0 0,-1-2 0 7,-3 0-176-7,-2 2-48 16,-4-4 0-16,0 1 0 0,-5 1-48 0,0-1-16 19,-1-4 0-19,-1 1 0 0,0-3 0 0,2 4 0 0,0 0 0 0,2-2 0 26,2 0-2384-22,1-2-496-1,2 5-80 6</inkml:trace>
    </iact:actionData>
  </iact:action>
  <iact:action type="add" startTime="134628">
    <iact:property name="dataType"/>
    <iact:actionData xml:id="d64">
      <inkml:trace xmlns:inkml="http://www.w3.org/2003/InkML" xml:id="stk64" contextRef="#ctx0" brushRef="#br3">25730 17163 34095 0,'0'0'752'1,"0"0"144"-1,0 0 48 0,-17-12 16 0,17 12-768 0,0 0-192 0,-2-6 0 0,4 1 0 0,-1-2 1008 0,1 0 160 0,0-1 48 0,-2-1 0 0,3 0-720 0,-1 1-144 0,0-1-32 0,0 0-17728 0</inkml:trace>
    </iact:actionData>
  </iact:action>
</iact:action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B82268CB-0F4A-4B2B-A3BE-544EECB15C20}"/>
              </a:ext>
            </a:extLst>
          </p:cNvPr>
          <p:cNvSpPr>
            <a:spLocks noGrp="1" noChangeArrowheads="1"/>
          </p:cNvSpPr>
          <p:nvPr>
            <p:ph type="hdr" sz="quarter"/>
          </p:nvPr>
        </p:nvSpPr>
        <p:spPr bwMode="auto">
          <a:xfrm>
            <a:off x="0" y="0"/>
            <a:ext cx="3076575" cy="511175"/>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lvl1pPr eaLnBrk="1" fontAlgn="auto" hangingPunct="1">
              <a:spcBef>
                <a:spcPts val="0"/>
              </a:spcBef>
              <a:spcAft>
                <a:spcPts val="0"/>
              </a:spcAft>
              <a:defRPr sz="1300">
                <a:latin typeface="+mn-lt"/>
              </a:defRPr>
            </a:lvl1pPr>
          </a:lstStyle>
          <a:p>
            <a:pPr>
              <a:defRPr/>
            </a:pPr>
            <a:endParaRPr lang="en-US" dirty="0"/>
          </a:p>
        </p:txBody>
      </p:sp>
      <p:sp>
        <p:nvSpPr>
          <p:cNvPr id="69635" name="Rectangle 3">
            <a:extLst>
              <a:ext uri="{FF2B5EF4-FFF2-40B4-BE49-F238E27FC236}">
                <a16:creationId xmlns:a16="http://schemas.microsoft.com/office/drawing/2014/main" id="{822129BA-E17F-46FB-880B-8F13F4671CA8}"/>
              </a:ext>
            </a:extLst>
          </p:cNvPr>
          <p:cNvSpPr>
            <a:spLocks noGrp="1" noChangeArrowheads="1"/>
          </p:cNvSpPr>
          <p:nvPr>
            <p:ph type="dt" idx="1"/>
          </p:nvPr>
        </p:nvSpPr>
        <p:spPr bwMode="auto">
          <a:xfrm>
            <a:off x="4022725" y="0"/>
            <a:ext cx="3076575" cy="511175"/>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endParaRPr lang="en-US" dirty="0"/>
          </a:p>
        </p:txBody>
      </p:sp>
      <p:sp>
        <p:nvSpPr>
          <p:cNvPr id="8196" name="Rectangle 4">
            <a:extLst>
              <a:ext uri="{FF2B5EF4-FFF2-40B4-BE49-F238E27FC236}">
                <a16:creationId xmlns:a16="http://schemas.microsoft.com/office/drawing/2014/main" id="{6AA75805-CC8F-493F-A2D2-04101DA97D18}"/>
              </a:ext>
            </a:extLst>
          </p:cNvPr>
          <p:cNvSpPr>
            <a:spLocks noGrp="1" noRot="1" noChangeAspect="1" noChangeArrowheads="1" noTextEdit="1"/>
          </p:cNvSpPr>
          <p:nvPr>
            <p:ph type="sldImg" idx="2"/>
          </p:nvPr>
        </p:nvSpPr>
        <p:spPr bwMode="auto">
          <a:xfrm>
            <a:off x="139700" y="768350"/>
            <a:ext cx="6819900"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9637" name="Rectangle 5">
            <a:extLst>
              <a:ext uri="{FF2B5EF4-FFF2-40B4-BE49-F238E27FC236}">
                <a16:creationId xmlns:a16="http://schemas.microsoft.com/office/drawing/2014/main" id="{11640D2D-106E-4B03-9F63-A973699352D4}"/>
              </a:ext>
            </a:extLst>
          </p:cNvPr>
          <p:cNvSpPr>
            <a:spLocks noGrp="1" noChangeArrowheads="1"/>
          </p:cNvSpPr>
          <p:nvPr>
            <p:ph type="body" sz="quarter" idx="3"/>
          </p:nvPr>
        </p:nvSpPr>
        <p:spPr bwMode="auto">
          <a:xfrm>
            <a:off x="946150" y="4860925"/>
            <a:ext cx="5207000" cy="4605338"/>
          </a:xfrm>
          <a:prstGeom prst="rect">
            <a:avLst/>
          </a:prstGeom>
          <a:noFill/>
          <a:ln w="9525">
            <a:noFill/>
            <a:miter lim="800000"/>
            <a:headEnd/>
            <a:tailEnd/>
          </a:ln>
          <a:effectLst/>
        </p:spPr>
        <p:txBody>
          <a:bodyPr vert="horz" wrap="square" lIns="99048" tIns="49524" rIns="99048" bIns="4952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9638" name="Rectangle 6">
            <a:extLst>
              <a:ext uri="{FF2B5EF4-FFF2-40B4-BE49-F238E27FC236}">
                <a16:creationId xmlns:a16="http://schemas.microsoft.com/office/drawing/2014/main" id="{6F8704AC-2097-4C7D-9399-B82223EC70CC}"/>
              </a:ext>
            </a:extLst>
          </p:cNvPr>
          <p:cNvSpPr>
            <a:spLocks noGrp="1" noChangeArrowheads="1"/>
          </p:cNvSpPr>
          <p:nvPr>
            <p:ph type="ftr" sz="quarter" idx="4"/>
          </p:nvPr>
        </p:nvSpPr>
        <p:spPr bwMode="auto">
          <a:xfrm>
            <a:off x="0" y="9723438"/>
            <a:ext cx="3076575" cy="511175"/>
          </a:xfrm>
          <a:prstGeom prst="rect">
            <a:avLst/>
          </a:prstGeom>
          <a:noFill/>
          <a:ln w="9525">
            <a:noFill/>
            <a:miter lim="800000"/>
            <a:headEnd/>
            <a:tailEnd/>
          </a:ln>
          <a:effectLst/>
        </p:spPr>
        <p:txBody>
          <a:bodyPr vert="horz" wrap="square" lIns="99048" tIns="49524" rIns="99048" bIns="49524" numCol="1" anchor="b" anchorCtr="0" compatLnSpc="1">
            <a:prstTxWarp prst="textNoShape">
              <a:avLst/>
            </a:prstTxWarp>
          </a:bodyPr>
          <a:lstStyle>
            <a:lvl1pPr eaLnBrk="1" fontAlgn="auto" hangingPunct="1">
              <a:spcBef>
                <a:spcPts val="0"/>
              </a:spcBef>
              <a:spcAft>
                <a:spcPts val="0"/>
              </a:spcAft>
              <a:defRPr sz="1300">
                <a:latin typeface="+mn-lt"/>
              </a:defRPr>
            </a:lvl1pPr>
          </a:lstStyle>
          <a:p>
            <a:pPr>
              <a:defRPr/>
            </a:pPr>
            <a:endParaRPr lang="en-US" dirty="0"/>
          </a:p>
        </p:txBody>
      </p:sp>
      <p:sp>
        <p:nvSpPr>
          <p:cNvPr id="69639" name="Rectangle 7">
            <a:extLst>
              <a:ext uri="{FF2B5EF4-FFF2-40B4-BE49-F238E27FC236}">
                <a16:creationId xmlns:a16="http://schemas.microsoft.com/office/drawing/2014/main" id="{A51F1C3D-36A8-44FA-980F-91710965E18F}"/>
              </a:ext>
            </a:extLst>
          </p:cNvPr>
          <p:cNvSpPr>
            <a:spLocks noGrp="1" noChangeArrowheads="1"/>
          </p:cNvSpPr>
          <p:nvPr>
            <p:ph type="sldNum" sz="quarter" idx="5"/>
          </p:nvPr>
        </p:nvSpPr>
        <p:spPr bwMode="auto">
          <a:xfrm>
            <a:off x="4022725" y="9723438"/>
            <a:ext cx="3076575" cy="511175"/>
          </a:xfrm>
          <a:prstGeom prst="rect">
            <a:avLst/>
          </a:prstGeom>
          <a:noFill/>
          <a:ln w="9525">
            <a:noFill/>
            <a:miter lim="800000"/>
            <a:headEnd/>
            <a:tailEnd/>
          </a:ln>
          <a:effectLst/>
        </p:spPr>
        <p:txBody>
          <a:bodyPr vert="horz" wrap="square" lIns="99048" tIns="49524" rIns="99048" bIns="49524" numCol="1" anchor="b" anchorCtr="0" compatLnSpc="1">
            <a:prstTxWarp prst="textNoShape">
              <a:avLst/>
            </a:prstTxWarp>
          </a:bodyPr>
          <a:lstStyle>
            <a:lvl1pPr algn="r" eaLnBrk="1" fontAlgn="auto" hangingPunct="1">
              <a:spcBef>
                <a:spcPts val="0"/>
              </a:spcBef>
              <a:spcAft>
                <a:spcPts val="0"/>
              </a:spcAft>
              <a:defRPr sz="1300">
                <a:latin typeface="+mn-lt"/>
              </a:defRPr>
            </a:lvl1pPr>
          </a:lstStyle>
          <a:p>
            <a:pPr>
              <a:defRPr/>
            </a:pPr>
            <a:fld id="{E37FD120-FCED-4A4F-A34E-70BA706DB35C}" type="slidenum">
              <a:rPr lang="en-US" altLang="en-US"/>
              <a:pPr>
                <a:defRPr/>
              </a:pPr>
              <a:t>‹#›</a:t>
            </a:fld>
            <a:endParaRPr lang="en-US" alt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AF602A-A3EB-5ADA-2EFE-C932583D31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A4FB6-B012-A802-182A-3A15B6E106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BB8D2-2B61-116C-555F-4746E938BA1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AFABA7F-A333-ACF6-2047-AE79EA057D12}"/>
              </a:ext>
            </a:extLst>
          </p:cNvPr>
          <p:cNvSpPr>
            <a:spLocks noGrp="1"/>
          </p:cNvSpPr>
          <p:nvPr>
            <p:ph type="sldNum" sz="quarter" idx="5"/>
          </p:nvPr>
        </p:nvSpPr>
        <p:spPr/>
        <p:txBody>
          <a:bodyPr/>
          <a:lstStyle/>
          <a:p>
            <a:pPr>
              <a:defRPr/>
            </a:pPr>
            <a:fld id="{E37FD120-FCED-4A4F-A34E-70BA706DB35C}" type="slidenum">
              <a:rPr lang="en-US" altLang="en-US" smtClean="0"/>
              <a:pPr>
                <a:defRPr/>
              </a:pPr>
              <a:t>6</a:t>
            </a:fld>
            <a:endParaRPr lang="en-US" altLang="en-US" dirty="0"/>
          </a:p>
        </p:txBody>
      </p:sp>
    </p:spTree>
    <p:extLst>
      <p:ext uri="{BB962C8B-B14F-4D97-AF65-F5344CB8AC3E}">
        <p14:creationId xmlns:p14="http://schemas.microsoft.com/office/powerpoint/2010/main" val="41735963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7</a:t>
            </a:fld>
            <a:endParaRPr lang="en-US" altLang="en-US" dirty="0"/>
          </a:p>
        </p:txBody>
      </p:sp>
    </p:spTree>
    <p:extLst>
      <p:ext uri="{BB962C8B-B14F-4D97-AF65-F5344CB8AC3E}">
        <p14:creationId xmlns:p14="http://schemas.microsoft.com/office/powerpoint/2010/main" val="7860252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Structuralist Approach </a:t>
            </a:r>
            <a:r>
              <a:rPr lang="en-US" dirty="0"/>
              <a:t>(all decided by Govt)</a:t>
            </a:r>
          </a:p>
          <a:p>
            <a:endParaRPr lang="en-US" dirty="0"/>
          </a:p>
          <a:p>
            <a:r>
              <a:rPr lang="en-US" b="1" dirty="0"/>
              <a:t>Inward Orientation </a:t>
            </a:r>
            <a:r>
              <a:rPr lang="en-US" dirty="0"/>
              <a:t>= Focus on domestic markets  </a:t>
            </a:r>
          </a:p>
          <a:p>
            <a:pPr marL="171450" indent="-171450">
              <a:buFontTx/>
              <a:buChar char="-"/>
            </a:pPr>
            <a:r>
              <a:rPr lang="en-US" dirty="0"/>
              <a:t>Set tariffs/quota to limit imports</a:t>
            </a:r>
          </a:p>
          <a:p>
            <a:pPr marL="171450" indent="-171450">
              <a:buFontTx/>
              <a:buChar char="-"/>
            </a:pPr>
            <a:r>
              <a:rPr lang="en-US" dirty="0"/>
              <a:t>Strengthen their currency (to make imports cheaper to buy more </a:t>
            </a:r>
            <a:r>
              <a:rPr lang="en-US" b="1" dirty="0"/>
              <a:t>K</a:t>
            </a:r>
            <a:r>
              <a:rPr lang="en-US" dirty="0"/>
              <a:t> (equipment, machines))</a:t>
            </a:r>
          </a:p>
          <a:p>
            <a:pPr marL="171450" indent="-171450">
              <a:buFontTx/>
              <a:buChar char="-"/>
            </a:pPr>
            <a:r>
              <a:rPr lang="en-US" dirty="0"/>
              <a:t>Government intervention </a:t>
            </a:r>
          </a:p>
          <a:p>
            <a:pPr marL="628650" lvl="1" indent="-171450">
              <a:buFontTx/>
              <a:buChar char="-"/>
            </a:pPr>
            <a:r>
              <a:rPr lang="en-US" dirty="0"/>
              <a:t>Cash grants (</a:t>
            </a:r>
            <a:r>
              <a:rPr lang="en-US" b="1" dirty="0"/>
              <a:t>G rises</a:t>
            </a:r>
            <a:r>
              <a:rPr lang="en-US" dirty="0"/>
              <a:t>)</a:t>
            </a:r>
          </a:p>
          <a:p>
            <a:pPr marL="628650" lvl="1" indent="-171450">
              <a:buFontTx/>
              <a:buChar char="-"/>
            </a:pPr>
            <a:r>
              <a:rPr lang="en-US" dirty="0"/>
              <a:t>Tax breaks (</a:t>
            </a:r>
            <a:r>
              <a:rPr lang="en-US" b="1" dirty="0"/>
              <a:t>T falls</a:t>
            </a:r>
            <a:r>
              <a:rPr lang="en-US" dirty="0"/>
              <a:t>)</a:t>
            </a:r>
          </a:p>
          <a:p>
            <a:pPr marL="171450" lvl="0" indent="-171450">
              <a:buFontTx/>
              <a:buChar char="-"/>
            </a:pPr>
            <a:endParaRPr lang="en-US" dirty="0"/>
          </a:p>
          <a:p>
            <a:pPr marL="171450" lvl="0" indent="-171450">
              <a:buFontTx/>
              <a:buChar char="-"/>
            </a:pPr>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10</a:t>
            </a:fld>
            <a:endParaRPr lang="en-US" altLang="en-US" dirty="0"/>
          </a:p>
        </p:txBody>
      </p:sp>
    </p:spTree>
    <p:extLst>
      <p:ext uri="{BB962C8B-B14F-4D97-AF65-F5344CB8AC3E}">
        <p14:creationId xmlns:p14="http://schemas.microsoft.com/office/powerpoint/2010/main" val="19180981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19</a:t>
            </a:fld>
            <a:endParaRPr lang="en-US" altLang="en-US" dirty="0"/>
          </a:p>
        </p:txBody>
      </p:sp>
    </p:spTree>
    <p:extLst>
      <p:ext uri="{BB962C8B-B14F-4D97-AF65-F5344CB8AC3E}">
        <p14:creationId xmlns:p14="http://schemas.microsoft.com/office/powerpoint/2010/main" val="13563991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Tariffs will increase farmers </a:t>
            </a:r>
            <a:r>
              <a:rPr lang="en-US" b="1" dirty="0"/>
              <a:t>revenue</a:t>
            </a:r>
            <a:r>
              <a:rPr lang="en-US" dirty="0"/>
              <a:t> and will shrink demand </a:t>
            </a:r>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20</a:t>
            </a:fld>
            <a:endParaRPr lang="en-US" altLang="en-US" dirty="0"/>
          </a:p>
        </p:txBody>
      </p:sp>
    </p:spTree>
    <p:extLst>
      <p:ext uri="{BB962C8B-B14F-4D97-AF65-F5344CB8AC3E}">
        <p14:creationId xmlns:p14="http://schemas.microsoft.com/office/powerpoint/2010/main" val="31353194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dirty="0"/>
              <a:t>Protectionist policy </a:t>
            </a:r>
            <a:r>
              <a:rPr lang="en-US" sz="2400" b="0" dirty="0"/>
              <a:t>called a quota</a:t>
            </a:r>
          </a:p>
          <a:p>
            <a:pPr marL="171450" indent="-171450">
              <a:buFontTx/>
              <a:buChar char="-"/>
            </a:pPr>
            <a:r>
              <a:rPr lang="en-US" sz="2400" b="0" dirty="0"/>
              <a:t>A limit on imports</a:t>
            </a:r>
          </a:p>
          <a:p>
            <a:pPr marL="171450" indent="-171450">
              <a:buFontTx/>
              <a:buChar char="-"/>
            </a:pPr>
            <a:r>
              <a:rPr lang="en-US" sz="2400" b="0" dirty="0"/>
              <a:t>Limits the quantity of imports</a:t>
            </a:r>
          </a:p>
          <a:p>
            <a:pPr marL="171450" indent="-171450">
              <a:buFontTx/>
              <a:buChar char="-"/>
            </a:pPr>
            <a:r>
              <a:rPr lang="en-US" sz="2400" b="0" dirty="0"/>
              <a:t>Govt does not necessarily earn revenue</a:t>
            </a:r>
          </a:p>
          <a:p>
            <a:pPr marL="171450" indent="-171450">
              <a:buFontTx/>
              <a:buChar char="-"/>
            </a:pPr>
            <a:endParaRPr lang="en-US" sz="2400" b="0" dirty="0"/>
          </a:p>
          <a:p>
            <a:pPr marL="171450" indent="-171450">
              <a:buFontTx/>
              <a:buChar char="-"/>
            </a:pPr>
            <a:endParaRPr lang="en-US" sz="2400" b="0" dirty="0"/>
          </a:p>
          <a:p>
            <a:pPr marL="0" indent="0">
              <a:buFontTx/>
              <a:buNone/>
            </a:pPr>
            <a:r>
              <a:rPr lang="en-US" sz="2400" b="0" dirty="0"/>
              <a:t>Prev example says at $1, imports were 30 cars</a:t>
            </a:r>
          </a:p>
          <a:p>
            <a:pPr marL="0" indent="0">
              <a:buFontTx/>
              <a:buNone/>
            </a:pPr>
            <a:endParaRPr lang="en-US" sz="2400" b="0" dirty="0"/>
          </a:p>
          <a:p>
            <a:pPr marL="0" indent="0">
              <a:buFontTx/>
              <a:buNone/>
            </a:pPr>
            <a:r>
              <a:rPr lang="en-US" sz="2400" b="0" dirty="0"/>
              <a:t>With a quota, the govt says u cannot import more than a certain no of cars </a:t>
            </a:r>
          </a:p>
          <a:p>
            <a:endParaRPr lang="en-US" b="1" dirty="0"/>
          </a:p>
          <a:p>
            <a:r>
              <a:rPr lang="en-US" b="0" dirty="0"/>
              <a:t>For example, instead of allowing 30 imported cars, the government might set:</a:t>
            </a:r>
          </a:p>
          <a:p>
            <a:r>
              <a:rPr lang="en-US" b="0" dirty="0"/>
              <a:t>Quota = 15 cars </a:t>
            </a:r>
          </a:p>
          <a:p>
            <a:r>
              <a:rPr lang="en-US" b="0" dirty="0"/>
              <a:t>or Quota = 25 cars </a:t>
            </a:r>
          </a:p>
          <a:p>
            <a:r>
              <a:rPr lang="en-US" b="0" dirty="0"/>
              <a:t>or Quota = 28 cars </a:t>
            </a:r>
          </a:p>
          <a:p>
            <a:endParaRPr lang="en-US" b="0" dirty="0"/>
          </a:p>
          <a:p>
            <a:r>
              <a:rPr lang="en-US" b="0" dirty="0"/>
              <a:t>The blue note circles 15 as an example.</a:t>
            </a:r>
          </a:p>
          <a:p>
            <a:endParaRPr lang="en-US" b="0" dirty="0"/>
          </a:p>
          <a:p>
            <a:r>
              <a:rPr lang="en-US" dirty="0"/>
              <a:t>Without a quota:</a:t>
            </a:r>
          </a:p>
          <a:p>
            <a:r>
              <a:rPr lang="en-US" dirty="0"/>
              <a:t>Domestic supply = 8 </a:t>
            </a:r>
          </a:p>
          <a:p>
            <a:r>
              <a:rPr lang="en-US" dirty="0"/>
              <a:t>Domestic demand = 38 </a:t>
            </a:r>
          </a:p>
          <a:p>
            <a:r>
              <a:rPr lang="en-US" dirty="0"/>
              <a:t>Imports = </a:t>
            </a:r>
            <a:r>
              <a:rPr lang="en-US" b="1" dirty="0"/>
              <a:t>30</a:t>
            </a:r>
            <a:endParaRPr lang="en-US" dirty="0"/>
          </a:p>
          <a:p>
            <a:endParaRPr lang="en-US" b="0" dirty="0"/>
          </a:p>
          <a:p>
            <a:endParaRPr lang="en-US" b="0" dirty="0"/>
          </a:p>
          <a:p>
            <a:r>
              <a:rPr lang="en-US" dirty="0"/>
              <a:t>With a quota of </a:t>
            </a:r>
            <a:r>
              <a:rPr lang="en-US" b="1" dirty="0"/>
              <a:t>15</a:t>
            </a:r>
            <a:r>
              <a:rPr lang="en-US" dirty="0"/>
              <a:t>:</a:t>
            </a:r>
          </a:p>
          <a:p>
            <a:r>
              <a:rPr lang="en-US" dirty="0"/>
              <a:t>Only </a:t>
            </a:r>
            <a:r>
              <a:rPr lang="en-US" b="1" dirty="0"/>
              <a:t>15 imported cars</a:t>
            </a:r>
            <a:r>
              <a:rPr lang="en-US" dirty="0"/>
              <a:t> are allowed</a:t>
            </a:r>
          </a:p>
          <a:p>
            <a:r>
              <a:rPr lang="en-US" dirty="0"/>
              <a:t>Consumers who cannot buy imported cars may buy local cars instead</a:t>
            </a:r>
          </a:p>
          <a:p>
            <a:r>
              <a:rPr lang="en-US" dirty="0"/>
              <a:t>The reduced supply in the market tends to </a:t>
            </a:r>
            <a:r>
              <a:rPr lang="en-US" b="0" dirty="0"/>
              <a:t>push the price up</a:t>
            </a:r>
          </a:p>
          <a:p>
            <a:r>
              <a:rPr lang="en-US" dirty="0"/>
              <a:t>Domestic producers produce more because the higher price makes production more profitable.</a:t>
            </a:r>
          </a:p>
          <a:p>
            <a:endParaRPr lang="en-US" b="0" dirty="0"/>
          </a:p>
          <a:p>
            <a:r>
              <a:rPr lang="en-US" b="0" dirty="0"/>
              <a:t>License refers to import License</a:t>
            </a:r>
          </a:p>
          <a:p>
            <a:endParaRPr lang="en-US" b="0" dirty="0"/>
          </a:p>
          <a:p>
            <a:r>
              <a:rPr lang="en-US" dirty="0"/>
              <a:t>For example:</a:t>
            </a:r>
          </a:p>
          <a:p>
            <a:r>
              <a:rPr lang="en-US" dirty="0"/>
              <a:t>Company A gets a license to import 5 cars. </a:t>
            </a:r>
          </a:p>
          <a:p>
            <a:r>
              <a:rPr lang="en-US" dirty="0"/>
              <a:t>Company B gets a license to import 10 cars.</a:t>
            </a:r>
          </a:p>
          <a:p>
            <a:r>
              <a:rPr lang="en-US" dirty="0"/>
              <a:t>Together they can import only </a:t>
            </a:r>
            <a:r>
              <a:rPr lang="en-US" b="1" dirty="0"/>
              <a:t>15 cars.</a:t>
            </a:r>
          </a:p>
          <a:p>
            <a:endParaRPr lang="en-US" b="1" dirty="0"/>
          </a:p>
          <a:p>
            <a:r>
              <a:rPr lang="en-US" dirty="0"/>
              <a:t>This is why a quota is called a </a:t>
            </a:r>
            <a:r>
              <a:rPr lang="en-US" b="1" dirty="0"/>
              <a:t>quantitative restriction</a:t>
            </a:r>
            <a:r>
              <a:rPr lang="en-US" dirty="0"/>
              <a:t> on trade. It controls </a:t>
            </a:r>
            <a:r>
              <a:rPr lang="en-US" b="1" dirty="0"/>
              <a:t>how many</a:t>
            </a:r>
            <a:r>
              <a:rPr lang="en-US" dirty="0"/>
              <a:t> goods can enter the country, whereas a tariff controls </a:t>
            </a:r>
            <a:r>
              <a:rPr lang="en-US" b="1" dirty="0"/>
              <a:t>the cost</a:t>
            </a:r>
            <a:r>
              <a:rPr lang="en-US" dirty="0"/>
              <a:t> of importing them</a:t>
            </a:r>
          </a:p>
          <a:p>
            <a:endParaRPr lang="en-US" b="0" dirty="0"/>
          </a:p>
          <a:p>
            <a:r>
              <a:rPr lang="en-US" b="1" dirty="0"/>
              <a:t>Tariff</a:t>
            </a:r>
            <a:endParaRPr lang="en-US" dirty="0"/>
          </a:p>
          <a:p>
            <a:r>
              <a:rPr lang="en-US" dirty="0"/>
              <a:t>✔ Imports are still allowed. </a:t>
            </a:r>
          </a:p>
          <a:p>
            <a:r>
              <a:rPr lang="en-US" dirty="0"/>
              <a:t>✔ They become </a:t>
            </a:r>
            <a:r>
              <a:rPr lang="en-US" b="1" dirty="0"/>
              <a:t>more expensive</a:t>
            </a:r>
            <a:r>
              <a:rPr lang="en-US" dirty="0"/>
              <a:t> because of the tax. </a:t>
            </a:r>
          </a:p>
          <a:p>
            <a:r>
              <a:rPr lang="en-US" b="1" dirty="0"/>
              <a:t>Quota</a:t>
            </a:r>
            <a:endParaRPr lang="en-US" dirty="0"/>
          </a:p>
          <a:p>
            <a:r>
              <a:rPr lang="en-US" dirty="0"/>
              <a:t>✔ Imports are </a:t>
            </a:r>
            <a:r>
              <a:rPr lang="en-US" b="1" dirty="0"/>
              <a:t>limited to a fixed quantity</a:t>
            </a:r>
            <a:r>
              <a:rPr lang="en-US" dirty="0"/>
              <a:t>. </a:t>
            </a:r>
          </a:p>
          <a:p>
            <a:r>
              <a:rPr lang="en-US" dirty="0"/>
              <a:t>✔ Once the quota is reached, </a:t>
            </a:r>
            <a:r>
              <a:rPr lang="en-US" b="1" dirty="0"/>
              <a:t>no more imports are allowed</a:t>
            </a:r>
            <a:r>
              <a:rPr lang="en-US" dirty="0"/>
              <a:t>, regardless of how much consumers want to buy.</a:t>
            </a:r>
          </a:p>
          <a:p>
            <a:endParaRPr lang="en-US" b="0" dirty="0"/>
          </a:p>
          <a:p>
            <a:endParaRPr lang="en-US" b="0" dirty="0"/>
          </a:p>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21</a:t>
            </a:fld>
            <a:endParaRPr lang="en-US" altLang="en-US" dirty="0"/>
          </a:p>
        </p:txBody>
      </p:sp>
    </p:spTree>
    <p:extLst>
      <p:ext uri="{BB962C8B-B14F-4D97-AF65-F5344CB8AC3E}">
        <p14:creationId xmlns:p14="http://schemas.microsoft.com/office/powerpoint/2010/main" val="1470425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of restricted trade means instead of import 30, country only allows import of 10 </a:t>
            </a:r>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22</a:t>
            </a:fld>
            <a:endParaRPr lang="en-US" altLang="en-US" dirty="0"/>
          </a:p>
        </p:txBody>
      </p:sp>
    </p:spTree>
    <p:extLst>
      <p:ext uri="{BB962C8B-B14F-4D97-AF65-F5344CB8AC3E}">
        <p14:creationId xmlns:p14="http://schemas.microsoft.com/office/powerpoint/2010/main" val="3554222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23</a:t>
            </a:fld>
            <a:endParaRPr lang="en-US" altLang="en-US" dirty="0"/>
          </a:p>
        </p:txBody>
      </p:sp>
    </p:spTree>
    <p:extLst>
      <p:ext uri="{BB962C8B-B14F-4D97-AF65-F5344CB8AC3E}">
        <p14:creationId xmlns:p14="http://schemas.microsoft.com/office/powerpoint/2010/main" val="3420793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quota:</a:t>
            </a:r>
          </a:p>
          <a:p>
            <a:r>
              <a:rPr lang="en-US" dirty="0"/>
              <a:t>Only limited import cars are allowed</a:t>
            </a:r>
          </a:p>
          <a:p>
            <a:r>
              <a:rPr lang="en-US" dirty="0"/>
              <a:t>Consumers who cannot buy imported cars may buy local cars instead</a:t>
            </a:r>
          </a:p>
          <a:p>
            <a:r>
              <a:rPr lang="en-US" dirty="0"/>
              <a:t>The reduced supply in the market tends to </a:t>
            </a:r>
            <a:r>
              <a:rPr lang="en-US" b="0" dirty="0"/>
              <a:t>push the price up</a:t>
            </a:r>
          </a:p>
          <a:p>
            <a:r>
              <a:rPr lang="en-US" dirty="0"/>
              <a:t>Domestic producers produce more because the higher price makes production more profitable.</a:t>
            </a:r>
          </a:p>
          <a:p>
            <a:endParaRPr lang="en-US" dirty="0"/>
          </a:p>
          <a:p>
            <a:endParaRPr lang="en-US" dirty="0"/>
          </a:p>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24</a:t>
            </a:fld>
            <a:endParaRPr lang="en-US" altLang="en-US" dirty="0"/>
          </a:p>
        </p:txBody>
      </p:sp>
    </p:spTree>
    <p:extLst>
      <p:ext uri="{BB962C8B-B14F-4D97-AF65-F5344CB8AC3E}">
        <p14:creationId xmlns:p14="http://schemas.microsoft.com/office/powerpoint/2010/main" val="17880999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6A77A-3C51-A55A-0159-17989B7825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56915-73BE-F2F2-632F-D1FBE2CB78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DB70E8-DC38-56B1-9EAD-66927A7BFC9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A9968C2-2F21-EFFE-9AA6-6EC4030A26F0}"/>
              </a:ext>
            </a:extLst>
          </p:cNvPr>
          <p:cNvSpPr>
            <a:spLocks noGrp="1"/>
          </p:cNvSpPr>
          <p:nvPr>
            <p:ph type="sldNum" sz="quarter" idx="5"/>
          </p:nvPr>
        </p:nvSpPr>
        <p:spPr/>
        <p:txBody>
          <a:bodyPr/>
          <a:lstStyle/>
          <a:p>
            <a:pPr>
              <a:defRPr/>
            </a:pPr>
            <a:fld id="{E37FD120-FCED-4A4F-A34E-70BA706DB35C}" type="slidenum">
              <a:rPr lang="en-US" altLang="en-US" smtClean="0"/>
              <a:pPr>
                <a:defRPr/>
              </a:pPr>
              <a:t>25</a:t>
            </a:fld>
            <a:endParaRPr lang="en-US" altLang="en-US" dirty="0"/>
          </a:p>
        </p:txBody>
      </p:sp>
    </p:spTree>
    <p:extLst>
      <p:ext uri="{BB962C8B-B14F-4D97-AF65-F5344CB8AC3E}">
        <p14:creationId xmlns:p14="http://schemas.microsoft.com/office/powerpoint/2010/main" val="16827656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
            </a:r>
            <a:r>
              <a:rPr lang="en-US" b="1" dirty="0"/>
              <a:t>overvalued currency</a:t>
            </a:r>
            <a:r>
              <a:rPr lang="en-US" dirty="0"/>
              <a:t> means the local currency becomes </a:t>
            </a:r>
            <a:r>
              <a:rPr lang="en-US" b="1" dirty="0"/>
              <a:t>stronger</a:t>
            </a:r>
          </a:p>
          <a:p>
            <a:endParaRPr lang="en-US" b="1" dirty="0"/>
          </a:p>
          <a:p>
            <a:r>
              <a:rPr lang="en-US" dirty="0"/>
              <a:t>This means </a:t>
            </a:r>
            <a:r>
              <a:rPr lang="en-US" b="1" dirty="0"/>
              <a:t>1 Real now buys twice as many US dollars</a:t>
            </a:r>
            <a:r>
              <a:rPr lang="en-US" dirty="0"/>
              <a:t>.</a:t>
            </a:r>
          </a:p>
          <a:p>
            <a:r>
              <a:rPr lang="en-US" dirty="0"/>
              <a:t>So the Brazilian currency has </a:t>
            </a:r>
            <a:r>
              <a:rPr lang="en-US" b="1" dirty="0"/>
              <a:t>appreciated (become stronger)</a:t>
            </a:r>
          </a:p>
          <a:p>
            <a:endParaRPr lang="en-US" b="1" dirty="0"/>
          </a:p>
          <a:p>
            <a:r>
              <a:rPr lang="en-US" dirty="0"/>
              <a:t>The machine becomes much cheaper for Brazilian firms.</a:t>
            </a:r>
          </a:p>
          <a:p>
            <a:r>
              <a:rPr lang="en-US" dirty="0"/>
              <a:t>This helps firms buy:</a:t>
            </a:r>
          </a:p>
          <a:p>
            <a:r>
              <a:rPr lang="en-US" dirty="0"/>
              <a:t>- Machines </a:t>
            </a:r>
          </a:p>
          <a:p>
            <a:r>
              <a:rPr lang="en-US" dirty="0"/>
              <a:t>- Technology </a:t>
            </a:r>
          </a:p>
          <a:p>
            <a:pPr marL="171450" indent="-171450">
              <a:buFontTx/>
              <a:buChar char="-"/>
            </a:pPr>
            <a:r>
              <a:rPr lang="en-US" dirty="0"/>
              <a:t>Equipment </a:t>
            </a:r>
          </a:p>
          <a:p>
            <a:pPr marL="171450" indent="-171450">
              <a:buFontTx/>
              <a:buChar char="-"/>
            </a:pPr>
            <a:endParaRPr lang="en-US" dirty="0"/>
          </a:p>
          <a:p>
            <a:r>
              <a:rPr lang="en-US" dirty="0"/>
              <a:t>These can improve productivity and help industrialization</a:t>
            </a:r>
          </a:p>
          <a:p>
            <a:endParaRPr lang="en-US" dirty="0"/>
          </a:p>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28</a:t>
            </a:fld>
            <a:endParaRPr lang="en-US" altLang="en-US" dirty="0"/>
          </a:p>
        </p:txBody>
      </p:sp>
    </p:spTree>
    <p:extLst>
      <p:ext uri="{BB962C8B-B14F-4D97-AF65-F5344CB8AC3E}">
        <p14:creationId xmlns:p14="http://schemas.microsoft.com/office/powerpoint/2010/main" val="32399837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29</a:t>
            </a:fld>
            <a:endParaRPr lang="en-US" altLang="en-US" dirty="0"/>
          </a:p>
        </p:txBody>
      </p:sp>
    </p:spTree>
    <p:extLst>
      <p:ext uri="{BB962C8B-B14F-4D97-AF65-F5344CB8AC3E}">
        <p14:creationId xmlns:p14="http://schemas.microsoft.com/office/powerpoint/2010/main" val="2857053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31</a:t>
            </a:fld>
            <a:endParaRPr lang="en-US" altLang="en-US" dirty="0"/>
          </a:p>
        </p:txBody>
      </p:sp>
    </p:spTree>
    <p:extLst>
      <p:ext uri="{BB962C8B-B14F-4D97-AF65-F5344CB8AC3E}">
        <p14:creationId xmlns:p14="http://schemas.microsoft.com/office/powerpoint/2010/main" val="36450210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35</a:t>
            </a:fld>
            <a:endParaRPr lang="en-US" altLang="en-US" dirty="0"/>
          </a:p>
        </p:txBody>
      </p:sp>
    </p:spTree>
    <p:extLst>
      <p:ext uri="{BB962C8B-B14F-4D97-AF65-F5344CB8AC3E}">
        <p14:creationId xmlns:p14="http://schemas.microsoft.com/office/powerpoint/2010/main" val="41686583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Features</a:t>
            </a:r>
            <a:r>
              <a:rPr lang="en-SG" baseline="0" dirty="0"/>
              <a:t> of inward orientation</a:t>
            </a:r>
          </a:p>
          <a:p>
            <a:r>
              <a:rPr lang="en-SG" baseline="0" dirty="0"/>
              <a:t>Govt planned and control </a:t>
            </a:r>
          </a:p>
          <a:p>
            <a:r>
              <a:rPr lang="en-SG" baseline="0" dirty="0"/>
              <a:t>Trade restriction : limit imports and competition</a:t>
            </a:r>
          </a:p>
          <a:p>
            <a:r>
              <a:rPr lang="en-SG" baseline="0" dirty="0"/>
              <a:t>FDI restriction </a:t>
            </a:r>
          </a:p>
          <a:p>
            <a:r>
              <a:rPr lang="en-SG" baseline="0" dirty="0"/>
              <a:t>Currency manipulation </a:t>
            </a:r>
            <a:endParaRPr lang="en-SG" dirty="0"/>
          </a:p>
        </p:txBody>
      </p:sp>
      <p:sp>
        <p:nvSpPr>
          <p:cNvPr id="4" name="Slide Number Placeholder 3"/>
          <p:cNvSpPr>
            <a:spLocks noGrp="1"/>
          </p:cNvSpPr>
          <p:nvPr>
            <p:ph type="sldNum" sz="quarter" idx="5"/>
          </p:nvPr>
        </p:nvSpPr>
        <p:spPr/>
        <p:txBody>
          <a:bodyPr/>
          <a:lstStyle/>
          <a:p>
            <a:fld id="{7E0E19B6-E9D7-4EE2-B42C-F9A107F6DEBC}" type="slidenum">
              <a:rPr lang="en-GB" smtClean="0"/>
              <a:t>36</a:t>
            </a:fld>
            <a:endParaRPr lang="en-GB" dirty="0"/>
          </a:p>
        </p:txBody>
      </p:sp>
    </p:spTree>
    <p:extLst>
      <p:ext uri="{BB962C8B-B14F-4D97-AF65-F5344CB8AC3E}">
        <p14:creationId xmlns:p14="http://schemas.microsoft.com/office/powerpoint/2010/main" val="3074286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pPr>
              <a:defRPr/>
            </a:pPr>
            <a:fld id="{E37FD120-FCED-4A4F-A34E-70BA706DB35C}" type="slidenum">
              <a:rPr lang="en-US" altLang="en-US" smtClean="0"/>
              <a:pPr>
                <a:defRPr/>
              </a:pPr>
              <a:t>39</a:t>
            </a:fld>
            <a:endParaRPr lang="en-US" altLang="en-US" dirty="0"/>
          </a:p>
        </p:txBody>
      </p:sp>
    </p:spTree>
    <p:extLst>
      <p:ext uri="{BB962C8B-B14F-4D97-AF65-F5344CB8AC3E}">
        <p14:creationId xmlns:p14="http://schemas.microsoft.com/office/powerpoint/2010/main" val="2550088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a:t>Click to edit Master title style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pPr>
              <a:defRPr/>
            </a:pPr>
            <a:endParaRPr lang="en-US" dirty="0"/>
          </a:p>
        </p:txBody>
      </p:sp>
      <p:sp>
        <p:nvSpPr>
          <p:cNvPr id="5" name="Footer Placeholder 4"/>
          <p:cNvSpPr>
            <a:spLocks noGrp="1"/>
          </p:cNvSpPr>
          <p:nvPr>
            <p:ph type="ftr" sz="quarter" idx="11"/>
          </p:nvPr>
        </p:nvSpPr>
        <p:spPr/>
        <p:txBody>
          <a:bodyPr/>
          <a:lstStyle>
            <a:lvl1pPr>
              <a:defRPr>
                <a:solidFill>
                  <a:srgbClr val="FFFFFF"/>
                </a:solidFill>
              </a:defRPr>
            </a:lvl1pPr>
          </a:lstStyle>
          <a:p>
            <a:pPr>
              <a:defRPr/>
            </a:pPr>
            <a:r>
              <a:rPr lang="en-GB" dirty="0"/>
              <a:t>SIM/UOW/July2024/Clare Kon</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pPr>
              <a:defRPr/>
            </a:pPr>
            <a:fld id="{7325DB18-2A95-42C9-A42F-9689D5553440}" type="slidenum">
              <a:rPr lang="en-US" altLang="en-US" smtClean="0"/>
              <a:pPr>
                <a:defRPr/>
              </a:pPr>
              <a:t>‹#›</a:t>
            </a:fld>
            <a:endParaRPr lang="en-US" altLang="en-US"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0738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GB" dirty="0"/>
              <a:t>SIM/UOW/July2024/Clare Kon</a:t>
            </a:r>
            <a:endParaRPr lang="en-US" dirty="0"/>
          </a:p>
        </p:txBody>
      </p:sp>
      <p:sp>
        <p:nvSpPr>
          <p:cNvPr id="6" name="Slide Number Placeholder 5"/>
          <p:cNvSpPr>
            <a:spLocks noGrp="1"/>
          </p:cNvSpPr>
          <p:nvPr>
            <p:ph type="sldNum" sz="quarter" idx="12"/>
          </p:nvPr>
        </p:nvSpPr>
        <p:spPr/>
        <p:txBody>
          <a:bodyPr/>
          <a:lstStyle/>
          <a:p>
            <a:pPr>
              <a:defRPr/>
            </a:pPr>
            <a:fld id="{58ACFF92-4814-4263-A32E-C81EDC494371}" type="slidenum">
              <a:rPr lang="en-US" altLang="en-US" smtClean="0"/>
              <a:pPr>
                <a:defRPr/>
              </a:pPr>
              <a:t>‹#›</a:t>
            </a:fld>
            <a:endParaRPr lang="en-US" altLang="en-US" dirty="0"/>
          </a:p>
        </p:txBody>
      </p:sp>
    </p:spTree>
    <p:extLst>
      <p:ext uri="{BB962C8B-B14F-4D97-AF65-F5344CB8AC3E}">
        <p14:creationId xmlns:p14="http://schemas.microsoft.com/office/powerpoint/2010/main" val="34367925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a:t>Click to edit Master title style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GB"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335CD821-9DE0-481D-A8DC-8C4B67868505}" type="slidenum">
              <a:rPr lang="en-US" altLang="en-US" smtClean="0"/>
              <a:pPr>
                <a:defRPr/>
              </a:pPr>
              <a:t>‹#›</a:t>
            </a:fld>
            <a:endParaRPr lang="en-US" altLang="en-US"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14426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GB" dirty="0"/>
              <a:t>SIM/UOW/July2020/Clare Kon</a:t>
            </a:r>
            <a:endParaRPr lang="en-US" dirty="0"/>
          </a:p>
        </p:txBody>
      </p:sp>
      <p:sp>
        <p:nvSpPr>
          <p:cNvPr id="7" name="Slide Number Placeholder 6"/>
          <p:cNvSpPr>
            <a:spLocks noGrp="1"/>
          </p:cNvSpPr>
          <p:nvPr>
            <p:ph type="sldNum" sz="quarter" idx="12"/>
          </p:nvPr>
        </p:nvSpPr>
        <p:spPr/>
        <p:txBody>
          <a:bodyPr/>
          <a:lstStyle/>
          <a:p>
            <a:pPr>
              <a:defRPr/>
            </a:pPr>
            <a:fld id="{D47E2749-CD4E-48BF-919D-DE33F379DC91}" type="slidenum">
              <a:rPr lang="en-US" altLang="en-US" smtClean="0"/>
              <a:pPr>
                <a:defRPr/>
              </a:pPr>
              <a:t>‹#›</a:t>
            </a:fld>
            <a:endParaRPr lang="en-US" altLang="en-US" dirty="0"/>
          </a:p>
        </p:txBody>
      </p:sp>
    </p:spTree>
    <p:extLst>
      <p:ext uri="{BB962C8B-B14F-4D97-AF65-F5344CB8AC3E}">
        <p14:creationId xmlns:p14="http://schemas.microsoft.com/office/powerpoint/2010/main" val="13861091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endParaRPr lang="en-US" dirty="0"/>
          </a:p>
        </p:txBody>
      </p:sp>
      <p:sp>
        <p:nvSpPr>
          <p:cNvPr id="8" name="Footer Placeholder 7"/>
          <p:cNvSpPr>
            <a:spLocks noGrp="1"/>
          </p:cNvSpPr>
          <p:nvPr>
            <p:ph type="ftr" sz="quarter" idx="11"/>
          </p:nvPr>
        </p:nvSpPr>
        <p:spPr/>
        <p:txBody>
          <a:bodyPr/>
          <a:lstStyle/>
          <a:p>
            <a:pPr>
              <a:defRPr/>
            </a:pPr>
            <a:r>
              <a:rPr lang="en-SG" dirty="0"/>
              <a:t>SIM/UOW/July2024/Clare Kon</a:t>
            </a:r>
            <a:endParaRPr lang="en-US" dirty="0"/>
          </a:p>
        </p:txBody>
      </p:sp>
      <p:sp>
        <p:nvSpPr>
          <p:cNvPr id="9" name="Slide Number Placeholder 8"/>
          <p:cNvSpPr>
            <a:spLocks noGrp="1"/>
          </p:cNvSpPr>
          <p:nvPr>
            <p:ph type="sldNum" sz="quarter" idx="12"/>
          </p:nvPr>
        </p:nvSpPr>
        <p:spPr/>
        <p:txBody>
          <a:bodyPr/>
          <a:lstStyle/>
          <a:p>
            <a:pPr>
              <a:defRPr/>
            </a:pPr>
            <a:fld id="{BB562F7D-A049-4295-9812-58DB62190E98}" type="slidenum">
              <a:rPr lang="en-US" altLang="en-US" smtClean="0"/>
              <a:pPr>
                <a:defRPr/>
              </a:pPr>
              <a:t>‹#›</a:t>
            </a:fld>
            <a:endParaRPr lang="en-US" altLang="en-US" dirty="0"/>
          </a:p>
        </p:txBody>
      </p:sp>
    </p:spTree>
    <p:extLst>
      <p:ext uri="{BB962C8B-B14F-4D97-AF65-F5344CB8AC3E}">
        <p14:creationId xmlns:p14="http://schemas.microsoft.com/office/powerpoint/2010/main" val="4137616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endParaRPr lang="en-US" dirty="0"/>
          </a:p>
        </p:txBody>
      </p:sp>
      <p:sp>
        <p:nvSpPr>
          <p:cNvPr id="4" name="Footer Placeholder 3"/>
          <p:cNvSpPr>
            <a:spLocks noGrp="1"/>
          </p:cNvSpPr>
          <p:nvPr>
            <p:ph type="ftr" sz="quarter" idx="11"/>
          </p:nvPr>
        </p:nvSpPr>
        <p:spPr/>
        <p:txBody>
          <a:bodyPr/>
          <a:lstStyle/>
          <a:p>
            <a:pPr>
              <a:defRPr/>
            </a:pPr>
            <a:r>
              <a:rPr lang="en-GB" dirty="0"/>
              <a:t>SIM/UOW/July2024/Clare Kon</a:t>
            </a:r>
            <a:endParaRPr lang="en-US" dirty="0"/>
          </a:p>
        </p:txBody>
      </p:sp>
      <p:sp>
        <p:nvSpPr>
          <p:cNvPr id="5" name="Slide Number Placeholder 4"/>
          <p:cNvSpPr>
            <a:spLocks noGrp="1"/>
          </p:cNvSpPr>
          <p:nvPr>
            <p:ph type="sldNum" sz="quarter" idx="12"/>
          </p:nvPr>
        </p:nvSpPr>
        <p:spPr/>
        <p:txBody>
          <a:bodyPr/>
          <a:lstStyle/>
          <a:p>
            <a:pPr>
              <a:defRPr/>
            </a:pPr>
            <a:fld id="{12435390-808E-496C-9001-512058A0016E}" type="slidenum">
              <a:rPr lang="en-US" altLang="en-US" smtClean="0"/>
              <a:pPr>
                <a:defRPr/>
              </a:pPr>
              <a:t>‹#›</a:t>
            </a:fld>
            <a:endParaRPr lang="en-US" altLang="en-US" dirty="0"/>
          </a:p>
        </p:txBody>
      </p:sp>
    </p:spTree>
    <p:extLst>
      <p:ext uri="{BB962C8B-B14F-4D97-AF65-F5344CB8AC3E}">
        <p14:creationId xmlns:p14="http://schemas.microsoft.com/office/powerpoint/2010/main" val="333155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dirty="0"/>
          </a:p>
        </p:txBody>
      </p:sp>
      <p:sp>
        <p:nvSpPr>
          <p:cNvPr id="3" name="Footer Placeholder 2"/>
          <p:cNvSpPr>
            <a:spLocks noGrp="1"/>
          </p:cNvSpPr>
          <p:nvPr>
            <p:ph type="ftr" sz="quarter" idx="11"/>
          </p:nvPr>
        </p:nvSpPr>
        <p:spPr/>
        <p:txBody>
          <a:bodyPr/>
          <a:lstStyle/>
          <a:p>
            <a:pPr>
              <a:defRPr/>
            </a:pPr>
            <a:r>
              <a:rPr lang="en-GB" dirty="0"/>
              <a:t>SIM/UOW/July2024/Clare Kon</a:t>
            </a:r>
            <a:endParaRPr lang="en-US" dirty="0"/>
          </a:p>
        </p:txBody>
      </p:sp>
      <p:sp>
        <p:nvSpPr>
          <p:cNvPr id="4" name="Slide Number Placeholder 3"/>
          <p:cNvSpPr>
            <a:spLocks noGrp="1"/>
          </p:cNvSpPr>
          <p:nvPr>
            <p:ph type="sldNum" sz="quarter" idx="12"/>
          </p:nvPr>
        </p:nvSpPr>
        <p:spPr/>
        <p:txBody>
          <a:bodyPr/>
          <a:lstStyle/>
          <a:p>
            <a:pPr>
              <a:defRPr/>
            </a:pPr>
            <a:fld id="{6A1C8AB9-80F9-420C-B7EC-7984EE5C364D}" type="slidenum">
              <a:rPr lang="en-US" altLang="en-US" smtClean="0"/>
              <a:pPr>
                <a:defRPr/>
              </a:pPr>
              <a:t>‹#›</a:t>
            </a:fld>
            <a:endParaRPr lang="en-US" altLang="en-US" dirty="0"/>
          </a:p>
        </p:txBody>
      </p:sp>
    </p:spTree>
    <p:extLst>
      <p:ext uri="{BB962C8B-B14F-4D97-AF65-F5344CB8AC3E}">
        <p14:creationId xmlns:p14="http://schemas.microsoft.com/office/powerpoint/2010/main" val="999226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SG" dirty="0"/>
              <a:t>SIM/UOW/July2024/Clare Kon</a:t>
            </a:r>
            <a:endParaRPr lang="en-US" dirty="0"/>
          </a:p>
        </p:txBody>
      </p:sp>
      <p:sp>
        <p:nvSpPr>
          <p:cNvPr id="7" name="Slide Number Placeholder 6"/>
          <p:cNvSpPr>
            <a:spLocks noGrp="1"/>
          </p:cNvSpPr>
          <p:nvPr>
            <p:ph type="sldNum" sz="quarter" idx="12"/>
          </p:nvPr>
        </p:nvSpPr>
        <p:spPr/>
        <p:txBody>
          <a:bodyPr/>
          <a:lstStyle/>
          <a:p>
            <a:pPr>
              <a:defRPr/>
            </a:pPr>
            <a:fld id="{8FD5C9F8-904E-4033-A2C6-14CEF22D508E}" type="slidenum">
              <a:rPr lang="en-US" altLang="en-US" smtClean="0"/>
              <a:pPr>
                <a:defRPr/>
              </a:pPr>
              <a:t>‹#›</a:t>
            </a:fld>
            <a:endParaRPr lang="en-US" altLang="en-US" dirty="0"/>
          </a:p>
        </p:txBody>
      </p:sp>
    </p:spTree>
    <p:extLst>
      <p:ext uri="{BB962C8B-B14F-4D97-AF65-F5344CB8AC3E}">
        <p14:creationId xmlns:p14="http://schemas.microsoft.com/office/powerpoint/2010/main" val="905083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dirty="0"/>
          </a:p>
        </p:txBody>
      </p:sp>
      <p:sp>
        <p:nvSpPr>
          <p:cNvPr id="6" name="Footer Placeholder 5"/>
          <p:cNvSpPr>
            <a:spLocks noGrp="1"/>
          </p:cNvSpPr>
          <p:nvPr>
            <p:ph type="ftr" sz="quarter" idx="11"/>
          </p:nvPr>
        </p:nvSpPr>
        <p:spPr/>
        <p:txBody>
          <a:bodyPr/>
          <a:lstStyle/>
          <a:p>
            <a:pPr>
              <a:defRPr/>
            </a:pPr>
            <a:r>
              <a:rPr lang="en-SG" dirty="0"/>
              <a:t>SIM/UOW/July2020/Clare Kon</a:t>
            </a:r>
            <a:endParaRPr lang="en-US" dirty="0"/>
          </a:p>
        </p:txBody>
      </p:sp>
      <p:sp>
        <p:nvSpPr>
          <p:cNvPr id="7" name="Slide Number Placeholder 6"/>
          <p:cNvSpPr>
            <a:spLocks noGrp="1"/>
          </p:cNvSpPr>
          <p:nvPr>
            <p:ph type="sldNum" sz="quarter" idx="12"/>
          </p:nvPr>
        </p:nvSpPr>
        <p:spPr/>
        <p:txBody>
          <a:bodyPr/>
          <a:lstStyle/>
          <a:p>
            <a:pPr>
              <a:defRPr/>
            </a:pPr>
            <a:fld id="{01555D76-C228-44A0-B957-554F58822AD4}" type="slidenum">
              <a:rPr lang="en-US" altLang="en-US" smtClean="0"/>
              <a:pPr>
                <a:defRPr/>
              </a:pPr>
              <a:t>‹#›</a:t>
            </a:fld>
            <a:endParaRPr lang="en-US" altLang="en-US" dirty="0"/>
          </a:p>
        </p:txBody>
      </p:sp>
    </p:spTree>
    <p:extLst>
      <p:ext uri="{BB962C8B-B14F-4D97-AF65-F5344CB8AC3E}">
        <p14:creationId xmlns:p14="http://schemas.microsoft.com/office/powerpoint/2010/main" val="2300392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SG"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9B4B6AF6-1299-4DF5-A585-8FF24E6F1C5D}" type="slidenum">
              <a:rPr lang="en-US" altLang="en-US" smtClean="0"/>
              <a:pPr>
                <a:defRPr/>
              </a:pPr>
              <a:t>‹#›</a:t>
            </a:fld>
            <a:endParaRPr lang="en-US" altLang="en-US" dirty="0"/>
          </a:p>
        </p:txBody>
      </p:sp>
    </p:spTree>
    <p:extLst>
      <p:ext uri="{BB962C8B-B14F-4D97-AF65-F5344CB8AC3E}">
        <p14:creationId xmlns:p14="http://schemas.microsoft.com/office/powerpoint/2010/main" val="32980353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dirty="0"/>
          </a:p>
        </p:txBody>
      </p:sp>
      <p:sp>
        <p:nvSpPr>
          <p:cNvPr id="5" name="Footer Placeholder 4"/>
          <p:cNvSpPr>
            <a:spLocks noGrp="1"/>
          </p:cNvSpPr>
          <p:nvPr>
            <p:ph type="ftr" sz="quarter" idx="11"/>
          </p:nvPr>
        </p:nvSpPr>
        <p:spPr/>
        <p:txBody>
          <a:bodyPr/>
          <a:lstStyle/>
          <a:p>
            <a:pPr>
              <a:defRPr/>
            </a:pPr>
            <a:r>
              <a:rPr lang="en-SG" dirty="0"/>
              <a:t>SIM/UOW/July2020/Clare Kon</a:t>
            </a:r>
            <a:endParaRPr lang="en-US" dirty="0"/>
          </a:p>
        </p:txBody>
      </p:sp>
      <p:sp>
        <p:nvSpPr>
          <p:cNvPr id="6" name="Slide Number Placeholder 5"/>
          <p:cNvSpPr>
            <a:spLocks noGrp="1"/>
          </p:cNvSpPr>
          <p:nvPr>
            <p:ph type="sldNum" sz="quarter" idx="12"/>
          </p:nvPr>
        </p:nvSpPr>
        <p:spPr/>
        <p:txBody>
          <a:bodyPr/>
          <a:lstStyle/>
          <a:p>
            <a:pPr>
              <a:defRPr/>
            </a:pPr>
            <a:fld id="{19E01D97-E513-48C0-B69F-DF87E120F5D8}" type="slidenum">
              <a:rPr lang="en-US" altLang="en-US" smtClean="0"/>
              <a:pPr>
                <a:defRPr/>
              </a:pPr>
              <a:t>‹#›</a:t>
            </a:fld>
            <a:endParaRPr lang="en-US" altLang="en-US" dirty="0"/>
          </a:p>
        </p:txBody>
      </p:sp>
    </p:spTree>
    <p:extLst>
      <p:ext uri="{BB962C8B-B14F-4D97-AF65-F5344CB8AC3E}">
        <p14:creationId xmlns:p14="http://schemas.microsoft.com/office/powerpoint/2010/main" val="31624404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pPr>
              <a:defRPr/>
            </a:pPr>
            <a:endParaRPr lang="en-US"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pPr>
              <a:defRPr/>
            </a:pPr>
            <a:r>
              <a:rPr lang="en-SG" dirty="0"/>
              <a:t>SIM/UOW/July2024/Clare Kon</a:t>
            </a:r>
            <a:endParaRPr lang="en-US" dirty="0"/>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pPr>
              <a:defRPr/>
            </a:pPr>
            <a:fld id="{9B72435C-1A13-4400-B77D-068D71C4F715}" type="slidenum">
              <a:rPr lang="en-US" altLang="en-US" smtClean="0"/>
              <a:pPr>
                <a:defRPr/>
              </a:pPr>
              <a:t>‹#›</a:t>
            </a:fld>
            <a:endParaRPr lang="en-US" altLang="en-US" dirty="0"/>
          </a:p>
        </p:txBody>
      </p:sp>
    </p:spTree>
    <p:extLst>
      <p:ext uri="{BB962C8B-B14F-4D97-AF65-F5344CB8AC3E}">
        <p14:creationId xmlns:p14="http://schemas.microsoft.com/office/powerpoint/2010/main" val="335043892"/>
      </p:ext>
    </p:extLst>
  </p:cSld>
  <p:clrMap bg1="lt1" tx1="dk1" bg2="lt2" tx2="dk2" accent1="accent1" accent2="accent2" accent3="accent3" accent4="accent4" accent5="accent5" accent6="accent6" hlink="hlink" folHlink="folHlink"/>
  <p:sldLayoutIdLst>
    <p:sldLayoutId id="2147484424" r:id="rId1"/>
    <p:sldLayoutId id="2147484425" r:id="rId2"/>
    <p:sldLayoutId id="2147484426" r:id="rId3"/>
    <p:sldLayoutId id="2147484427" r:id="rId4"/>
    <p:sldLayoutId id="2147484428" r:id="rId5"/>
    <p:sldLayoutId id="2147484429" r:id="rId6"/>
    <p:sldLayoutId id="2147484430" r:id="rId7"/>
    <p:sldLayoutId id="2147484431" r:id="rId8"/>
    <p:sldLayoutId id="2147484432" r:id="rId9"/>
    <p:sldLayoutId id="2147484433" r:id="rId10"/>
    <p:sldLayoutId id="2147484434" r:id="rId11"/>
  </p:sldLayoutIdLst>
  <p:hf hd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youtube.com/watch?v=mnjgjdwo-Gc"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sv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openxmlformats.org/officeDocument/2006/relationships/hyperlink" Target="https://www.missmalini.com/2018/06/28/my-thoughts-on-the-lgbtqia-community-as-a-20-year-old-heterosexual-girl/change" TargetMode="External"/><Relationship Id="rId3" Type="http://schemas.openxmlformats.org/officeDocument/2006/relationships/diagramLayout" Target="../diagrams/layout2.xml"/><Relationship Id="rId7" Type="http://schemas.openxmlformats.org/officeDocument/2006/relationships/image" Target="../media/image2.jpg"/><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3" Type="http://schemas.openxmlformats.org/officeDocument/2006/relationships/hyperlink" Target="https://protectme.blog/tag/connected-home/" TargetMode="External"/><Relationship Id="rId2" Type="http://schemas.openxmlformats.org/officeDocument/2006/relationships/image" Target="../media/image3.jpg"/><Relationship Id="rId1" Type="http://schemas.openxmlformats.org/officeDocument/2006/relationships/slideLayout" Target="../slideLayouts/slideLayout6.xml"/><Relationship Id="rId4" Type="http://schemas.openxmlformats.org/officeDocument/2006/relationships/hyperlink" Target="https://creativecommons.org/licenses/by/3.0/"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protectme.blog/tag/connected-home/" TargetMode="External"/><Relationship Id="rId2" Type="http://schemas.openxmlformats.org/officeDocument/2006/relationships/image" Target="../media/image3.jp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protectme.blog/tag/connected-home/"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hyperlink" Target="https://creativecommons.org/licenses/by/3.0/" TargetMode="External"/><Relationship Id="rId4" Type="http://schemas.openxmlformats.org/officeDocument/2006/relationships/hyperlink" Target="https://protectme.blog/tag/connected-hom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ijaps.usm.my/?page_id=6972#note1" TargetMode="External"/><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hyperlink" Target="https://ijaps.usm.my/?page_id=6972#note2" TargetMode="Externa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2.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restoringpangea.com/contending-for-the-gospel-part-1-how-not-to-do-it/" TargetMode="External"/><Relationship Id="rId2" Type="http://schemas.openxmlformats.org/officeDocument/2006/relationships/image" Target="../media/image5.jpg"/><Relationship Id="rId1" Type="http://schemas.openxmlformats.org/officeDocument/2006/relationships/slideLayout" Target="../slideLayouts/slideLayout2.xml"/><Relationship Id="rId4" Type="http://schemas.openxmlformats.org/officeDocument/2006/relationships/hyperlink" Target="https://creativecommons.org/licenses/by/3.0/"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investopedia.com/articles/economics/08/tariff-trade-barrier-basics.asp" TargetMode="External"/><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17" Type="http://schemas.openxmlformats.org/officeDocument/2006/relationships/image" Target="../media/image20.png"/><Relationship Id="rId231" Type="http://schemas.openxmlformats.org/officeDocument/2006/relationships/customXml" Target="../ink/ink34.xml"/><Relationship Id="rId89" Type="http://schemas.openxmlformats.org/officeDocument/2006/relationships/image" Target="../media/image156.png"/><Relationship Id="rId112" Type="http://schemas.openxmlformats.org/officeDocument/2006/relationships/customXml" Target="../ink/ink16.xml"/><Relationship Id="rId191" Type="http://schemas.openxmlformats.org/officeDocument/2006/relationships/customXml" Target="../ink/ink28.xml"/><Relationship Id="rId226" Type="http://schemas.openxmlformats.org/officeDocument/2006/relationships/image" Target="../media/image74.png"/><Relationship Id="rId107" Type="http://schemas.openxmlformats.org/officeDocument/2006/relationships/image" Target="../media/image15.png"/><Relationship Id="rId221" Type="http://schemas.openxmlformats.org/officeDocument/2006/relationships/customXml" Target="../ink/ink29.xml"/><Relationship Id="rId242" Type="http://schemas.openxmlformats.org/officeDocument/2006/relationships/image" Target="../media/image82.png"/><Relationship Id="rId102" Type="http://schemas.openxmlformats.org/officeDocument/2006/relationships/customXml" Target="../ink/ink11.xml"/><Relationship Id="rId123" Type="http://schemas.openxmlformats.org/officeDocument/2006/relationships/image" Target="../media/image23.png"/><Relationship Id="rId128" Type="http://schemas.openxmlformats.org/officeDocument/2006/relationships/customXml" Target="../ink/ink24.xml"/><Relationship Id="rId5" Type="http://schemas.openxmlformats.org/officeDocument/2006/relationships/image" Target="../media/image1131.png"/><Relationship Id="rId90" Type="http://schemas.openxmlformats.org/officeDocument/2006/relationships/customXml" Target="../ink/ink5.xml"/><Relationship Id="rId95" Type="http://schemas.openxmlformats.org/officeDocument/2006/relationships/image" Target="../media/image9.png"/><Relationship Id="rId229" Type="http://schemas.openxmlformats.org/officeDocument/2006/relationships/customXml" Target="../ink/ink33.xml"/><Relationship Id="rId237" Type="http://schemas.openxmlformats.org/officeDocument/2006/relationships/customXml" Target="../ink/ink37.xml"/><Relationship Id="rId224" Type="http://schemas.openxmlformats.org/officeDocument/2006/relationships/image" Target="../media/image73.png"/><Relationship Id="rId232" Type="http://schemas.openxmlformats.org/officeDocument/2006/relationships/image" Target="../media/image77.png"/><Relationship Id="rId240" Type="http://schemas.openxmlformats.org/officeDocument/2006/relationships/image" Target="../media/image81.png"/><Relationship Id="rId100" Type="http://schemas.openxmlformats.org/officeDocument/2006/relationships/customXml" Target="../ink/ink10.xml"/><Relationship Id="rId105" Type="http://schemas.openxmlformats.org/officeDocument/2006/relationships/image" Target="../media/image14.png"/><Relationship Id="rId113" Type="http://schemas.openxmlformats.org/officeDocument/2006/relationships/image" Target="../media/image18.png"/><Relationship Id="rId118" Type="http://schemas.openxmlformats.org/officeDocument/2006/relationships/customXml" Target="../ink/ink19.xml"/><Relationship Id="rId126" Type="http://schemas.openxmlformats.org/officeDocument/2006/relationships/customXml" Target="../ink/ink23.xml"/><Relationship Id="rId93" Type="http://schemas.openxmlformats.org/officeDocument/2006/relationships/image" Target="../media/image8.png"/><Relationship Id="rId98" Type="http://schemas.openxmlformats.org/officeDocument/2006/relationships/customXml" Target="../ink/ink9.xml"/><Relationship Id="rId121" Type="http://schemas.openxmlformats.org/officeDocument/2006/relationships/image" Target="../media/image22.png"/><Relationship Id="rId189" Type="http://schemas.openxmlformats.org/officeDocument/2006/relationships/customXml" Target="../ink/ink27.xml"/><Relationship Id="rId227" Type="http://schemas.openxmlformats.org/officeDocument/2006/relationships/customXml" Target="../ink/ink32.xml"/><Relationship Id="rId3" Type="http://schemas.openxmlformats.org/officeDocument/2006/relationships/image" Target="../media/image1121.png"/><Relationship Id="rId222" Type="http://schemas.openxmlformats.org/officeDocument/2006/relationships/image" Target="../media/image72.png"/><Relationship Id="rId230" Type="http://schemas.openxmlformats.org/officeDocument/2006/relationships/image" Target="../media/image76.png"/><Relationship Id="rId235" Type="http://schemas.openxmlformats.org/officeDocument/2006/relationships/customXml" Target="../ink/ink36.xml"/><Relationship Id="rId243" Type="http://schemas.openxmlformats.org/officeDocument/2006/relationships/customXml" Target="../ink/ink40.xml"/><Relationship Id="rId103" Type="http://schemas.openxmlformats.org/officeDocument/2006/relationships/image" Target="../media/image13.png"/><Relationship Id="rId108" Type="http://schemas.openxmlformats.org/officeDocument/2006/relationships/customXml" Target="../ink/ink14.xml"/><Relationship Id="rId116" Type="http://schemas.openxmlformats.org/officeDocument/2006/relationships/customXml" Target="../ink/ink18.xml"/><Relationship Id="rId124" Type="http://schemas.openxmlformats.org/officeDocument/2006/relationships/customXml" Target="../ink/ink22.xml"/><Relationship Id="rId129" Type="http://schemas.openxmlformats.org/officeDocument/2006/relationships/image" Target="../media/image26.png"/><Relationship Id="rId88" Type="http://schemas.openxmlformats.org/officeDocument/2006/relationships/customXml" Target="../ink/ink4.xml"/><Relationship Id="rId91" Type="http://schemas.openxmlformats.org/officeDocument/2006/relationships/image" Target="../media/image157.png"/><Relationship Id="rId96" Type="http://schemas.openxmlformats.org/officeDocument/2006/relationships/customXml" Target="../ink/ink8.xml"/><Relationship Id="rId111" Type="http://schemas.openxmlformats.org/officeDocument/2006/relationships/image" Target="../media/image17.png"/><Relationship Id="rId132"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3.xml"/><Relationship Id="rId190" Type="http://schemas.openxmlformats.org/officeDocument/2006/relationships/image" Target="../media/image56.png"/><Relationship Id="rId220" Type="http://schemas.openxmlformats.org/officeDocument/2006/relationships/image" Target="../media/image71.png"/><Relationship Id="rId225" Type="http://schemas.openxmlformats.org/officeDocument/2006/relationships/customXml" Target="../ink/ink31.xml"/><Relationship Id="rId233" Type="http://schemas.openxmlformats.org/officeDocument/2006/relationships/customXml" Target="../ink/ink35.xml"/><Relationship Id="rId238" Type="http://schemas.openxmlformats.org/officeDocument/2006/relationships/image" Target="../media/image80.png"/><Relationship Id="rId241" Type="http://schemas.openxmlformats.org/officeDocument/2006/relationships/customXml" Target="../ink/ink39.xml"/><Relationship Id="rId106" Type="http://schemas.openxmlformats.org/officeDocument/2006/relationships/customXml" Target="../ink/ink13.xml"/><Relationship Id="rId114" Type="http://schemas.openxmlformats.org/officeDocument/2006/relationships/customXml" Target="../ink/ink17.xml"/><Relationship Id="rId119" Type="http://schemas.openxmlformats.org/officeDocument/2006/relationships/image" Target="../media/image21.png"/><Relationship Id="rId127" Type="http://schemas.openxmlformats.org/officeDocument/2006/relationships/image" Target="../media/image25.png"/><Relationship Id="rId94" Type="http://schemas.openxmlformats.org/officeDocument/2006/relationships/customXml" Target="../ink/ink7.xml"/><Relationship Id="rId99" Type="http://schemas.openxmlformats.org/officeDocument/2006/relationships/image" Target="../media/image11.png"/><Relationship Id="rId101" Type="http://schemas.openxmlformats.org/officeDocument/2006/relationships/image" Target="../media/image12.png"/><Relationship Id="rId122" Type="http://schemas.openxmlformats.org/officeDocument/2006/relationships/customXml" Target="../ink/ink21.xml"/><Relationship Id="rId130" Type="http://schemas.openxmlformats.org/officeDocument/2006/relationships/customXml" Target="../ink/ink25.xml"/><Relationship Id="rId4" Type="http://schemas.openxmlformats.org/officeDocument/2006/relationships/customXml" Target="../ink/ink2.xml"/><Relationship Id="rId223" Type="http://schemas.openxmlformats.org/officeDocument/2006/relationships/customXml" Target="../ink/ink30.xml"/><Relationship Id="rId228" Type="http://schemas.openxmlformats.org/officeDocument/2006/relationships/image" Target="../media/image75.png"/><Relationship Id="rId236" Type="http://schemas.openxmlformats.org/officeDocument/2006/relationships/image" Target="../media/image79.png"/><Relationship Id="rId244" Type="http://schemas.openxmlformats.org/officeDocument/2006/relationships/image" Target="../media/image83.png"/><Relationship Id="rId109" Type="http://schemas.openxmlformats.org/officeDocument/2006/relationships/image" Target="../media/image16.png"/><Relationship Id="rId97" Type="http://schemas.openxmlformats.org/officeDocument/2006/relationships/image" Target="../media/image10.png"/><Relationship Id="rId104" Type="http://schemas.openxmlformats.org/officeDocument/2006/relationships/customXml" Target="../ink/ink12.xml"/><Relationship Id="rId120" Type="http://schemas.openxmlformats.org/officeDocument/2006/relationships/customXml" Target="../ink/ink20.xml"/><Relationship Id="rId125" Type="http://schemas.openxmlformats.org/officeDocument/2006/relationships/image" Target="../media/image24.png"/><Relationship Id="rId188" Type="http://schemas.openxmlformats.org/officeDocument/2006/relationships/image" Target="../media/image55.png"/><Relationship Id="rId92" Type="http://schemas.openxmlformats.org/officeDocument/2006/relationships/customXml" Target="../ink/ink6.xml"/><Relationship Id="rId234" Type="http://schemas.openxmlformats.org/officeDocument/2006/relationships/image" Target="../media/image78.png"/><Relationship Id="rId239" Type="http://schemas.openxmlformats.org/officeDocument/2006/relationships/customXml" Target="../ink/ink38.xml"/><Relationship Id="rId2" Type="http://schemas.openxmlformats.org/officeDocument/2006/relationships/customXml" Target="../ink/ink1.xml"/><Relationship Id="rId87" Type="http://schemas.openxmlformats.org/officeDocument/2006/relationships/image" Target="../media/image155.png"/><Relationship Id="rId110" Type="http://schemas.openxmlformats.org/officeDocument/2006/relationships/customXml" Target="../ink/ink15.xml"/><Relationship Id="rId115" Type="http://schemas.openxmlformats.org/officeDocument/2006/relationships/image" Target="../media/image19.png"/><Relationship Id="rId131" Type="http://schemas.openxmlformats.org/officeDocument/2006/relationships/image" Target="../media/image27.png"/></Relationships>
</file>

<file path=ppt/slides/_rels/slide17.xml.rels><?xml version="1.0" encoding="UTF-8" standalone="yes"?>
<Relationships xmlns="http://schemas.openxmlformats.org/package/2006/relationships"><Relationship Id="rId13" Type="http://schemas.openxmlformats.org/officeDocument/2006/relationships/image" Target="../media/image84.png"/><Relationship Id="rId39" Type="http://schemas.openxmlformats.org/officeDocument/2006/relationships/image" Target="../media/image97.png"/><Relationship Id="rId42" Type="http://schemas.openxmlformats.org/officeDocument/2006/relationships/customXml" Target="../ink/ink50.xml"/><Relationship Id="rId47" Type="http://schemas.openxmlformats.org/officeDocument/2006/relationships/image" Target="../media/image101.png"/><Relationship Id="rId50" Type="http://schemas.openxmlformats.org/officeDocument/2006/relationships/customXml" Target="../ink/ink54.xml"/><Relationship Id="rId55" Type="http://schemas.openxmlformats.org/officeDocument/2006/relationships/image" Target="../media/image105.png"/><Relationship Id="rId63" Type="http://schemas.openxmlformats.org/officeDocument/2006/relationships/image" Target="../media/image109.png"/><Relationship Id="rId68" Type="http://schemas.openxmlformats.org/officeDocument/2006/relationships/customXml" Target="../ink/ink63.xml"/><Relationship Id="rId7" Type="http://schemas.openxmlformats.org/officeDocument/2006/relationships/image" Target="../media/image810.png"/><Relationship Id="rId71" Type="http://schemas.openxmlformats.org/officeDocument/2006/relationships/image" Target="../media/image113.png"/><Relationship Id="rId2" Type="http://schemas.openxmlformats.org/officeDocument/2006/relationships/customXml" Target="../ink/ink41.xml"/><Relationship Id="rId16" Type="http://schemas.openxmlformats.org/officeDocument/2006/relationships/customXml" Target="../ink/ink48.xml"/><Relationship Id="rId11" Type="http://schemas.openxmlformats.org/officeDocument/2006/relationships/image" Target="../media/image1010.png"/><Relationship Id="rId40" Type="http://schemas.openxmlformats.org/officeDocument/2006/relationships/customXml" Target="../ink/ink49.xml"/><Relationship Id="rId45" Type="http://schemas.openxmlformats.org/officeDocument/2006/relationships/image" Target="../media/image100.png"/><Relationship Id="rId53" Type="http://schemas.openxmlformats.org/officeDocument/2006/relationships/image" Target="../media/image104.png"/><Relationship Id="rId58" Type="http://schemas.openxmlformats.org/officeDocument/2006/relationships/customXml" Target="../ink/ink58.xml"/><Relationship Id="rId66" Type="http://schemas.openxmlformats.org/officeDocument/2006/relationships/customXml" Target="../ink/ink62.xml"/><Relationship Id="rId5" Type="http://schemas.openxmlformats.org/officeDocument/2006/relationships/image" Target="../media/image7.png"/><Relationship Id="rId15" Type="http://schemas.openxmlformats.org/officeDocument/2006/relationships/image" Target="../media/image85.png"/><Relationship Id="rId49" Type="http://schemas.openxmlformats.org/officeDocument/2006/relationships/image" Target="../media/image102.png"/><Relationship Id="rId57" Type="http://schemas.openxmlformats.org/officeDocument/2006/relationships/image" Target="../media/image106.png"/><Relationship Id="rId61" Type="http://schemas.openxmlformats.org/officeDocument/2006/relationships/image" Target="../media/image108.png"/><Relationship Id="rId10" Type="http://schemas.openxmlformats.org/officeDocument/2006/relationships/customXml" Target="../ink/ink45.xml"/><Relationship Id="rId44" Type="http://schemas.openxmlformats.org/officeDocument/2006/relationships/customXml" Target="../ink/ink51.xml"/><Relationship Id="rId52" Type="http://schemas.openxmlformats.org/officeDocument/2006/relationships/customXml" Target="../ink/ink55.xml"/><Relationship Id="rId60" Type="http://schemas.openxmlformats.org/officeDocument/2006/relationships/customXml" Target="../ink/ink59.xml"/><Relationship Id="rId65" Type="http://schemas.openxmlformats.org/officeDocument/2006/relationships/image" Target="../media/image110.png"/><Relationship Id="rId4" Type="http://schemas.openxmlformats.org/officeDocument/2006/relationships/customXml" Target="../ink/ink42.xml"/><Relationship Id="rId9" Type="http://schemas.openxmlformats.org/officeDocument/2006/relationships/image" Target="../media/image910.png"/><Relationship Id="rId14" Type="http://schemas.openxmlformats.org/officeDocument/2006/relationships/customXml" Target="../ink/ink47.xml"/><Relationship Id="rId43" Type="http://schemas.openxmlformats.org/officeDocument/2006/relationships/image" Target="../media/image99.png"/><Relationship Id="rId48" Type="http://schemas.openxmlformats.org/officeDocument/2006/relationships/customXml" Target="../ink/ink53.xml"/><Relationship Id="rId56" Type="http://schemas.openxmlformats.org/officeDocument/2006/relationships/customXml" Target="../ink/ink57.xml"/><Relationship Id="rId64" Type="http://schemas.openxmlformats.org/officeDocument/2006/relationships/customXml" Target="../ink/ink61.xml"/><Relationship Id="rId69" Type="http://schemas.openxmlformats.org/officeDocument/2006/relationships/image" Target="../media/image112.png"/><Relationship Id="rId8" Type="http://schemas.openxmlformats.org/officeDocument/2006/relationships/customXml" Target="../ink/ink44.xml"/><Relationship Id="rId51" Type="http://schemas.openxmlformats.org/officeDocument/2006/relationships/image" Target="../media/image103.png"/><Relationship Id="rId3" Type="http://schemas.openxmlformats.org/officeDocument/2006/relationships/image" Target="../media/image6.png"/><Relationship Id="rId12" Type="http://schemas.openxmlformats.org/officeDocument/2006/relationships/customXml" Target="../ink/ink46.xml"/><Relationship Id="rId46" Type="http://schemas.openxmlformats.org/officeDocument/2006/relationships/customXml" Target="../ink/ink52.xml"/><Relationship Id="rId59" Type="http://schemas.openxmlformats.org/officeDocument/2006/relationships/image" Target="../media/image107.png"/><Relationship Id="rId67" Type="http://schemas.openxmlformats.org/officeDocument/2006/relationships/image" Target="../media/image111.png"/><Relationship Id="rId41" Type="http://schemas.openxmlformats.org/officeDocument/2006/relationships/image" Target="../media/image98.png"/><Relationship Id="rId54" Type="http://schemas.openxmlformats.org/officeDocument/2006/relationships/customXml" Target="../ink/ink56.xml"/><Relationship Id="rId62" Type="http://schemas.openxmlformats.org/officeDocument/2006/relationships/customXml" Target="../ink/ink60.xml"/><Relationship Id="rId70" Type="http://schemas.openxmlformats.org/officeDocument/2006/relationships/customXml" Target="../ink/ink64.xml"/><Relationship Id="rId1" Type="http://schemas.openxmlformats.org/officeDocument/2006/relationships/slideLayout" Target="../slideLayouts/slideLayout6.xml"/><Relationship Id="rId6" Type="http://schemas.openxmlformats.org/officeDocument/2006/relationships/customXml" Target="../ink/ink43.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0.xml.rels><?xml version="1.0" encoding="UTF-8" standalone="yes"?>
<Relationships xmlns="http://schemas.openxmlformats.org/package/2006/relationships"><Relationship Id="rId3" Type="http://schemas.openxmlformats.org/officeDocument/2006/relationships/customXml" Target="../ink/ink65.xml"/><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66.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1.png"/><Relationship Id="rId2" Type="http://schemas.openxmlformats.org/officeDocument/2006/relationships/audio" Target="../media/media1.m4a"/><Relationship Id="rId1" Type="http://schemas.microsoft.com/office/2007/relationships/media" Target="../media/media1.m4a"/><Relationship Id="rId6" Type="http://schemas.openxmlformats.org/officeDocument/2006/relationships/image" Target="../media/image36.png"/><Relationship Id="rId5" Type="http://schemas.microsoft.com/office/2011/relationships/inkAction" Target="../ink/inkAction1.xml"/><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3" Type="http://schemas.openxmlformats.org/officeDocument/2006/relationships/customXml" Target="../ink/ink67.xml"/><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68.xml"/><Relationship Id="rId4" Type="http://schemas.openxmlformats.org/officeDocument/2006/relationships/image" Target="../media/image29.png"/></Relationships>
</file>

<file path=ppt/slides/_rels/slide23.xml.rels><?xml version="1.0" encoding="UTF-8" standalone="yes"?>
<Relationships xmlns="http://schemas.openxmlformats.org/package/2006/relationships"><Relationship Id="rId3" Type="http://schemas.openxmlformats.org/officeDocument/2006/relationships/customXml" Target="../ink/ink69.xm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customXml" Target="../ink/ink70.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8" Type="http://schemas.openxmlformats.org/officeDocument/2006/relationships/customXml" Target="../ink/ink71.xml"/><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160.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5.xml.rels><?xml version="1.0" encoding="UTF-8" standalone="yes"?>
<Relationships xmlns="http://schemas.openxmlformats.org/package/2006/relationships"><Relationship Id="rId8" Type="http://schemas.openxmlformats.org/officeDocument/2006/relationships/customXml" Target="../ink/ink72.xml"/><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 Id="rId9" Type="http://schemas.openxmlformats.org/officeDocument/2006/relationships/image" Target="../media/image290.png"/></Relationships>
</file>

<file path=ppt/slides/_rels/slide26.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6.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27.xml.rels><?xml version="1.0" encoding="UTF-8" standalone="yes"?>
<Relationships xmlns="http://schemas.openxmlformats.org/package/2006/relationships"><Relationship Id="rId3" Type="http://schemas.openxmlformats.org/officeDocument/2006/relationships/hyperlink" Target="https://publicdomainpictures.net/view-image.php?image=136097&amp;picture=" TargetMode="External"/><Relationship Id="rId2" Type="http://schemas.openxmlformats.org/officeDocument/2006/relationships/image" Target="../media/image32.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pixabay.com/en/euro-money-currency-europe-teeth-76019/"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s://pixabay.com/en/euro-money-currency-europe-teeth-76019/"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pixabay.com/en/euro-money-currency-europe-teeth-76019/" TargetMode="External"/><Relationship Id="rId2" Type="http://schemas.openxmlformats.org/officeDocument/2006/relationships/image" Target="../media/image33.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molliermattson.pages.dev/bndtw-grants-start-small-business-2025-ppjym/" TargetMode="External"/></Relationships>
</file>

<file path=ppt/slides/_rels/slide32.xml.rels><?xml version="1.0" encoding="UTF-8" standalone="yes"?>
<Relationships xmlns="http://schemas.openxmlformats.org/package/2006/relationships"><Relationship Id="rId8" Type="http://schemas.openxmlformats.org/officeDocument/2006/relationships/image" Target="../media/image640.png"/><Relationship Id="rId2" Type="http://schemas.openxmlformats.org/officeDocument/2006/relationships/customXml" Target="../ink/ink73.xml"/><Relationship Id="rId1" Type="http://schemas.openxmlformats.org/officeDocument/2006/relationships/slideLayout" Target="../slideLayouts/slideLayout2.xml"/><Relationship Id="rId10" Type="http://schemas.openxmlformats.org/officeDocument/2006/relationships/hyperlink" Target="https://svgsilh.com/3f51b5/image/1327276.html" TargetMode="External"/><Relationship Id="rId9" Type="http://schemas.openxmlformats.org/officeDocument/2006/relationships/image" Target="../media/image35.sv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youtu.be/mnjgjdwo-Gc" TargetMode="External"/><Relationship Id="rId1" Type="http://schemas.openxmlformats.org/officeDocument/2006/relationships/slideLayout" Target="../slideLayouts/slideLayout6.xml"/><Relationship Id="rId4" Type="http://schemas.openxmlformats.org/officeDocument/2006/relationships/hyperlink" Target="https://pixabay.com/en/budget-cost-dollars-expense-home-158926/" TargetMode="Externa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35.xml.rels><?xml version="1.0" encoding="UTF-8" standalone="yes"?>
<Relationships xmlns="http://schemas.openxmlformats.org/package/2006/relationships"><Relationship Id="rId8" Type="http://schemas.openxmlformats.org/officeDocument/2006/relationships/image" Target="../media/image38.svg"/><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36.xml.rels><?xml version="1.0" encoding="UTF-8" standalone="yes"?>
<Relationships xmlns="http://schemas.openxmlformats.org/package/2006/relationships"><Relationship Id="rId8" Type="http://schemas.openxmlformats.org/officeDocument/2006/relationships/image" Target="../media/image39.jpg"/><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10" Type="http://schemas.openxmlformats.org/officeDocument/2006/relationships/hyperlink" Target="https://creativecommons.org/licenses/by-nc-sa/3.0/" TargetMode="External"/><Relationship Id="rId4" Type="http://schemas.openxmlformats.org/officeDocument/2006/relationships/diagramLayout" Target="../diagrams/layout15.xml"/><Relationship Id="rId9" Type="http://schemas.openxmlformats.org/officeDocument/2006/relationships/hyperlink" Target="http://luistorodupouy.blogspot.com/2010_11_01_archive.html"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hyperlink" Target="https://youtu.be/qUtv3PoRhhw"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hyperlink" Target="http://www.nber.org/papers/w14694"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1A625D9A-4F78-4C6C-81AD-36E4A746F873}"/>
              </a:ext>
            </a:extLst>
          </p:cNvPr>
          <p:cNvSpPr>
            <a:spLocks noGrp="1" noChangeArrowheads="1"/>
          </p:cNvSpPr>
          <p:nvPr>
            <p:ph type="ctrTitle"/>
          </p:nvPr>
        </p:nvSpPr>
        <p:spPr/>
        <p:txBody>
          <a:bodyPr>
            <a:normAutofit/>
          </a:bodyPr>
          <a:lstStyle/>
          <a:p>
            <a:pPr eaLnBrk="1" fontAlgn="auto" hangingPunct="1">
              <a:spcAft>
                <a:spcPts val="0"/>
              </a:spcAft>
              <a:defRPr/>
            </a:pPr>
            <a:r>
              <a:rPr lang="en-US" altLang="en-US" sz="3800" dirty="0"/>
              <a:t>ECON251 </a:t>
            </a:r>
            <a:br>
              <a:rPr lang="en-US" altLang="en-US" sz="3800" dirty="0"/>
            </a:br>
            <a:r>
              <a:rPr lang="en-US" altLang="en-US" sz="3800" dirty="0"/>
              <a:t>Industry and Trade in Asia </a:t>
            </a:r>
            <a:br>
              <a:rPr lang="en-US" altLang="en-US" sz="3800" dirty="0"/>
            </a:br>
            <a:r>
              <a:rPr lang="en-US" altLang="en-US" sz="3800" dirty="0"/>
              <a:t>Lecture 03</a:t>
            </a:r>
          </a:p>
        </p:txBody>
      </p:sp>
      <p:sp>
        <p:nvSpPr>
          <p:cNvPr id="3075" name="Rectangle 3">
            <a:extLst>
              <a:ext uri="{FF2B5EF4-FFF2-40B4-BE49-F238E27FC236}">
                <a16:creationId xmlns:a16="http://schemas.microsoft.com/office/drawing/2014/main" id="{CDD64BE1-E603-4F18-9EC6-5D3F0FC4DBC9}"/>
              </a:ext>
            </a:extLst>
          </p:cNvPr>
          <p:cNvSpPr>
            <a:spLocks noGrp="1" noChangeArrowheads="1"/>
          </p:cNvSpPr>
          <p:nvPr>
            <p:ph type="subTitle" idx="1"/>
          </p:nvPr>
        </p:nvSpPr>
        <p:spPr/>
        <p:txBody>
          <a:bodyPr rtlCol="0">
            <a:normAutofit/>
          </a:bodyPr>
          <a:lstStyle/>
          <a:p>
            <a:pPr eaLnBrk="1" fontAlgn="auto" hangingPunct="1">
              <a:defRPr/>
            </a:pPr>
            <a:r>
              <a:rPr lang="en-US" altLang="en-US" b="1" dirty="0"/>
              <a:t>The road to reforms </a:t>
            </a:r>
          </a:p>
          <a:p>
            <a:pPr eaLnBrk="1" fontAlgn="auto" hangingPunct="1">
              <a:defRPr/>
            </a:pPr>
            <a:r>
              <a:rPr lang="en-US" altLang="en-US" sz="4600" b="1" dirty="0">
                <a:solidFill>
                  <a:schemeClr val="bg1"/>
                </a:solidFill>
              </a:rPr>
              <a:t>Inward Orientation</a:t>
            </a:r>
          </a:p>
        </p:txBody>
      </p:sp>
      <p:sp>
        <p:nvSpPr>
          <p:cNvPr id="3" name="Slide Number Placeholder 2">
            <a:extLst>
              <a:ext uri="{FF2B5EF4-FFF2-40B4-BE49-F238E27FC236}">
                <a16:creationId xmlns:a16="http://schemas.microsoft.com/office/drawing/2014/main" id="{BA36BA56-320C-45E1-B96E-82349E1F2F1B}"/>
              </a:ext>
            </a:extLst>
          </p:cNvPr>
          <p:cNvSpPr>
            <a:spLocks noGrp="1"/>
          </p:cNvSpPr>
          <p:nvPr>
            <p:ph type="sldNum" sz="quarter" idx="12"/>
          </p:nvPr>
        </p:nvSpPr>
        <p:spPr/>
        <p:txBody>
          <a:bodyPr>
            <a:normAutofit/>
          </a:bodyPr>
          <a:lstStyle/>
          <a:p>
            <a:pPr>
              <a:spcAft>
                <a:spcPts val="600"/>
              </a:spcAft>
              <a:defRPr/>
            </a:pPr>
            <a:fld id="{B9A0FA75-941B-412E-ADF9-681158E12E91}" type="slidenum">
              <a:rPr lang="en-US" altLang="en-US" smtClean="0"/>
              <a:pPr>
                <a:spcAft>
                  <a:spcPts val="600"/>
                </a:spcAft>
                <a:defRPr/>
              </a:pPr>
              <a:t>1</a:t>
            </a:fld>
            <a:endParaRPr lang="en-US" altLang="en-US" dirty="0"/>
          </a:p>
        </p:txBody>
      </p:sp>
      <p:sp>
        <p:nvSpPr>
          <p:cNvPr id="2" name="TextBox 1">
            <a:extLst>
              <a:ext uri="{FF2B5EF4-FFF2-40B4-BE49-F238E27FC236}">
                <a16:creationId xmlns:a16="http://schemas.microsoft.com/office/drawing/2014/main" id="{65FB80BE-805C-5B00-7D8D-5A7CF983DB62}"/>
              </a:ext>
            </a:extLst>
          </p:cNvPr>
          <p:cNvSpPr txBox="1"/>
          <p:nvPr/>
        </p:nvSpPr>
        <p:spPr>
          <a:xfrm>
            <a:off x="1109980" y="5638800"/>
            <a:ext cx="8338820" cy="646331"/>
          </a:xfrm>
          <a:prstGeom prst="rect">
            <a:avLst/>
          </a:prstGeom>
          <a:noFill/>
        </p:spPr>
        <p:txBody>
          <a:bodyPr wrap="square" rtlCol="0">
            <a:spAutoFit/>
          </a:bodyPr>
          <a:lstStyle/>
          <a:p>
            <a:r>
              <a:rPr lang="en-GB" dirty="0"/>
              <a:t>Introduction Video[ Until 2:06]  : </a:t>
            </a:r>
            <a:r>
              <a:rPr lang="en-GB" dirty="0">
                <a:hlinkClick r:id="rId2"/>
              </a:rPr>
              <a:t>https://www.youtube.com/watch?v=mnjgjdwo-Gc</a:t>
            </a:r>
            <a:endParaRPr lang="en-GB" dirty="0"/>
          </a:p>
          <a:p>
            <a:endParaRPr lang="en-SG" dirty="0"/>
          </a:p>
        </p:txBody>
      </p:sp>
    </p:spTree>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88AC6-707E-F374-C828-4851D234EF23}"/>
              </a:ext>
            </a:extLst>
          </p:cNvPr>
          <p:cNvSpPr>
            <a:spLocks noGrp="1"/>
          </p:cNvSpPr>
          <p:nvPr>
            <p:ph type="title"/>
          </p:nvPr>
        </p:nvSpPr>
        <p:spPr/>
        <p:txBody>
          <a:bodyPr>
            <a:normAutofit/>
          </a:bodyPr>
          <a:lstStyle/>
          <a:p>
            <a:r>
              <a:rPr lang="en-SG" dirty="0"/>
              <a:t>Key Objectives </a:t>
            </a:r>
          </a:p>
        </p:txBody>
      </p:sp>
      <p:graphicFrame>
        <p:nvGraphicFramePr>
          <p:cNvPr id="7" name="Content Placeholder 2">
            <a:extLst>
              <a:ext uri="{FF2B5EF4-FFF2-40B4-BE49-F238E27FC236}">
                <a16:creationId xmlns:a16="http://schemas.microsoft.com/office/drawing/2014/main" id="{7CBFB0E4-1A90-0F24-CCC3-172190658AB9}"/>
              </a:ext>
            </a:extLst>
          </p:cNvPr>
          <p:cNvGraphicFramePr>
            <a:graphicFrameLocks noGrp="1"/>
          </p:cNvGraphicFramePr>
          <p:nvPr>
            <p:ph idx="1"/>
            <p:extLst>
              <p:ext uri="{D42A27DB-BD31-4B8C-83A1-F6EECF244321}">
                <p14:modId xmlns:p14="http://schemas.microsoft.com/office/powerpoint/2010/main" val="3271195010"/>
              </p:ext>
            </p:extLst>
          </p:nvPr>
        </p:nvGraphicFramePr>
        <p:xfrm>
          <a:off x="1143000" y="2298530"/>
          <a:ext cx="9872663" cy="379747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lide Number Placeholder 4">
            <a:extLst>
              <a:ext uri="{FF2B5EF4-FFF2-40B4-BE49-F238E27FC236}">
                <a16:creationId xmlns:a16="http://schemas.microsoft.com/office/drawing/2014/main" id="{0095A039-951B-CE49-AB78-B7DDDB4B2B41}"/>
              </a:ext>
            </a:extLst>
          </p:cNvPr>
          <p:cNvSpPr>
            <a:spLocks noGrp="1"/>
          </p:cNvSpPr>
          <p:nvPr>
            <p:ph type="sldNum" sz="quarter" idx="12"/>
          </p:nvPr>
        </p:nvSpPr>
        <p:spPr/>
        <p:txBody>
          <a:bodyPr>
            <a:normAutofit/>
          </a:bodyPr>
          <a:lstStyle/>
          <a:p>
            <a:pPr>
              <a:spcAft>
                <a:spcPts val="600"/>
              </a:spcAft>
              <a:defRPr/>
            </a:pPr>
            <a:fld id="{58ACFF92-4814-4263-A32E-C81EDC494371}" type="slidenum">
              <a:rPr lang="en-US" altLang="en-US" smtClean="0"/>
              <a:pPr>
                <a:spcAft>
                  <a:spcPts val="600"/>
                </a:spcAft>
                <a:defRPr/>
              </a:pPr>
              <a:t>2</a:t>
            </a:fld>
            <a:endParaRPr lang="en-US" altLang="en-US" dirty="0"/>
          </a:p>
        </p:txBody>
      </p:sp>
      <p:pic>
        <p:nvPicPr>
          <p:cNvPr id="4" name="Graphic 3" descr="Bullseye with solid fill">
            <a:extLst>
              <a:ext uri="{FF2B5EF4-FFF2-40B4-BE49-F238E27FC236}">
                <a16:creationId xmlns:a16="http://schemas.microsoft.com/office/drawing/2014/main" id="{5654FF83-6574-AA7C-66BE-685F54EE649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4724400" y="792480"/>
            <a:ext cx="990600" cy="990600"/>
          </a:xfrm>
          <a:prstGeom prst="rect">
            <a:avLst/>
          </a:prstGeom>
        </p:spPr>
      </p:pic>
    </p:spTree>
    <p:extLst>
      <p:ext uri="{BB962C8B-B14F-4D97-AF65-F5344CB8AC3E}">
        <p14:creationId xmlns:p14="http://schemas.microsoft.com/office/powerpoint/2010/main" val="253131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865A377-1411-CE8B-784B-EEDD12399783}"/>
              </a:ext>
            </a:extLst>
          </p:cNvPr>
          <p:cNvSpPr>
            <a:spLocks noGrp="1"/>
          </p:cNvSpPr>
          <p:nvPr>
            <p:ph type="ftr" sz="quarter" idx="11"/>
          </p:nvPr>
        </p:nvSpPr>
        <p:spPr>
          <a:xfrm>
            <a:off x="3185903" y="6223828"/>
            <a:ext cx="4717774" cy="365125"/>
          </a:xfrm>
        </p:spPr>
        <p:txBody>
          <a:bodyPr/>
          <a:lstStyle/>
          <a:p>
            <a:pPr>
              <a:defRPr/>
            </a:pPr>
            <a:r>
              <a:rPr lang="en-GB"/>
              <a:t>SIM/UOW/July2024/Clare Kon</a:t>
            </a:r>
            <a:endParaRPr lang="en-US" dirty="0"/>
          </a:p>
        </p:txBody>
      </p:sp>
      <p:sp>
        <p:nvSpPr>
          <p:cNvPr id="3" name="Slide Number Placeholder 2">
            <a:extLst>
              <a:ext uri="{FF2B5EF4-FFF2-40B4-BE49-F238E27FC236}">
                <a16:creationId xmlns:a16="http://schemas.microsoft.com/office/drawing/2014/main" id="{510A66DE-301A-41C2-6024-7E293D8D2E11}"/>
              </a:ext>
            </a:extLst>
          </p:cNvPr>
          <p:cNvSpPr>
            <a:spLocks noGrp="1"/>
          </p:cNvSpPr>
          <p:nvPr>
            <p:ph type="sldNum" sz="quarter" idx="12"/>
          </p:nvPr>
        </p:nvSpPr>
        <p:spPr/>
        <p:txBody>
          <a:bodyPr/>
          <a:lstStyle/>
          <a:p>
            <a:pPr>
              <a:defRPr/>
            </a:pPr>
            <a:fld id="{6A1C8AB9-80F9-420C-B7EC-7984EE5C364D}" type="slidenum">
              <a:rPr lang="en-US" altLang="en-US" smtClean="0"/>
              <a:pPr>
                <a:defRPr/>
              </a:pPr>
              <a:t>3</a:t>
            </a:fld>
            <a:endParaRPr lang="en-US" altLang="en-US" dirty="0"/>
          </a:p>
        </p:txBody>
      </p:sp>
      <p:graphicFrame>
        <p:nvGraphicFramePr>
          <p:cNvPr id="4" name="Diagram 3">
            <a:extLst>
              <a:ext uri="{FF2B5EF4-FFF2-40B4-BE49-F238E27FC236}">
                <a16:creationId xmlns:a16="http://schemas.microsoft.com/office/drawing/2014/main" id="{DD024ACA-9288-210F-80A3-4D62D82093BA}"/>
              </a:ext>
            </a:extLst>
          </p:cNvPr>
          <p:cNvGraphicFramePr/>
          <p:nvPr>
            <p:extLst>
              <p:ext uri="{D42A27DB-BD31-4B8C-83A1-F6EECF244321}">
                <p14:modId xmlns:p14="http://schemas.microsoft.com/office/powerpoint/2010/main" val="3124013304"/>
              </p:ext>
            </p:extLst>
          </p:nvPr>
        </p:nvGraphicFramePr>
        <p:xfrm>
          <a:off x="2658885" y="1555614"/>
          <a:ext cx="4389730" cy="45578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Speech Bubble: Rectangle with Corners Rounded 4">
            <a:extLst>
              <a:ext uri="{FF2B5EF4-FFF2-40B4-BE49-F238E27FC236}">
                <a16:creationId xmlns:a16="http://schemas.microsoft.com/office/drawing/2014/main" id="{705F191A-2E59-1090-F72D-17BAA89C4B46}"/>
              </a:ext>
            </a:extLst>
          </p:cNvPr>
          <p:cNvSpPr/>
          <p:nvPr/>
        </p:nvSpPr>
        <p:spPr>
          <a:xfrm>
            <a:off x="261028" y="1784490"/>
            <a:ext cx="1961730" cy="1474319"/>
          </a:xfrm>
          <a:prstGeom prst="wedgeRoundRectCallout">
            <a:avLst>
              <a:gd name="adj1" fmla="val 83274"/>
              <a:gd name="adj2" fmla="val -30123"/>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Mainly by poor developing economies </a:t>
            </a:r>
            <a:endParaRPr lang="en-SG" dirty="0"/>
          </a:p>
        </p:txBody>
      </p:sp>
      <p:sp>
        <p:nvSpPr>
          <p:cNvPr id="6" name="Speech Bubble: Rectangle with Corners Rounded 5">
            <a:extLst>
              <a:ext uri="{FF2B5EF4-FFF2-40B4-BE49-F238E27FC236}">
                <a16:creationId xmlns:a16="http://schemas.microsoft.com/office/drawing/2014/main" id="{5A7F2F10-D7EB-DAC8-3BA2-A3D7F6CAE01E}"/>
              </a:ext>
            </a:extLst>
          </p:cNvPr>
          <p:cNvSpPr/>
          <p:nvPr/>
        </p:nvSpPr>
        <p:spPr>
          <a:xfrm>
            <a:off x="4798870" y="123828"/>
            <a:ext cx="3430730" cy="1474319"/>
          </a:xfrm>
          <a:prstGeom prst="wedgeRoundRectCallout">
            <a:avLst>
              <a:gd name="adj1" fmla="val -21575"/>
              <a:gd name="adj2" fmla="val 59698"/>
              <a:gd name="adj3" fmla="val 16667"/>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Mainly by rich developed economies with funding </a:t>
            </a:r>
            <a:endParaRPr lang="en-SG" dirty="0"/>
          </a:p>
        </p:txBody>
      </p:sp>
      <p:sp>
        <p:nvSpPr>
          <p:cNvPr id="7" name="Arrow: Right 6">
            <a:extLst>
              <a:ext uri="{FF2B5EF4-FFF2-40B4-BE49-F238E27FC236}">
                <a16:creationId xmlns:a16="http://schemas.microsoft.com/office/drawing/2014/main" id="{1F7B0AF5-FD7F-923F-F264-E458CCC92B16}"/>
              </a:ext>
            </a:extLst>
          </p:cNvPr>
          <p:cNvSpPr/>
          <p:nvPr/>
        </p:nvSpPr>
        <p:spPr>
          <a:xfrm>
            <a:off x="7089714" y="3023062"/>
            <a:ext cx="2133600" cy="1143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Dependency theory </a:t>
            </a:r>
            <a:endParaRPr lang="en-SG" dirty="0"/>
          </a:p>
        </p:txBody>
      </p:sp>
      <p:sp>
        <p:nvSpPr>
          <p:cNvPr id="8" name="TextBox 7">
            <a:extLst>
              <a:ext uri="{FF2B5EF4-FFF2-40B4-BE49-F238E27FC236}">
                <a16:creationId xmlns:a16="http://schemas.microsoft.com/office/drawing/2014/main" id="{A217E07F-AB4C-5151-6AA1-9052AFFF9619}"/>
              </a:ext>
            </a:extLst>
          </p:cNvPr>
          <p:cNvSpPr txBox="1"/>
          <p:nvPr/>
        </p:nvSpPr>
        <p:spPr>
          <a:xfrm>
            <a:off x="9317061" y="1983040"/>
            <a:ext cx="2316813" cy="1077218"/>
          </a:xfrm>
          <a:prstGeom prst="rect">
            <a:avLst/>
          </a:prstGeom>
          <a:noFill/>
        </p:spPr>
        <p:txBody>
          <a:bodyPr wrap="square" rtlCol="0">
            <a:spAutoFit/>
          </a:bodyPr>
          <a:lstStyle/>
          <a:p>
            <a:pPr algn="ctr"/>
            <a:r>
              <a:rPr lang="en-GB" sz="3200" b="1" dirty="0"/>
              <a:t>Structural reforms </a:t>
            </a:r>
            <a:endParaRPr lang="en-SG" sz="3200" b="1" dirty="0"/>
          </a:p>
        </p:txBody>
      </p:sp>
      <p:sp>
        <p:nvSpPr>
          <p:cNvPr id="9" name="TextBox 8">
            <a:extLst>
              <a:ext uri="{FF2B5EF4-FFF2-40B4-BE49-F238E27FC236}">
                <a16:creationId xmlns:a16="http://schemas.microsoft.com/office/drawing/2014/main" id="{E7359652-5760-58E0-0703-6E06223BA1D2}"/>
              </a:ext>
            </a:extLst>
          </p:cNvPr>
          <p:cNvSpPr txBox="1"/>
          <p:nvPr/>
        </p:nvSpPr>
        <p:spPr>
          <a:xfrm>
            <a:off x="381000" y="533400"/>
            <a:ext cx="3041130" cy="369332"/>
          </a:xfrm>
          <a:prstGeom prst="rect">
            <a:avLst/>
          </a:prstGeom>
          <a:noFill/>
        </p:spPr>
        <p:txBody>
          <a:bodyPr wrap="square" rtlCol="0">
            <a:spAutoFit/>
          </a:bodyPr>
          <a:lstStyle/>
          <a:p>
            <a:r>
              <a:rPr lang="en-GB" dirty="0"/>
              <a:t>From topic 2: </a:t>
            </a:r>
            <a:endParaRPr lang="en-SG" dirty="0"/>
          </a:p>
        </p:txBody>
      </p:sp>
      <p:pic>
        <p:nvPicPr>
          <p:cNvPr id="11" name="Picture 10" descr="Hands opening a door to a green field&#10;&#10;AI-generated content may be incorrect.">
            <a:extLst>
              <a:ext uri="{FF2B5EF4-FFF2-40B4-BE49-F238E27FC236}">
                <a16:creationId xmlns:a16="http://schemas.microsoft.com/office/drawing/2014/main" id="{D3411749-6F36-9ABA-346C-ECFEE24CBE7A}"/>
              </a:ext>
            </a:extLst>
          </p:cNvPr>
          <p:cNvPicPr>
            <a:picLocks noChangeAspect="1"/>
          </p:cNvPicPr>
          <p:nvPr/>
        </p:nvPicPr>
        <p:blipFill>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tretch>
            <a:fillRect/>
          </a:stretch>
        </p:blipFill>
        <p:spPr>
          <a:xfrm>
            <a:off x="9363113" y="3137571"/>
            <a:ext cx="2286000" cy="1514475"/>
          </a:xfrm>
          <a:prstGeom prst="rect">
            <a:avLst/>
          </a:prstGeom>
        </p:spPr>
      </p:pic>
    </p:spTree>
    <p:extLst>
      <p:ext uri="{BB962C8B-B14F-4D97-AF65-F5344CB8AC3E}">
        <p14:creationId xmlns:p14="http://schemas.microsoft.com/office/powerpoint/2010/main" val="1473565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E4A59-5C61-E81B-D53B-7DBE88D9207D}"/>
              </a:ext>
            </a:extLst>
          </p:cNvPr>
          <p:cNvSpPr>
            <a:spLocks noGrp="1"/>
          </p:cNvSpPr>
          <p:nvPr>
            <p:ph type="title"/>
          </p:nvPr>
        </p:nvSpPr>
        <p:spPr/>
        <p:txBody>
          <a:bodyPr/>
          <a:lstStyle/>
          <a:p>
            <a:r>
              <a:rPr lang="en-SG" dirty="0"/>
              <a:t>Which sector should govt develop ? </a:t>
            </a:r>
          </a:p>
        </p:txBody>
      </p:sp>
      <p:sp>
        <p:nvSpPr>
          <p:cNvPr id="4" name="Slide Number Placeholder 3">
            <a:extLst>
              <a:ext uri="{FF2B5EF4-FFF2-40B4-BE49-F238E27FC236}">
                <a16:creationId xmlns:a16="http://schemas.microsoft.com/office/drawing/2014/main" id="{B2282537-C7B2-6914-E0FC-E4686896A60D}"/>
              </a:ext>
            </a:extLst>
          </p:cNvPr>
          <p:cNvSpPr>
            <a:spLocks noGrp="1"/>
          </p:cNvSpPr>
          <p:nvPr>
            <p:ph type="sldNum" sz="quarter" idx="12"/>
          </p:nvPr>
        </p:nvSpPr>
        <p:spPr/>
        <p:txBody>
          <a:bodyPr/>
          <a:lstStyle/>
          <a:p>
            <a:pPr>
              <a:defRPr/>
            </a:pPr>
            <a:fld id="{12435390-808E-496C-9001-512058A0016E}" type="slidenum">
              <a:rPr lang="en-US" altLang="en-US" smtClean="0"/>
              <a:pPr>
                <a:defRPr/>
              </a:pPr>
              <a:t>4</a:t>
            </a:fld>
            <a:endParaRPr lang="en-US" altLang="en-US" dirty="0"/>
          </a:p>
        </p:txBody>
      </p:sp>
      <p:pic>
        <p:nvPicPr>
          <p:cNvPr id="7" name="Picture 6" descr="A person standing in front of a street sign">
            <a:extLst>
              <a:ext uri="{FF2B5EF4-FFF2-40B4-BE49-F238E27FC236}">
                <a16:creationId xmlns:a16="http://schemas.microsoft.com/office/drawing/2014/main" id="{96915765-2C1F-4CC9-3E81-1C4E3C0F48D6}"/>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3409950" y="1828800"/>
            <a:ext cx="5372100" cy="3581400"/>
          </a:xfrm>
          <a:prstGeom prst="rect">
            <a:avLst/>
          </a:prstGeom>
        </p:spPr>
      </p:pic>
      <p:sp>
        <p:nvSpPr>
          <p:cNvPr id="8" name="TextBox 7">
            <a:extLst>
              <a:ext uri="{FF2B5EF4-FFF2-40B4-BE49-F238E27FC236}">
                <a16:creationId xmlns:a16="http://schemas.microsoft.com/office/drawing/2014/main" id="{B4BDA018-100B-99DC-91C0-0ACEBD94AF87}"/>
              </a:ext>
            </a:extLst>
          </p:cNvPr>
          <p:cNvSpPr txBox="1"/>
          <p:nvPr/>
        </p:nvSpPr>
        <p:spPr>
          <a:xfrm>
            <a:off x="3886200" y="5146711"/>
            <a:ext cx="4838700" cy="230832"/>
          </a:xfrm>
          <a:prstGeom prst="rect">
            <a:avLst/>
          </a:prstGeom>
          <a:noFill/>
        </p:spPr>
        <p:txBody>
          <a:bodyPr wrap="square" rtlCol="0">
            <a:spAutoFit/>
          </a:bodyPr>
          <a:lstStyle/>
          <a:p>
            <a:r>
              <a:rPr lang="en-SG" sz="900" dirty="0">
                <a:hlinkClick r:id="rId3" tooltip="https://protectme.blog/tag/connected-home/"/>
              </a:rPr>
              <a:t>This Photo</a:t>
            </a:r>
            <a:r>
              <a:rPr lang="en-SG" sz="900" dirty="0"/>
              <a:t> by Unknown Author is licensed under </a:t>
            </a:r>
            <a:r>
              <a:rPr lang="en-SG" sz="900" dirty="0">
                <a:hlinkClick r:id="rId4" tooltip="https://creativecommons.org/licenses/by/3.0/"/>
              </a:rPr>
              <a:t>CC BY</a:t>
            </a:r>
            <a:endParaRPr lang="en-SG" sz="900" dirty="0"/>
          </a:p>
        </p:txBody>
      </p:sp>
      <p:sp>
        <p:nvSpPr>
          <p:cNvPr id="6" name="TextBox 5">
            <a:extLst>
              <a:ext uri="{FF2B5EF4-FFF2-40B4-BE49-F238E27FC236}">
                <a16:creationId xmlns:a16="http://schemas.microsoft.com/office/drawing/2014/main" id="{B1A14983-E61C-58A3-C05F-3B66E04F1C25}"/>
              </a:ext>
            </a:extLst>
          </p:cNvPr>
          <p:cNvSpPr txBox="1"/>
          <p:nvPr/>
        </p:nvSpPr>
        <p:spPr>
          <a:xfrm>
            <a:off x="609600" y="2514600"/>
            <a:ext cx="2362200" cy="1938992"/>
          </a:xfrm>
          <a:prstGeom prst="rect">
            <a:avLst/>
          </a:prstGeom>
          <a:noFill/>
        </p:spPr>
        <p:txBody>
          <a:bodyPr wrap="square" rtlCol="0">
            <a:spAutoFit/>
          </a:bodyPr>
          <a:lstStyle/>
          <a:p>
            <a:r>
              <a:rPr lang="en-GB" sz="4000" dirty="0"/>
              <a:t>Existing primary sector </a:t>
            </a:r>
            <a:endParaRPr lang="en-SG" sz="4000" dirty="0"/>
          </a:p>
        </p:txBody>
      </p:sp>
      <p:sp>
        <p:nvSpPr>
          <p:cNvPr id="9" name="TextBox 8">
            <a:extLst>
              <a:ext uri="{FF2B5EF4-FFF2-40B4-BE49-F238E27FC236}">
                <a16:creationId xmlns:a16="http://schemas.microsoft.com/office/drawing/2014/main" id="{8077CC46-A85E-5B59-AF88-9CB683C7B504}"/>
              </a:ext>
            </a:extLst>
          </p:cNvPr>
          <p:cNvSpPr txBox="1"/>
          <p:nvPr/>
        </p:nvSpPr>
        <p:spPr>
          <a:xfrm>
            <a:off x="9329530" y="2482334"/>
            <a:ext cx="2362200" cy="1754326"/>
          </a:xfrm>
          <a:prstGeom prst="rect">
            <a:avLst/>
          </a:prstGeom>
          <a:noFill/>
        </p:spPr>
        <p:txBody>
          <a:bodyPr wrap="square" rtlCol="0">
            <a:spAutoFit/>
          </a:bodyPr>
          <a:lstStyle/>
          <a:p>
            <a:r>
              <a:rPr lang="en-GB" sz="3600" b="1" dirty="0"/>
              <a:t>New </a:t>
            </a:r>
            <a:r>
              <a:rPr lang="en-GB" sz="3600" dirty="0"/>
              <a:t>Secondary Sector </a:t>
            </a:r>
            <a:endParaRPr lang="en-SG" sz="3600" dirty="0"/>
          </a:p>
        </p:txBody>
      </p:sp>
    </p:spTree>
    <p:extLst>
      <p:ext uri="{BB962C8B-B14F-4D97-AF65-F5344CB8AC3E}">
        <p14:creationId xmlns:p14="http://schemas.microsoft.com/office/powerpoint/2010/main" val="34425400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B54A8-98EC-363F-9697-F1CC7D0611B6}"/>
            </a:ext>
          </a:extLst>
        </p:cNvPr>
        <p:cNvGrpSpPr/>
        <p:nvPr/>
      </p:nvGrpSpPr>
      <p:grpSpPr>
        <a:xfrm>
          <a:off x="0" y="0"/>
          <a:ext cx="0" cy="0"/>
          <a:chOff x="0" y="0"/>
          <a:chExt cx="0" cy="0"/>
        </a:xfrm>
      </p:grpSpPr>
      <p:pic>
        <p:nvPicPr>
          <p:cNvPr id="7" name="Picture 6" descr="A person standing in front of a street sign">
            <a:extLst>
              <a:ext uri="{FF2B5EF4-FFF2-40B4-BE49-F238E27FC236}">
                <a16:creationId xmlns:a16="http://schemas.microsoft.com/office/drawing/2014/main" id="{8F082DC4-052A-D6C2-43F7-16948042EA7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r="43150" b="424"/>
          <a:stretch>
            <a:fillRect/>
          </a:stretch>
        </p:blipFill>
        <p:spPr>
          <a:xfrm>
            <a:off x="8896350" y="1965960"/>
            <a:ext cx="3067050" cy="3581400"/>
          </a:xfrm>
          <a:prstGeom prst="rect">
            <a:avLst/>
          </a:prstGeom>
        </p:spPr>
      </p:pic>
      <p:sp>
        <p:nvSpPr>
          <p:cNvPr id="2" name="Title 1">
            <a:extLst>
              <a:ext uri="{FF2B5EF4-FFF2-40B4-BE49-F238E27FC236}">
                <a16:creationId xmlns:a16="http://schemas.microsoft.com/office/drawing/2014/main" id="{1B790359-D3B7-86C6-6C59-B86ED1CDBE7D}"/>
              </a:ext>
            </a:extLst>
          </p:cNvPr>
          <p:cNvSpPr>
            <a:spLocks noGrp="1"/>
          </p:cNvSpPr>
          <p:nvPr>
            <p:ph type="title"/>
          </p:nvPr>
        </p:nvSpPr>
        <p:spPr/>
        <p:txBody>
          <a:bodyPr/>
          <a:lstStyle/>
          <a:p>
            <a:r>
              <a:rPr lang="en-SG" dirty="0"/>
              <a:t>Which sector should govt develop ? </a:t>
            </a:r>
          </a:p>
        </p:txBody>
      </p:sp>
      <p:sp>
        <p:nvSpPr>
          <p:cNvPr id="4" name="Slide Number Placeholder 3">
            <a:extLst>
              <a:ext uri="{FF2B5EF4-FFF2-40B4-BE49-F238E27FC236}">
                <a16:creationId xmlns:a16="http://schemas.microsoft.com/office/drawing/2014/main" id="{86B6551C-E1B0-AE7A-3750-EBEC5B86CD05}"/>
              </a:ext>
            </a:extLst>
          </p:cNvPr>
          <p:cNvSpPr>
            <a:spLocks noGrp="1"/>
          </p:cNvSpPr>
          <p:nvPr>
            <p:ph type="sldNum" sz="quarter" idx="12"/>
          </p:nvPr>
        </p:nvSpPr>
        <p:spPr/>
        <p:txBody>
          <a:bodyPr/>
          <a:lstStyle/>
          <a:p>
            <a:pPr>
              <a:defRPr/>
            </a:pPr>
            <a:fld id="{12435390-808E-496C-9001-512058A0016E}" type="slidenum">
              <a:rPr lang="en-US" altLang="en-US" smtClean="0"/>
              <a:pPr>
                <a:defRPr/>
              </a:pPr>
              <a:t>5</a:t>
            </a:fld>
            <a:endParaRPr lang="en-US" altLang="en-US" dirty="0"/>
          </a:p>
        </p:txBody>
      </p:sp>
      <p:sp>
        <p:nvSpPr>
          <p:cNvPr id="6" name="TextBox 5">
            <a:extLst>
              <a:ext uri="{FF2B5EF4-FFF2-40B4-BE49-F238E27FC236}">
                <a16:creationId xmlns:a16="http://schemas.microsoft.com/office/drawing/2014/main" id="{21A6568B-DFD4-DFA6-8DEF-A5939FC1FB73}"/>
              </a:ext>
            </a:extLst>
          </p:cNvPr>
          <p:cNvSpPr txBox="1"/>
          <p:nvPr/>
        </p:nvSpPr>
        <p:spPr>
          <a:xfrm>
            <a:off x="1295400" y="1828800"/>
            <a:ext cx="6934200" cy="5016758"/>
          </a:xfrm>
          <a:prstGeom prst="rect">
            <a:avLst/>
          </a:prstGeom>
          <a:noFill/>
        </p:spPr>
        <p:txBody>
          <a:bodyPr wrap="square" rtlCol="0">
            <a:spAutoFit/>
          </a:bodyPr>
          <a:lstStyle/>
          <a:p>
            <a:r>
              <a:rPr lang="en-GB" sz="4000" dirty="0"/>
              <a:t>Existing primary sector </a:t>
            </a:r>
          </a:p>
          <a:p>
            <a:endParaRPr lang="en-SG" sz="4000" dirty="0"/>
          </a:p>
          <a:p>
            <a:r>
              <a:rPr lang="en-SG" sz="4000" dirty="0"/>
              <a:t>Backward with low usage of k, poor infrastructure </a:t>
            </a:r>
          </a:p>
          <a:p>
            <a:endParaRPr lang="en-SG" sz="4000" dirty="0"/>
          </a:p>
          <a:p>
            <a:r>
              <a:rPr lang="en-SG" sz="4000" dirty="0"/>
              <a:t>Majority of the labour seeking employment in this sector</a:t>
            </a:r>
          </a:p>
          <a:p>
            <a:endParaRPr lang="en-SG" sz="4000" dirty="0"/>
          </a:p>
        </p:txBody>
      </p:sp>
    </p:spTree>
    <p:extLst>
      <p:ext uri="{BB962C8B-B14F-4D97-AF65-F5344CB8AC3E}">
        <p14:creationId xmlns:p14="http://schemas.microsoft.com/office/powerpoint/2010/main" val="34260188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DA52-42A6-6A04-22FA-404A56123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98B26-681E-9B3E-10A1-665BD04D1D39}"/>
              </a:ext>
            </a:extLst>
          </p:cNvPr>
          <p:cNvSpPr>
            <a:spLocks noGrp="1"/>
          </p:cNvSpPr>
          <p:nvPr>
            <p:ph type="title"/>
          </p:nvPr>
        </p:nvSpPr>
        <p:spPr>
          <a:xfrm>
            <a:off x="457200" y="685800"/>
            <a:ext cx="10561320" cy="1280160"/>
          </a:xfrm>
        </p:spPr>
        <p:txBody>
          <a:bodyPr/>
          <a:lstStyle/>
          <a:p>
            <a:r>
              <a:rPr lang="en-SG" dirty="0"/>
              <a:t>Issues and concerns </a:t>
            </a:r>
          </a:p>
        </p:txBody>
      </p:sp>
      <p:sp>
        <p:nvSpPr>
          <p:cNvPr id="4" name="Slide Number Placeholder 3">
            <a:extLst>
              <a:ext uri="{FF2B5EF4-FFF2-40B4-BE49-F238E27FC236}">
                <a16:creationId xmlns:a16="http://schemas.microsoft.com/office/drawing/2014/main" id="{99CC4A85-F7C7-AACD-CE56-1C5A90867E72}"/>
              </a:ext>
            </a:extLst>
          </p:cNvPr>
          <p:cNvSpPr>
            <a:spLocks noGrp="1"/>
          </p:cNvSpPr>
          <p:nvPr>
            <p:ph type="sldNum" sz="quarter" idx="12"/>
          </p:nvPr>
        </p:nvSpPr>
        <p:spPr/>
        <p:txBody>
          <a:bodyPr/>
          <a:lstStyle/>
          <a:p>
            <a:pPr>
              <a:defRPr/>
            </a:pPr>
            <a:fld id="{12435390-808E-496C-9001-512058A0016E}" type="slidenum">
              <a:rPr lang="en-US" altLang="en-US" smtClean="0"/>
              <a:pPr>
                <a:defRPr/>
              </a:pPr>
              <a:t>6</a:t>
            </a:fld>
            <a:endParaRPr lang="en-US" altLang="en-US" dirty="0"/>
          </a:p>
        </p:txBody>
      </p:sp>
      <p:pic>
        <p:nvPicPr>
          <p:cNvPr id="7" name="Picture 6" descr="A person standing in front of a street sign">
            <a:extLst>
              <a:ext uri="{FF2B5EF4-FFF2-40B4-BE49-F238E27FC236}">
                <a16:creationId xmlns:a16="http://schemas.microsoft.com/office/drawing/2014/main" id="{8D1A0D22-0AE6-3296-2006-0B459C6B2C3E}"/>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8581" b="-3040"/>
          <a:stretch>
            <a:fillRect/>
          </a:stretch>
        </p:blipFill>
        <p:spPr>
          <a:xfrm>
            <a:off x="228600" y="2391531"/>
            <a:ext cx="2762250" cy="3690257"/>
          </a:xfrm>
          <a:prstGeom prst="rect">
            <a:avLst/>
          </a:prstGeom>
        </p:spPr>
      </p:pic>
      <p:sp>
        <p:nvSpPr>
          <p:cNvPr id="8" name="TextBox 7">
            <a:extLst>
              <a:ext uri="{FF2B5EF4-FFF2-40B4-BE49-F238E27FC236}">
                <a16:creationId xmlns:a16="http://schemas.microsoft.com/office/drawing/2014/main" id="{381B1114-8FA6-1FD3-BE13-CFBC1654C3DA}"/>
              </a:ext>
            </a:extLst>
          </p:cNvPr>
          <p:cNvSpPr txBox="1"/>
          <p:nvPr/>
        </p:nvSpPr>
        <p:spPr>
          <a:xfrm>
            <a:off x="304800" y="6132984"/>
            <a:ext cx="4838700" cy="230832"/>
          </a:xfrm>
          <a:prstGeom prst="rect">
            <a:avLst/>
          </a:prstGeom>
          <a:noFill/>
        </p:spPr>
        <p:txBody>
          <a:bodyPr wrap="square" rtlCol="0">
            <a:spAutoFit/>
          </a:bodyPr>
          <a:lstStyle/>
          <a:p>
            <a:r>
              <a:rPr lang="en-SG" sz="900" dirty="0">
                <a:hlinkClick r:id="rId4" tooltip="https://protectme.blog/tag/connected-home/"/>
              </a:rPr>
              <a:t>This Photo</a:t>
            </a:r>
            <a:r>
              <a:rPr lang="en-SG" sz="900" dirty="0"/>
              <a:t> by Unknown Author is licensed under </a:t>
            </a:r>
            <a:r>
              <a:rPr lang="en-SG" sz="900" dirty="0">
                <a:hlinkClick r:id="rId5" tooltip="https://creativecommons.org/licenses/by/3.0/"/>
              </a:rPr>
              <a:t>CC BY</a:t>
            </a:r>
            <a:endParaRPr lang="en-SG" sz="900" dirty="0"/>
          </a:p>
        </p:txBody>
      </p:sp>
      <p:sp>
        <p:nvSpPr>
          <p:cNvPr id="9" name="TextBox 8">
            <a:extLst>
              <a:ext uri="{FF2B5EF4-FFF2-40B4-BE49-F238E27FC236}">
                <a16:creationId xmlns:a16="http://schemas.microsoft.com/office/drawing/2014/main" id="{1D683620-F6DA-F969-8DDD-F14F4E3B33A3}"/>
              </a:ext>
            </a:extLst>
          </p:cNvPr>
          <p:cNvSpPr txBox="1"/>
          <p:nvPr/>
        </p:nvSpPr>
        <p:spPr>
          <a:xfrm>
            <a:off x="3657600" y="1709433"/>
            <a:ext cx="6433930" cy="646331"/>
          </a:xfrm>
          <a:prstGeom prst="rect">
            <a:avLst/>
          </a:prstGeom>
          <a:noFill/>
        </p:spPr>
        <p:txBody>
          <a:bodyPr wrap="square" rtlCol="0">
            <a:spAutoFit/>
          </a:bodyPr>
          <a:lstStyle/>
          <a:p>
            <a:r>
              <a:rPr lang="en-GB" sz="3600" b="1" dirty="0"/>
              <a:t>New </a:t>
            </a:r>
            <a:r>
              <a:rPr lang="en-GB" sz="3600" dirty="0"/>
              <a:t>Secondary Sector </a:t>
            </a:r>
            <a:endParaRPr lang="en-SG" sz="3600" dirty="0"/>
          </a:p>
        </p:txBody>
      </p:sp>
      <p:sp>
        <p:nvSpPr>
          <p:cNvPr id="3" name="TextBox 2">
            <a:extLst>
              <a:ext uri="{FF2B5EF4-FFF2-40B4-BE49-F238E27FC236}">
                <a16:creationId xmlns:a16="http://schemas.microsoft.com/office/drawing/2014/main" id="{01885E95-B9A2-DA34-AE71-57AF1CA479B5}"/>
              </a:ext>
            </a:extLst>
          </p:cNvPr>
          <p:cNvSpPr txBox="1"/>
          <p:nvPr/>
        </p:nvSpPr>
        <p:spPr>
          <a:xfrm>
            <a:off x="3352800" y="2504206"/>
            <a:ext cx="8153400" cy="1815882"/>
          </a:xfrm>
          <a:prstGeom prst="rect">
            <a:avLst/>
          </a:prstGeom>
          <a:noFill/>
        </p:spPr>
        <p:txBody>
          <a:bodyPr wrap="square" rtlCol="0">
            <a:spAutoFit/>
          </a:bodyPr>
          <a:lstStyle/>
          <a:p>
            <a:pPr marL="285750" indent="-285750">
              <a:buFont typeface="Arial" panose="020B0604020202020204" pitchFamily="34" charset="0"/>
              <a:buChar char="•"/>
            </a:pPr>
            <a:r>
              <a:rPr lang="en-GB" sz="2800" dirty="0"/>
              <a:t>Requires capital accumulation (K) – requires funding </a:t>
            </a:r>
          </a:p>
          <a:p>
            <a:pPr marL="285750" indent="-285750">
              <a:buFont typeface="Arial" panose="020B0604020202020204" pitchFamily="34" charset="0"/>
              <a:buChar char="•"/>
            </a:pPr>
            <a:r>
              <a:rPr lang="en-SG" sz="2800" dirty="0"/>
              <a:t>Need infrastructure and support (electricity, water) </a:t>
            </a:r>
          </a:p>
          <a:p>
            <a:pPr marL="285750" indent="-285750">
              <a:buFont typeface="Arial" panose="020B0604020202020204" pitchFamily="34" charset="0"/>
              <a:buChar char="•"/>
            </a:pPr>
            <a:r>
              <a:rPr lang="en-SG" sz="2800" dirty="0"/>
              <a:t>Lack of knowledge and experience </a:t>
            </a:r>
          </a:p>
          <a:p>
            <a:pPr marL="285750" indent="-285750">
              <a:buFont typeface="Arial" panose="020B0604020202020204" pitchFamily="34" charset="0"/>
              <a:buChar char="•"/>
            </a:pPr>
            <a:r>
              <a:rPr lang="en-SG" sz="2800" dirty="0"/>
              <a:t>Labour supply issues </a:t>
            </a:r>
          </a:p>
        </p:txBody>
      </p:sp>
    </p:spTree>
    <p:extLst>
      <p:ext uri="{BB962C8B-B14F-4D97-AF65-F5344CB8AC3E}">
        <p14:creationId xmlns:p14="http://schemas.microsoft.com/office/powerpoint/2010/main" val="277312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DCD11-2FB9-8B5C-5574-1544150018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814685-4C31-E1E4-991F-4ED8661FB70E}"/>
              </a:ext>
            </a:extLst>
          </p:cNvPr>
          <p:cNvSpPr>
            <a:spLocks noGrp="1"/>
          </p:cNvSpPr>
          <p:nvPr>
            <p:ph type="title"/>
          </p:nvPr>
        </p:nvSpPr>
        <p:spPr>
          <a:xfrm>
            <a:off x="457200" y="685800"/>
            <a:ext cx="10561320" cy="1280160"/>
          </a:xfrm>
        </p:spPr>
        <p:txBody>
          <a:bodyPr/>
          <a:lstStyle/>
          <a:p>
            <a:r>
              <a:rPr lang="en-SG" dirty="0"/>
              <a:t>Issues and concerns </a:t>
            </a:r>
          </a:p>
        </p:txBody>
      </p:sp>
      <p:sp>
        <p:nvSpPr>
          <p:cNvPr id="4" name="Slide Number Placeholder 3">
            <a:extLst>
              <a:ext uri="{FF2B5EF4-FFF2-40B4-BE49-F238E27FC236}">
                <a16:creationId xmlns:a16="http://schemas.microsoft.com/office/drawing/2014/main" id="{E553C6A1-F4F4-4B3A-9F79-FD6E82E237F1}"/>
              </a:ext>
            </a:extLst>
          </p:cNvPr>
          <p:cNvSpPr>
            <a:spLocks noGrp="1"/>
          </p:cNvSpPr>
          <p:nvPr>
            <p:ph type="sldNum" sz="quarter" idx="12"/>
          </p:nvPr>
        </p:nvSpPr>
        <p:spPr/>
        <p:txBody>
          <a:bodyPr/>
          <a:lstStyle/>
          <a:p>
            <a:pPr>
              <a:defRPr/>
            </a:pPr>
            <a:fld id="{12435390-808E-496C-9001-512058A0016E}" type="slidenum">
              <a:rPr lang="en-US" altLang="en-US" smtClean="0"/>
              <a:pPr>
                <a:defRPr/>
              </a:pPr>
              <a:t>7</a:t>
            </a:fld>
            <a:endParaRPr lang="en-US" altLang="en-US" dirty="0"/>
          </a:p>
        </p:txBody>
      </p:sp>
      <p:pic>
        <p:nvPicPr>
          <p:cNvPr id="7" name="Picture 6" descr="A person standing in front of a street sign">
            <a:extLst>
              <a:ext uri="{FF2B5EF4-FFF2-40B4-BE49-F238E27FC236}">
                <a16:creationId xmlns:a16="http://schemas.microsoft.com/office/drawing/2014/main" id="{94EC9260-A80A-2A04-0303-DF1148E319F9}"/>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48581" b="-3040"/>
          <a:stretch>
            <a:fillRect/>
          </a:stretch>
        </p:blipFill>
        <p:spPr>
          <a:xfrm>
            <a:off x="228600" y="2391531"/>
            <a:ext cx="2762250" cy="3690257"/>
          </a:xfrm>
          <a:prstGeom prst="rect">
            <a:avLst/>
          </a:prstGeom>
        </p:spPr>
      </p:pic>
      <p:sp>
        <p:nvSpPr>
          <p:cNvPr id="8" name="TextBox 7">
            <a:extLst>
              <a:ext uri="{FF2B5EF4-FFF2-40B4-BE49-F238E27FC236}">
                <a16:creationId xmlns:a16="http://schemas.microsoft.com/office/drawing/2014/main" id="{9BC15B12-676E-1775-E583-A07BD737CE06}"/>
              </a:ext>
            </a:extLst>
          </p:cNvPr>
          <p:cNvSpPr txBox="1"/>
          <p:nvPr/>
        </p:nvSpPr>
        <p:spPr>
          <a:xfrm>
            <a:off x="304800" y="6132984"/>
            <a:ext cx="4838700" cy="230832"/>
          </a:xfrm>
          <a:prstGeom prst="rect">
            <a:avLst/>
          </a:prstGeom>
          <a:noFill/>
        </p:spPr>
        <p:txBody>
          <a:bodyPr wrap="square" rtlCol="0">
            <a:spAutoFit/>
          </a:bodyPr>
          <a:lstStyle/>
          <a:p>
            <a:r>
              <a:rPr lang="en-SG" sz="900" dirty="0">
                <a:hlinkClick r:id="rId4" tooltip="https://protectme.blog/tag/connected-home/"/>
              </a:rPr>
              <a:t>This Photo</a:t>
            </a:r>
            <a:r>
              <a:rPr lang="en-SG" sz="900" dirty="0"/>
              <a:t> by Unknown Author is licensed under </a:t>
            </a:r>
            <a:r>
              <a:rPr lang="en-SG" sz="900" dirty="0">
                <a:hlinkClick r:id="rId5" tooltip="https://creativecommons.org/licenses/by/3.0/"/>
              </a:rPr>
              <a:t>CC BY</a:t>
            </a:r>
            <a:endParaRPr lang="en-SG" sz="900" dirty="0"/>
          </a:p>
        </p:txBody>
      </p:sp>
      <p:sp>
        <p:nvSpPr>
          <p:cNvPr id="9" name="TextBox 8">
            <a:extLst>
              <a:ext uri="{FF2B5EF4-FFF2-40B4-BE49-F238E27FC236}">
                <a16:creationId xmlns:a16="http://schemas.microsoft.com/office/drawing/2014/main" id="{980454FA-DD1B-3CD1-D0FE-E1286E8C53C8}"/>
              </a:ext>
            </a:extLst>
          </p:cNvPr>
          <p:cNvSpPr txBox="1"/>
          <p:nvPr/>
        </p:nvSpPr>
        <p:spPr>
          <a:xfrm>
            <a:off x="3657600" y="1709433"/>
            <a:ext cx="6433930" cy="646331"/>
          </a:xfrm>
          <a:prstGeom prst="rect">
            <a:avLst/>
          </a:prstGeom>
          <a:noFill/>
        </p:spPr>
        <p:txBody>
          <a:bodyPr wrap="square" rtlCol="0">
            <a:spAutoFit/>
          </a:bodyPr>
          <a:lstStyle/>
          <a:p>
            <a:r>
              <a:rPr lang="en-GB" sz="3600" b="1" dirty="0"/>
              <a:t>New </a:t>
            </a:r>
            <a:r>
              <a:rPr lang="en-GB" sz="3600" dirty="0"/>
              <a:t>Secondary Sector </a:t>
            </a:r>
            <a:endParaRPr lang="en-SG" sz="3600" dirty="0"/>
          </a:p>
        </p:txBody>
      </p:sp>
      <p:sp>
        <p:nvSpPr>
          <p:cNvPr id="3" name="TextBox 2">
            <a:extLst>
              <a:ext uri="{FF2B5EF4-FFF2-40B4-BE49-F238E27FC236}">
                <a16:creationId xmlns:a16="http://schemas.microsoft.com/office/drawing/2014/main" id="{5F2D0466-200B-2AA9-D93A-EDF27EAA7A48}"/>
              </a:ext>
            </a:extLst>
          </p:cNvPr>
          <p:cNvSpPr txBox="1"/>
          <p:nvPr/>
        </p:nvSpPr>
        <p:spPr>
          <a:xfrm>
            <a:off x="3352800" y="2504206"/>
            <a:ext cx="8153400" cy="1384995"/>
          </a:xfrm>
          <a:prstGeom prst="rect">
            <a:avLst/>
          </a:prstGeom>
          <a:noFill/>
        </p:spPr>
        <p:txBody>
          <a:bodyPr wrap="square" rtlCol="0">
            <a:spAutoFit/>
          </a:bodyPr>
          <a:lstStyle/>
          <a:p>
            <a:pPr marL="285750" indent="-285750">
              <a:buFont typeface="Arial" panose="020B0604020202020204" pitchFamily="34" charset="0"/>
              <a:buChar char="•"/>
            </a:pPr>
            <a:r>
              <a:rPr lang="en-SG" sz="2800" dirty="0"/>
              <a:t>What type of manufacturing goods? </a:t>
            </a:r>
          </a:p>
          <a:p>
            <a:pPr marL="285750" indent="-285750">
              <a:buFont typeface="Arial" panose="020B0604020202020204" pitchFamily="34" charset="0"/>
              <a:buChar char="•"/>
            </a:pPr>
            <a:r>
              <a:rPr lang="en-SG" sz="2800" dirty="0"/>
              <a:t>Will the locals buy or still purchase foreign imported goods </a:t>
            </a:r>
          </a:p>
        </p:txBody>
      </p:sp>
    </p:spTree>
    <p:extLst>
      <p:ext uri="{BB962C8B-B14F-4D97-AF65-F5344CB8AC3E}">
        <p14:creationId xmlns:p14="http://schemas.microsoft.com/office/powerpoint/2010/main" val="7678278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BC0314-7722-4E4D-8166-E326A2CF30A5}"/>
              </a:ext>
            </a:extLst>
          </p:cNvPr>
          <p:cNvSpPr>
            <a:spLocks noGrp="1"/>
          </p:cNvSpPr>
          <p:nvPr>
            <p:ph type="title"/>
          </p:nvPr>
        </p:nvSpPr>
        <p:spPr>
          <a:xfrm>
            <a:off x="1759236" y="2075504"/>
            <a:ext cx="8679915" cy="1748729"/>
          </a:xfrm>
        </p:spPr>
        <p:txBody>
          <a:bodyPr vert="horz" lIns="228600" tIns="228600" rIns="228600" bIns="0" rtlCol="0" anchor="b">
            <a:normAutofit fontScale="90000"/>
          </a:bodyPr>
          <a:lstStyle/>
          <a:p>
            <a:pPr fontAlgn="auto">
              <a:lnSpc>
                <a:spcPct val="80000"/>
              </a:lnSpc>
              <a:spcAft>
                <a:spcPts val="0"/>
              </a:spcAft>
              <a:defRPr/>
            </a:pPr>
            <a:r>
              <a:rPr lang="en-US" sz="4000" i="1" dirty="0"/>
              <a:t>The road to </a:t>
            </a:r>
            <a:br>
              <a:rPr lang="en-US" sz="5400" dirty="0"/>
            </a:br>
            <a:r>
              <a:rPr lang="en-US" sz="5400" dirty="0">
                <a:solidFill>
                  <a:srgbClr val="FF0000"/>
                </a:solidFill>
              </a:rPr>
              <a:t>structural </a:t>
            </a:r>
            <a:br>
              <a:rPr lang="en-US" sz="5400" dirty="0"/>
            </a:br>
            <a:r>
              <a:rPr lang="en-US" sz="5400" dirty="0">
                <a:solidFill>
                  <a:srgbClr val="FF0000"/>
                </a:solidFill>
              </a:rPr>
              <a:t>Reforms and Change </a:t>
            </a:r>
          </a:p>
        </p:txBody>
      </p:sp>
      <p:sp>
        <p:nvSpPr>
          <p:cNvPr id="5" name="Text Placeholder 4">
            <a:extLst>
              <a:ext uri="{FF2B5EF4-FFF2-40B4-BE49-F238E27FC236}">
                <a16:creationId xmlns:a16="http://schemas.microsoft.com/office/drawing/2014/main" id="{ED4B5C92-AFF3-4DBC-83FE-FEB4569762DB}"/>
              </a:ext>
            </a:extLst>
          </p:cNvPr>
          <p:cNvSpPr>
            <a:spLocks noGrp="1"/>
          </p:cNvSpPr>
          <p:nvPr>
            <p:ph type="body" idx="1"/>
          </p:nvPr>
        </p:nvSpPr>
        <p:spPr>
          <a:xfrm>
            <a:off x="1734298" y="4191000"/>
            <a:ext cx="8673427" cy="1322587"/>
          </a:xfrm>
        </p:spPr>
        <p:txBody>
          <a:bodyPr vert="horz" lIns="91440" tIns="0" rIns="91440" bIns="45720" rtlCol="0">
            <a:normAutofit fontScale="70000" lnSpcReduction="20000"/>
          </a:bodyPr>
          <a:lstStyle/>
          <a:p>
            <a:pPr fontAlgn="auto">
              <a:lnSpc>
                <a:spcPct val="100000"/>
              </a:lnSpc>
              <a:defRPr/>
            </a:pPr>
            <a:r>
              <a:rPr lang="en-US" altLang="en-US" dirty="0"/>
              <a:t>Via</a:t>
            </a:r>
          </a:p>
          <a:p>
            <a:pPr fontAlgn="auto">
              <a:lnSpc>
                <a:spcPct val="100000"/>
              </a:lnSpc>
              <a:defRPr/>
            </a:pPr>
            <a:r>
              <a:rPr lang="en-US" altLang="en-US" sz="4000" b="1" dirty="0">
                <a:solidFill>
                  <a:schemeClr val="tx1"/>
                </a:solidFill>
              </a:rPr>
              <a:t> STRUCTURALIST APPROACH </a:t>
            </a:r>
          </a:p>
          <a:p>
            <a:pPr fontAlgn="auto">
              <a:lnSpc>
                <a:spcPct val="100000"/>
              </a:lnSpc>
              <a:defRPr/>
            </a:pPr>
            <a:r>
              <a:rPr lang="en-US" sz="4000" b="1" dirty="0">
                <a:solidFill>
                  <a:schemeClr val="tx1"/>
                </a:solidFill>
              </a:rPr>
              <a:t>All decided by the government </a:t>
            </a:r>
          </a:p>
        </p:txBody>
      </p:sp>
      <p:sp>
        <p:nvSpPr>
          <p:cNvPr id="3" name="Slide Number Placeholder 2">
            <a:extLst>
              <a:ext uri="{FF2B5EF4-FFF2-40B4-BE49-F238E27FC236}">
                <a16:creationId xmlns:a16="http://schemas.microsoft.com/office/drawing/2014/main" id="{876D6C52-90B5-408B-B82A-ED30181CE25F}"/>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7A5115EA-A75A-4A61-A057-85A72C3E6D7C}" type="slidenum">
              <a:rPr lang="en-US" altLang="en-US" smtClean="0"/>
              <a:pPr>
                <a:spcAft>
                  <a:spcPts val="600"/>
                </a:spcAft>
                <a:defRPr/>
              </a:pPr>
              <a:t>8</a:t>
            </a:fld>
            <a:endParaRPr lang="en-US" altLang="en-US" dirty="0"/>
          </a:p>
        </p:txBody>
      </p:sp>
    </p:spTree>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5EF73C-336F-313E-C1FC-A5713CDA4F7B}"/>
              </a:ext>
            </a:extLst>
          </p:cNvPr>
          <p:cNvSpPr>
            <a:spLocks noGrp="1"/>
          </p:cNvSpPr>
          <p:nvPr>
            <p:ph type="ftr" sz="quarter" idx="11"/>
          </p:nvPr>
        </p:nvSpPr>
        <p:spPr>
          <a:xfrm>
            <a:off x="3949148" y="6280978"/>
            <a:ext cx="4717774" cy="365125"/>
          </a:xfrm>
        </p:spPr>
        <p:txBody>
          <a:bodyPr>
            <a:normAutofit/>
          </a:bodyPr>
          <a:lstStyle/>
          <a:p>
            <a:pPr>
              <a:spcAft>
                <a:spcPts val="600"/>
              </a:spcAft>
              <a:defRPr/>
            </a:pPr>
            <a:r>
              <a:rPr lang="en-GB"/>
              <a:t>SIM/UOW/July2024/Clare Kon</a:t>
            </a:r>
            <a:endParaRPr lang="en-US"/>
          </a:p>
        </p:txBody>
      </p:sp>
      <p:sp>
        <p:nvSpPr>
          <p:cNvPr id="3" name="Slide Number Placeholder 2">
            <a:extLst>
              <a:ext uri="{FF2B5EF4-FFF2-40B4-BE49-F238E27FC236}">
                <a16:creationId xmlns:a16="http://schemas.microsoft.com/office/drawing/2014/main" id="{BB7569F8-6DB5-6B83-9C4E-A280FC13D8B5}"/>
              </a:ext>
            </a:extLst>
          </p:cNvPr>
          <p:cNvSpPr>
            <a:spLocks noGrp="1"/>
          </p:cNvSpPr>
          <p:nvPr>
            <p:ph type="sldNum" sz="quarter" idx="12"/>
          </p:nvPr>
        </p:nvSpPr>
        <p:spPr>
          <a:xfrm>
            <a:off x="9329530" y="6280978"/>
            <a:ext cx="1706217" cy="365125"/>
          </a:xfrm>
        </p:spPr>
        <p:txBody>
          <a:bodyPr>
            <a:normAutofit/>
          </a:bodyPr>
          <a:lstStyle/>
          <a:p>
            <a:pPr>
              <a:spcAft>
                <a:spcPts val="600"/>
              </a:spcAft>
              <a:defRPr/>
            </a:pPr>
            <a:fld id="{6A1C8AB9-80F9-420C-B7EC-7984EE5C364D}" type="slidenum">
              <a:rPr lang="en-US" altLang="en-US" smtClean="0"/>
              <a:pPr>
                <a:spcAft>
                  <a:spcPts val="600"/>
                </a:spcAft>
                <a:defRPr/>
              </a:pPr>
              <a:t>9</a:t>
            </a:fld>
            <a:endParaRPr lang="en-US" altLang="en-US"/>
          </a:p>
        </p:txBody>
      </p:sp>
      <p:sp>
        <p:nvSpPr>
          <p:cNvPr id="5" name="TextBox 4">
            <a:extLst>
              <a:ext uri="{FF2B5EF4-FFF2-40B4-BE49-F238E27FC236}">
                <a16:creationId xmlns:a16="http://schemas.microsoft.com/office/drawing/2014/main" id="{8B3BFD73-9D4D-DB62-27FA-2D20435146C6}"/>
              </a:ext>
            </a:extLst>
          </p:cNvPr>
          <p:cNvSpPr txBox="1"/>
          <p:nvPr/>
        </p:nvSpPr>
        <p:spPr>
          <a:xfrm>
            <a:off x="8185384" y="1752600"/>
            <a:ext cx="3625616" cy="3046988"/>
          </a:xfrm>
          <a:prstGeom prst="rect">
            <a:avLst/>
          </a:prstGeom>
          <a:noFill/>
        </p:spPr>
        <p:txBody>
          <a:bodyPr wrap="square" rtlCol="0">
            <a:spAutoFit/>
          </a:bodyPr>
          <a:lstStyle/>
          <a:p>
            <a:r>
              <a:rPr lang="en-GB" sz="2400" dirty="0"/>
              <a:t>ADD on : </a:t>
            </a:r>
          </a:p>
          <a:p>
            <a:r>
              <a:rPr lang="en-GB" sz="2400" b="1" dirty="0"/>
              <a:t>Exercise 1 </a:t>
            </a:r>
          </a:p>
          <a:p>
            <a:endParaRPr lang="en-SG" sz="2400" dirty="0"/>
          </a:p>
          <a:p>
            <a:r>
              <a:rPr lang="en-SG" sz="2400" dirty="0"/>
              <a:t>Can you identify the Asia economy(s)  that experienced </a:t>
            </a:r>
          </a:p>
          <a:p>
            <a:r>
              <a:rPr lang="en-SG" sz="2400" dirty="0"/>
              <a:t>a </a:t>
            </a:r>
            <a:r>
              <a:rPr lang="en-SG" sz="2400" b="1" i="1" u="sng" dirty="0">
                <a:solidFill>
                  <a:srgbClr val="00B0F0"/>
                </a:solidFill>
              </a:rPr>
              <a:t>structural change </a:t>
            </a:r>
            <a:r>
              <a:rPr lang="en-SG" sz="2400" dirty="0"/>
              <a:t>and the period it took place ? </a:t>
            </a:r>
          </a:p>
        </p:txBody>
      </p:sp>
      <p:pic>
        <p:nvPicPr>
          <p:cNvPr id="8" name="Picture 7">
            <a:extLst>
              <a:ext uri="{FF2B5EF4-FFF2-40B4-BE49-F238E27FC236}">
                <a16:creationId xmlns:a16="http://schemas.microsoft.com/office/drawing/2014/main" id="{6B01B0D7-A401-74CF-775B-B00310CA0F7B}"/>
              </a:ext>
            </a:extLst>
          </p:cNvPr>
          <p:cNvPicPr>
            <a:picLocks noChangeAspect="1"/>
          </p:cNvPicPr>
          <p:nvPr/>
        </p:nvPicPr>
        <p:blipFill>
          <a:blip r:embed="rId2"/>
          <a:stretch>
            <a:fillRect/>
          </a:stretch>
        </p:blipFill>
        <p:spPr>
          <a:xfrm>
            <a:off x="0" y="933157"/>
            <a:ext cx="8185384" cy="5924843"/>
          </a:xfrm>
          <a:prstGeom prst="rect">
            <a:avLst/>
          </a:prstGeom>
        </p:spPr>
      </p:pic>
      <p:sp>
        <p:nvSpPr>
          <p:cNvPr id="12" name="TextBox 11">
            <a:extLst>
              <a:ext uri="{FF2B5EF4-FFF2-40B4-BE49-F238E27FC236}">
                <a16:creationId xmlns:a16="http://schemas.microsoft.com/office/drawing/2014/main" id="{FF69D1DE-5A0A-9BEA-57DC-295F56606F74}"/>
              </a:ext>
            </a:extLst>
          </p:cNvPr>
          <p:cNvSpPr txBox="1"/>
          <p:nvPr/>
        </p:nvSpPr>
        <p:spPr>
          <a:xfrm>
            <a:off x="11393" y="6004237"/>
            <a:ext cx="2793609" cy="641866"/>
          </a:xfrm>
          <a:prstGeom prst="rect">
            <a:avLst/>
          </a:prstGeom>
          <a:noFill/>
        </p:spPr>
        <p:txBody>
          <a:bodyPr wrap="square">
            <a:spAutoFit/>
          </a:bodyPr>
          <a:lstStyle/>
          <a:p>
            <a:r>
              <a:rPr lang="en-GB" b="0" i="1" dirty="0">
                <a:solidFill>
                  <a:srgbClr val="333333"/>
                </a:solidFill>
                <a:effectLst/>
                <a:latin typeface="Open Sans" panose="020B0606030504020204" pitchFamily="34" charset="0"/>
              </a:rPr>
              <a:t>Source</a:t>
            </a:r>
            <a:r>
              <a:rPr lang="en-GB" b="0" i="0" dirty="0">
                <a:solidFill>
                  <a:srgbClr val="333333"/>
                </a:solidFill>
                <a:effectLst/>
                <a:latin typeface="Open Sans" panose="020B0606030504020204" pitchFamily="34" charset="0"/>
              </a:rPr>
              <a:t>: World Bank and CEIC.</a:t>
            </a:r>
            <a:r>
              <a:rPr lang="en-GB" b="0" i="0" u="none" strike="noStrike" baseline="30000" dirty="0">
                <a:solidFill>
                  <a:srgbClr val="0A5794"/>
                </a:solidFill>
                <a:effectLst/>
                <a:latin typeface="Open Sans" panose="020B0606030504020204" pitchFamily="34" charset="0"/>
                <a:hlinkClick r:id="rId3"/>
              </a:rPr>
              <a:t>1</a:t>
            </a:r>
            <a:r>
              <a:rPr lang="en-GB" b="0" i="0" baseline="30000" dirty="0">
                <a:solidFill>
                  <a:srgbClr val="333333"/>
                </a:solidFill>
                <a:effectLst/>
                <a:latin typeface="Open Sans" panose="020B0606030504020204" pitchFamily="34" charset="0"/>
              </a:rPr>
              <a:t>, </a:t>
            </a:r>
            <a:r>
              <a:rPr lang="en-GB" b="0" i="0" u="none" strike="noStrike" baseline="30000" dirty="0">
                <a:solidFill>
                  <a:srgbClr val="0A5794"/>
                </a:solidFill>
                <a:effectLst/>
                <a:latin typeface="Open Sans" panose="020B0606030504020204" pitchFamily="34" charset="0"/>
                <a:hlinkClick r:id="rId4"/>
              </a:rPr>
              <a:t>2</a:t>
            </a:r>
            <a:endParaRPr lang="en-SG" dirty="0"/>
          </a:p>
        </p:txBody>
      </p:sp>
      <p:sp>
        <p:nvSpPr>
          <p:cNvPr id="16" name="TextBox 15">
            <a:extLst>
              <a:ext uri="{FF2B5EF4-FFF2-40B4-BE49-F238E27FC236}">
                <a16:creationId xmlns:a16="http://schemas.microsoft.com/office/drawing/2014/main" id="{7F11FEBA-A608-C667-99D9-DF05FB7A9D36}"/>
              </a:ext>
            </a:extLst>
          </p:cNvPr>
          <p:cNvSpPr txBox="1"/>
          <p:nvPr/>
        </p:nvSpPr>
        <p:spPr>
          <a:xfrm>
            <a:off x="1117514" y="381262"/>
            <a:ext cx="8229600" cy="369332"/>
          </a:xfrm>
          <a:prstGeom prst="rect">
            <a:avLst/>
          </a:prstGeom>
          <a:noFill/>
        </p:spPr>
        <p:txBody>
          <a:bodyPr wrap="square" rtlCol="0">
            <a:spAutoFit/>
          </a:bodyPr>
          <a:lstStyle/>
          <a:p>
            <a:r>
              <a:rPr lang="en-GB" b="1" dirty="0">
                <a:solidFill>
                  <a:srgbClr val="FF0000"/>
                </a:solidFill>
              </a:rPr>
              <a:t>Sectoral Composition of GDP of selected Asia Economies </a:t>
            </a:r>
            <a:endParaRPr lang="en-SG" b="1" dirty="0">
              <a:solidFill>
                <a:srgbClr val="FF0000"/>
              </a:solidFill>
            </a:endParaRPr>
          </a:p>
        </p:txBody>
      </p:sp>
      <p:sp>
        <p:nvSpPr>
          <p:cNvPr id="4" name="TextBox 3">
            <a:extLst>
              <a:ext uri="{FF2B5EF4-FFF2-40B4-BE49-F238E27FC236}">
                <a16:creationId xmlns:a16="http://schemas.microsoft.com/office/drawing/2014/main" id="{571E389A-DE6C-15C5-D7FF-52EA2B3B8424}"/>
              </a:ext>
            </a:extLst>
          </p:cNvPr>
          <p:cNvSpPr txBox="1"/>
          <p:nvPr/>
        </p:nvSpPr>
        <p:spPr>
          <a:xfrm>
            <a:off x="7639305" y="4741868"/>
            <a:ext cx="4717774" cy="1754326"/>
          </a:xfrm>
          <a:prstGeom prst="rect">
            <a:avLst/>
          </a:prstGeom>
          <a:noFill/>
        </p:spPr>
        <p:txBody>
          <a:bodyPr wrap="square" rtlCol="0">
            <a:spAutoFit/>
          </a:bodyPr>
          <a:lstStyle/>
          <a:p>
            <a:r>
              <a:rPr lang="en-US" dirty="0">
                <a:solidFill>
                  <a:srgbClr val="FF0000"/>
                </a:solidFill>
                <a:highlight>
                  <a:srgbClr val="FFFF00"/>
                </a:highlight>
              </a:rPr>
              <a:t>Brunei experienced biggest structural change </a:t>
            </a:r>
          </a:p>
          <a:p>
            <a:pPr marL="285750" indent="-285750">
              <a:buFontTx/>
              <a:buChar char="-"/>
            </a:pPr>
            <a:r>
              <a:rPr lang="en-US" b="1" dirty="0">
                <a:solidFill>
                  <a:srgbClr val="FF0000"/>
                </a:solidFill>
                <a:highlight>
                  <a:srgbClr val="FFFF00"/>
                </a:highlight>
              </a:rPr>
              <a:t>Services</a:t>
            </a:r>
            <a:r>
              <a:rPr lang="en-US" dirty="0">
                <a:solidFill>
                  <a:srgbClr val="FF0000"/>
                </a:solidFill>
                <a:highlight>
                  <a:srgbClr val="FFFF00"/>
                </a:highlight>
              </a:rPr>
              <a:t> increased sharply (from about 15% to over 40%</a:t>
            </a:r>
          </a:p>
          <a:p>
            <a:pPr marL="285750" indent="-285750">
              <a:buFontTx/>
              <a:buChar char="-"/>
            </a:pPr>
            <a:r>
              <a:rPr lang="en-US" b="1" dirty="0">
                <a:solidFill>
                  <a:srgbClr val="FF0000"/>
                </a:solidFill>
                <a:highlight>
                  <a:srgbClr val="FFFF00"/>
                </a:highlight>
              </a:rPr>
              <a:t>Agriculture</a:t>
            </a:r>
            <a:r>
              <a:rPr lang="en-US" dirty="0">
                <a:solidFill>
                  <a:srgbClr val="FF0000"/>
                </a:solidFill>
                <a:highlight>
                  <a:srgbClr val="FFFF00"/>
                </a:highlight>
              </a:rPr>
              <a:t> fell to almost zero</a:t>
            </a:r>
          </a:p>
          <a:p>
            <a:pPr marL="285750" indent="-285750">
              <a:buFontTx/>
              <a:buChar char="-"/>
            </a:pPr>
            <a:r>
              <a:rPr lang="en-US" dirty="0">
                <a:solidFill>
                  <a:srgbClr val="FF0000"/>
                </a:solidFill>
                <a:highlight>
                  <a:srgbClr val="FFFF00"/>
                </a:highlight>
              </a:rPr>
              <a:t>This indicates a shift toward a </a:t>
            </a:r>
            <a:r>
              <a:rPr lang="en-US" b="1" dirty="0">
                <a:solidFill>
                  <a:srgbClr val="FF0000"/>
                </a:solidFill>
                <a:highlight>
                  <a:srgbClr val="FFFF00"/>
                </a:highlight>
              </a:rPr>
              <a:t>service-based economy</a:t>
            </a:r>
            <a:endParaRPr lang="en-US" dirty="0">
              <a:solidFill>
                <a:srgbClr val="FF0000"/>
              </a:solidFill>
              <a:highlight>
                <a:srgbClr val="FFFF00"/>
              </a:highlight>
            </a:endParaRPr>
          </a:p>
        </p:txBody>
      </p:sp>
    </p:spTree>
    <p:extLst>
      <p:ext uri="{BB962C8B-B14F-4D97-AF65-F5344CB8AC3E}">
        <p14:creationId xmlns:p14="http://schemas.microsoft.com/office/powerpoint/2010/main" val="11911541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DA3488C-4067-4EE1-9581-4F6E912F97AA}"/>
              </a:ext>
            </a:extLst>
          </p:cNvPr>
          <p:cNvSpPr>
            <a:spLocks noGrp="1" noChangeArrowheads="1"/>
          </p:cNvSpPr>
          <p:nvPr>
            <p:ph type="title"/>
          </p:nvPr>
        </p:nvSpPr>
        <p:spPr>
          <a:xfrm>
            <a:off x="457200" y="609600"/>
            <a:ext cx="9601199" cy="2456442"/>
          </a:xfrm>
        </p:spPr>
        <p:txBody>
          <a:bodyPr>
            <a:normAutofit/>
          </a:bodyPr>
          <a:lstStyle/>
          <a:p>
            <a:pPr>
              <a:defRPr/>
            </a:pPr>
            <a:r>
              <a:rPr lang="en-US" altLang="en-US" dirty="0">
                <a:solidFill>
                  <a:schemeClr val="tx1">
                    <a:lumMod val="75000"/>
                    <a:lumOff val="25000"/>
                  </a:schemeClr>
                </a:solidFill>
              </a:rPr>
              <a:t>Development Strategies : </a:t>
            </a:r>
            <a:br>
              <a:rPr lang="en-US" altLang="en-US" dirty="0">
                <a:solidFill>
                  <a:schemeClr val="tx1">
                    <a:lumMod val="75000"/>
                    <a:lumOff val="25000"/>
                  </a:schemeClr>
                </a:solidFill>
              </a:rPr>
            </a:br>
            <a:br>
              <a:rPr lang="en-US" altLang="en-US" dirty="0">
                <a:solidFill>
                  <a:schemeClr val="tx1">
                    <a:lumMod val="75000"/>
                    <a:lumOff val="25000"/>
                  </a:schemeClr>
                </a:solidFill>
              </a:rPr>
            </a:br>
            <a:r>
              <a:rPr lang="en-US" altLang="en-US" b="1" dirty="0">
                <a:solidFill>
                  <a:schemeClr val="tx1">
                    <a:lumMod val="75000"/>
                    <a:lumOff val="25000"/>
                  </a:schemeClr>
                </a:solidFill>
              </a:rPr>
              <a:t>Inward</a:t>
            </a:r>
            <a:r>
              <a:rPr lang="en-US" altLang="en-US" dirty="0">
                <a:solidFill>
                  <a:schemeClr val="tx1">
                    <a:lumMod val="75000"/>
                    <a:lumOff val="25000"/>
                  </a:schemeClr>
                </a:solidFill>
              </a:rPr>
              <a:t> vs Outward </a:t>
            </a:r>
          </a:p>
        </p:txBody>
      </p:sp>
      <p:sp>
        <p:nvSpPr>
          <p:cNvPr id="5" name="Slide Number Placeholder 4">
            <a:extLst>
              <a:ext uri="{FF2B5EF4-FFF2-40B4-BE49-F238E27FC236}">
                <a16:creationId xmlns:a16="http://schemas.microsoft.com/office/drawing/2014/main" id="{685DF953-68D8-4014-B1F0-C3A718618947}"/>
              </a:ext>
            </a:extLst>
          </p:cNvPr>
          <p:cNvSpPr>
            <a:spLocks noGrp="1"/>
          </p:cNvSpPr>
          <p:nvPr>
            <p:ph type="sldNum" sz="quarter" idx="12"/>
          </p:nvPr>
        </p:nvSpPr>
        <p:spPr/>
        <p:txBody>
          <a:bodyPr/>
          <a:lstStyle/>
          <a:p>
            <a:pPr>
              <a:defRPr/>
            </a:pPr>
            <a:fld id="{3F58B4A4-1AA4-46D5-A719-CBB502BE0F04}" type="slidenum">
              <a:rPr lang="en-US" altLang="en-US" smtClean="0"/>
              <a:pPr>
                <a:defRPr/>
              </a:pPr>
              <a:t>10</a:t>
            </a:fld>
            <a:endParaRPr lang="en-US" altLang="en-US" dirty="0"/>
          </a:p>
        </p:txBody>
      </p:sp>
      <p:graphicFrame>
        <p:nvGraphicFramePr>
          <p:cNvPr id="2" name="Diagram 1">
            <a:extLst>
              <a:ext uri="{FF2B5EF4-FFF2-40B4-BE49-F238E27FC236}">
                <a16:creationId xmlns:a16="http://schemas.microsoft.com/office/drawing/2014/main" id="{C135019D-99AE-4343-B809-0AE1D28FC2F6}"/>
              </a:ext>
            </a:extLst>
          </p:cNvPr>
          <p:cNvGraphicFramePr/>
          <p:nvPr>
            <p:extLst>
              <p:ext uri="{D42A27DB-BD31-4B8C-83A1-F6EECF244321}">
                <p14:modId xmlns:p14="http://schemas.microsoft.com/office/powerpoint/2010/main" val="2997329441"/>
              </p:ext>
            </p:extLst>
          </p:nvPr>
        </p:nvGraphicFramePr>
        <p:xfrm>
          <a:off x="4724400" y="1520746"/>
          <a:ext cx="6994525" cy="4114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Arrow: Bent-Up 5">
            <a:extLst>
              <a:ext uri="{FF2B5EF4-FFF2-40B4-BE49-F238E27FC236}">
                <a16:creationId xmlns:a16="http://schemas.microsoft.com/office/drawing/2014/main" id="{0D1C6BC1-B4C2-E5F6-3658-A4A28E9A5AC8}"/>
              </a:ext>
            </a:extLst>
          </p:cNvPr>
          <p:cNvSpPr/>
          <p:nvPr/>
        </p:nvSpPr>
        <p:spPr>
          <a:xfrm>
            <a:off x="5257800" y="3733800"/>
            <a:ext cx="1447800" cy="1752600"/>
          </a:xfrm>
          <a:prstGeom prst="bentUp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SG" dirty="0"/>
          </a:p>
        </p:txBody>
      </p:sp>
      <p:sp>
        <p:nvSpPr>
          <p:cNvPr id="3" name="TextBox 2">
            <a:extLst>
              <a:ext uri="{FF2B5EF4-FFF2-40B4-BE49-F238E27FC236}">
                <a16:creationId xmlns:a16="http://schemas.microsoft.com/office/drawing/2014/main" id="{BB0B3365-08D5-E04B-FCA6-4A3E357625E9}"/>
              </a:ext>
            </a:extLst>
          </p:cNvPr>
          <p:cNvSpPr txBox="1"/>
          <p:nvPr/>
        </p:nvSpPr>
        <p:spPr>
          <a:xfrm>
            <a:off x="914400" y="4267200"/>
            <a:ext cx="3962400" cy="923330"/>
          </a:xfrm>
          <a:prstGeom prst="rect">
            <a:avLst/>
          </a:prstGeom>
          <a:noFill/>
        </p:spPr>
        <p:txBody>
          <a:bodyPr wrap="square" rtlCol="0">
            <a:spAutoFit/>
          </a:bodyPr>
          <a:lstStyle/>
          <a:p>
            <a:r>
              <a:rPr lang="en-GB" dirty="0"/>
              <a:t>Instead of importing, produce the manufactured product locally and promote consumption </a:t>
            </a:r>
            <a:endParaRPr lang="en-SG" dirty="0"/>
          </a:p>
        </p:txBody>
      </p:sp>
      <p:sp>
        <p:nvSpPr>
          <p:cNvPr id="4" name="TextBox 3">
            <a:extLst>
              <a:ext uri="{FF2B5EF4-FFF2-40B4-BE49-F238E27FC236}">
                <a16:creationId xmlns:a16="http://schemas.microsoft.com/office/drawing/2014/main" id="{A81520DB-877F-D70B-7E53-7462979EA21F}"/>
              </a:ext>
            </a:extLst>
          </p:cNvPr>
          <p:cNvSpPr txBox="1"/>
          <p:nvPr/>
        </p:nvSpPr>
        <p:spPr>
          <a:xfrm>
            <a:off x="457200" y="5791200"/>
            <a:ext cx="10287000" cy="646331"/>
          </a:xfrm>
          <a:prstGeom prst="rect">
            <a:avLst/>
          </a:prstGeom>
          <a:noFill/>
        </p:spPr>
        <p:txBody>
          <a:bodyPr wrap="square" rtlCol="0">
            <a:spAutoFit/>
          </a:bodyPr>
          <a:lstStyle/>
          <a:p>
            <a:r>
              <a:rPr lang="en-GB" dirty="0"/>
              <a:t>Note: We are NOT discussing  just on industrialisation but focus is it shuts off (except some aspects)  from the world economy  </a:t>
            </a:r>
            <a:endParaRPr lang="en-SG"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56D58-65FE-435E-82AE-89A93E8509C6}"/>
              </a:ext>
            </a:extLst>
          </p:cNvPr>
          <p:cNvSpPr>
            <a:spLocks noGrp="1"/>
          </p:cNvSpPr>
          <p:nvPr>
            <p:ph type="title"/>
          </p:nvPr>
        </p:nvSpPr>
        <p:spPr>
          <a:xfrm>
            <a:off x="786204" y="2133600"/>
            <a:ext cx="3498979" cy="2456442"/>
          </a:xfrm>
        </p:spPr>
        <p:txBody>
          <a:bodyPr/>
          <a:lstStyle/>
          <a:p>
            <a:r>
              <a:rPr lang="en-GB" dirty="0"/>
              <a:t>Industry reforms – what’s ahead </a:t>
            </a:r>
          </a:p>
        </p:txBody>
      </p:sp>
      <p:graphicFrame>
        <p:nvGraphicFramePr>
          <p:cNvPr id="4" name="Content Placeholder 3">
            <a:extLst>
              <a:ext uri="{FF2B5EF4-FFF2-40B4-BE49-F238E27FC236}">
                <a16:creationId xmlns:a16="http://schemas.microsoft.com/office/drawing/2014/main" id="{F91891BB-807E-42F4-980A-F0629185FE7A}"/>
              </a:ext>
            </a:extLst>
          </p:cNvPr>
          <p:cNvGraphicFramePr>
            <a:graphicFrameLocks noGrp="1"/>
          </p:cNvGraphicFramePr>
          <p:nvPr>
            <p:ph idx="1"/>
            <p:extLst>
              <p:ext uri="{D42A27DB-BD31-4B8C-83A1-F6EECF244321}">
                <p14:modId xmlns:p14="http://schemas.microsoft.com/office/powerpoint/2010/main" val="2558321187"/>
              </p:ext>
            </p:extLst>
          </p:nvPr>
        </p:nvGraphicFramePr>
        <p:xfrm>
          <a:off x="3124200" y="1405818"/>
          <a:ext cx="6934200" cy="25045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Slide Number Placeholder 10">
            <a:extLst>
              <a:ext uri="{FF2B5EF4-FFF2-40B4-BE49-F238E27FC236}">
                <a16:creationId xmlns:a16="http://schemas.microsoft.com/office/drawing/2014/main" id="{6DE84DC6-BB52-4D3D-8BDD-265A4A50B9F2}"/>
              </a:ext>
            </a:extLst>
          </p:cNvPr>
          <p:cNvSpPr>
            <a:spLocks noGrp="1"/>
          </p:cNvSpPr>
          <p:nvPr>
            <p:ph type="sldNum" sz="quarter" idx="12"/>
          </p:nvPr>
        </p:nvSpPr>
        <p:spPr/>
        <p:txBody>
          <a:bodyPr/>
          <a:lstStyle/>
          <a:p>
            <a:pPr>
              <a:defRPr/>
            </a:pPr>
            <a:fld id="{58ACFF92-4814-4263-A32E-C81EDC494371}" type="slidenum">
              <a:rPr lang="en-US" altLang="en-US" smtClean="0"/>
              <a:pPr>
                <a:defRPr/>
              </a:pPr>
              <a:t>11</a:t>
            </a:fld>
            <a:endParaRPr lang="en-US" altLang="en-US" dirty="0"/>
          </a:p>
        </p:txBody>
      </p:sp>
      <p:sp>
        <p:nvSpPr>
          <p:cNvPr id="6" name="Arrow: Right 5">
            <a:extLst>
              <a:ext uri="{FF2B5EF4-FFF2-40B4-BE49-F238E27FC236}">
                <a16:creationId xmlns:a16="http://schemas.microsoft.com/office/drawing/2014/main" id="{8CD7CDC3-7F0A-44B3-928A-CD0AC057204C}"/>
              </a:ext>
            </a:extLst>
          </p:cNvPr>
          <p:cNvSpPr/>
          <p:nvPr/>
        </p:nvSpPr>
        <p:spPr>
          <a:xfrm>
            <a:off x="8383701" y="3272923"/>
            <a:ext cx="3808299" cy="955720"/>
          </a:xfrm>
          <a:prstGeom prst="rightArrow">
            <a:avLst/>
          </a:prstGeom>
          <a:solidFill>
            <a:schemeClr val="accent5">
              <a:lumMod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GB" sz="1600" i="1" dirty="0"/>
              <a:t>To develop the manufacturing sector in domestic market   </a:t>
            </a:r>
          </a:p>
        </p:txBody>
      </p:sp>
      <p:sp>
        <p:nvSpPr>
          <p:cNvPr id="8" name="Arrow: Right 7">
            <a:extLst>
              <a:ext uri="{FF2B5EF4-FFF2-40B4-BE49-F238E27FC236}">
                <a16:creationId xmlns:a16="http://schemas.microsoft.com/office/drawing/2014/main" id="{15C209EC-D1A0-4E4D-BBCB-6732626B8AC5}"/>
              </a:ext>
            </a:extLst>
          </p:cNvPr>
          <p:cNvSpPr/>
          <p:nvPr/>
        </p:nvSpPr>
        <p:spPr>
          <a:xfrm>
            <a:off x="5320588" y="3484083"/>
            <a:ext cx="2909011" cy="533400"/>
          </a:xfrm>
          <a:prstGeom prs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dirty="0"/>
              <a:t>Industrialisation </a:t>
            </a:r>
          </a:p>
        </p:txBody>
      </p:sp>
      <p:graphicFrame>
        <p:nvGraphicFramePr>
          <p:cNvPr id="10" name="Diagram 9">
            <a:extLst>
              <a:ext uri="{FF2B5EF4-FFF2-40B4-BE49-F238E27FC236}">
                <a16:creationId xmlns:a16="http://schemas.microsoft.com/office/drawing/2014/main" id="{8B50A51A-DFC7-4145-B015-710C2B90C831}"/>
              </a:ext>
            </a:extLst>
          </p:cNvPr>
          <p:cNvGraphicFramePr/>
          <p:nvPr>
            <p:extLst>
              <p:ext uri="{D42A27DB-BD31-4B8C-83A1-F6EECF244321}">
                <p14:modId xmlns:p14="http://schemas.microsoft.com/office/powerpoint/2010/main" val="792618677"/>
              </p:ext>
            </p:extLst>
          </p:nvPr>
        </p:nvGraphicFramePr>
        <p:xfrm>
          <a:off x="4285183" y="3733800"/>
          <a:ext cx="7754417" cy="350908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666101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graphicEl>
                                              <a:dgm id="{3ABC03B0-2486-4A2C-A65B-0B463094E93E}"/>
                                            </p:graphicEl>
                                          </p:spTgt>
                                        </p:tgtEl>
                                        <p:attrNameLst>
                                          <p:attrName>style.visibility</p:attrName>
                                        </p:attrNameLst>
                                      </p:cBhvr>
                                      <p:to>
                                        <p:strVal val="visible"/>
                                      </p:to>
                                    </p:set>
                                    <p:animEffect transition="in" filter="wipe(up)">
                                      <p:cBhvr>
                                        <p:cTn id="12" dur="500"/>
                                        <p:tgtEl>
                                          <p:spTgt spid="10">
                                            <p:graphicEl>
                                              <a:dgm id="{3ABC03B0-2486-4A2C-A65B-0B463094E93E}"/>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10" grpId="0">
        <p:bldSub>
          <a:bldDgm bld="lvlOne"/>
        </p:bldSub>
      </p:bldGraphic>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56D58-65FE-435E-82AE-89A93E8509C6}"/>
              </a:ext>
            </a:extLst>
          </p:cNvPr>
          <p:cNvSpPr>
            <a:spLocks noGrp="1"/>
          </p:cNvSpPr>
          <p:nvPr>
            <p:ph type="title"/>
          </p:nvPr>
        </p:nvSpPr>
        <p:spPr>
          <a:xfrm>
            <a:off x="786204" y="2133600"/>
            <a:ext cx="3498979" cy="2456442"/>
          </a:xfrm>
        </p:spPr>
        <p:txBody>
          <a:bodyPr/>
          <a:lstStyle/>
          <a:p>
            <a:r>
              <a:rPr lang="en-GB" dirty="0"/>
              <a:t>Industry reforms – what’s ahead </a:t>
            </a:r>
          </a:p>
        </p:txBody>
      </p:sp>
      <p:graphicFrame>
        <p:nvGraphicFramePr>
          <p:cNvPr id="4" name="Content Placeholder 3">
            <a:extLst>
              <a:ext uri="{FF2B5EF4-FFF2-40B4-BE49-F238E27FC236}">
                <a16:creationId xmlns:a16="http://schemas.microsoft.com/office/drawing/2014/main" id="{F91891BB-807E-42F4-980A-F0629185FE7A}"/>
              </a:ext>
            </a:extLst>
          </p:cNvPr>
          <p:cNvGraphicFramePr>
            <a:graphicFrameLocks noGrp="1"/>
          </p:cNvGraphicFramePr>
          <p:nvPr>
            <p:ph idx="1"/>
            <p:extLst>
              <p:ext uri="{D42A27DB-BD31-4B8C-83A1-F6EECF244321}">
                <p14:modId xmlns:p14="http://schemas.microsoft.com/office/powerpoint/2010/main" val="1242496857"/>
              </p:ext>
            </p:extLst>
          </p:nvPr>
        </p:nvGraphicFramePr>
        <p:xfrm>
          <a:off x="4836998" y="0"/>
          <a:ext cx="6934200" cy="25045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1" name="Slide Number Placeholder 10">
            <a:extLst>
              <a:ext uri="{FF2B5EF4-FFF2-40B4-BE49-F238E27FC236}">
                <a16:creationId xmlns:a16="http://schemas.microsoft.com/office/drawing/2014/main" id="{6DE84DC6-BB52-4D3D-8BDD-265A4A50B9F2}"/>
              </a:ext>
            </a:extLst>
          </p:cNvPr>
          <p:cNvSpPr>
            <a:spLocks noGrp="1"/>
          </p:cNvSpPr>
          <p:nvPr>
            <p:ph type="sldNum" sz="quarter" idx="12"/>
          </p:nvPr>
        </p:nvSpPr>
        <p:spPr/>
        <p:txBody>
          <a:bodyPr/>
          <a:lstStyle/>
          <a:p>
            <a:pPr>
              <a:defRPr/>
            </a:pPr>
            <a:fld id="{58ACFF92-4814-4263-A32E-C81EDC494371}" type="slidenum">
              <a:rPr lang="en-US" altLang="en-US" smtClean="0"/>
              <a:pPr>
                <a:defRPr/>
              </a:pPr>
              <a:t>12</a:t>
            </a:fld>
            <a:endParaRPr lang="en-US" altLang="en-US" dirty="0"/>
          </a:p>
        </p:txBody>
      </p:sp>
      <p:graphicFrame>
        <p:nvGraphicFramePr>
          <p:cNvPr id="10" name="Diagram 9">
            <a:extLst>
              <a:ext uri="{FF2B5EF4-FFF2-40B4-BE49-F238E27FC236}">
                <a16:creationId xmlns:a16="http://schemas.microsoft.com/office/drawing/2014/main" id="{8B50A51A-DFC7-4145-B015-710C2B90C831}"/>
              </a:ext>
            </a:extLst>
          </p:cNvPr>
          <p:cNvGraphicFramePr/>
          <p:nvPr>
            <p:extLst>
              <p:ext uri="{D42A27DB-BD31-4B8C-83A1-F6EECF244321}">
                <p14:modId xmlns:p14="http://schemas.microsoft.com/office/powerpoint/2010/main" val="3765719314"/>
              </p:ext>
            </p:extLst>
          </p:nvPr>
        </p:nvGraphicFramePr>
        <p:xfrm>
          <a:off x="4836998" y="2133600"/>
          <a:ext cx="7431201" cy="45720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5" name="TextBox 4">
            <a:extLst>
              <a:ext uri="{FF2B5EF4-FFF2-40B4-BE49-F238E27FC236}">
                <a16:creationId xmlns:a16="http://schemas.microsoft.com/office/drawing/2014/main" id="{EB195149-E966-6E7B-7C39-F7A017F6E672}"/>
              </a:ext>
            </a:extLst>
          </p:cNvPr>
          <p:cNvSpPr txBox="1"/>
          <p:nvPr/>
        </p:nvSpPr>
        <p:spPr>
          <a:xfrm>
            <a:off x="1066800" y="5257800"/>
            <a:ext cx="3276600" cy="646331"/>
          </a:xfrm>
          <a:prstGeom prst="rect">
            <a:avLst/>
          </a:prstGeom>
          <a:noFill/>
        </p:spPr>
        <p:txBody>
          <a:bodyPr wrap="square" rtlCol="0">
            <a:spAutoFit/>
          </a:bodyPr>
          <a:lstStyle/>
          <a:p>
            <a:pPr algn="ctr"/>
            <a:r>
              <a:rPr lang="en-SG" dirty="0"/>
              <a:t>INWARD ORIENTATION GROWTH </a:t>
            </a:r>
          </a:p>
        </p:txBody>
      </p:sp>
      <p:sp>
        <p:nvSpPr>
          <p:cNvPr id="3" name="Speech Bubble: Rectangle with Corners Rounded 2">
            <a:extLst>
              <a:ext uri="{FF2B5EF4-FFF2-40B4-BE49-F238E27FC236}">
                <a16:creationId xmlns:a16="http://schemas.microsoft.com/office/drawing/2014/main" id="{F84A2931-801A-B66D-16E8-A75E13BC1D23}"/>
              </a:ext>
            </a:extLst>
          </p:cNvPr>
          <p:cNvSpPr/>
          <p:nvPr/>
        </p:nvSpPr>
        <p:spPr>
          <a:xfrm>
            <a:off x="3124200" y="1143000"/>
            <a:ext cx="2667000" cy="1524000"/>
          </a:xfrm>
          <a:prstGeom prst="wedgeRoundRectCallout">
            <a:avLst>
              <a:gd name="adj1" fmla="val 90959"/>
              <a:gd name="adj2" fmla="val 6904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Also known as Import Substituting Strategies </a:t>
            </a:r>
            <a:endParaRPr lang="en-SG" dirty="0"/>
          </a:p>
        </p:txBody>
      </p:sp>
    </p:spTree>
    <p:extLst>
      <p:ext uri="{BB962C8B-B14F-4D97-AF65-F5344CB8AC3E}">
        <p14:creationId xmlns:p14="http://schemas.microsoft.com/office/powerpoint/2010/main" val="9723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0">
                                            <p:graphicEl>
                                              <a:dgm id="{3ABC03B0-2486-4A2C-A65B-0B463094E93E}"/>
                                            </p:graphicEl>
                                          </p:spTgt>
                                        </p:tgtEl>
                                        <p:attrNameLst>
                                          <p:attrName>style.visibility</p:attrName>
                                        </p:attrNameLst>
                                      </p:cBhvr>
                                      <p:to>
                                        <p:strVal val="visible"/>
                                      </p:to>
                                    </p:set>
                                    <p:animEffect transition="in" filter="wipe(up)">
                                      <p:cBhvr>
                                        <p:cTn id="7" dur="500"/>
                                        <p:tgtEl>
                                          <p:spTgt spid="10">
                                            <p:graphicEl>
                                              <a:dgm id="{3ABC03B0-2486-4A2C-A65B-0B463094E93E}"/>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graphicEl>
                                              <a:dgm id="{E8E5D519-353E-4B20-A6A8-643BA1DA17F2}"/>
                                            </p:graphicEl>
                                          </p:spTgt>
                                        </p:tgtEl>
                                        <p:attrNameLst>
                                          <p:attrName>style.visibility</p:attrName>
                                        </p:attrNameLst>
                                      </p:cBhvr>
                                      <p:to>
                                        <p:strVal val="visible"/>
                                      </p:to>
                                    </p:set>
                                    <p:animEffect transition="in" filter="wipe(up)">
                                      <p:cBhvr>
                                        <p:cTn id="12" dur="500"/>
                                        <p:tgtEl>
                                          <p:spTgt spid="10">
                                            <p:graphicEl>
                                              <a:dgm id="{E8E5D519-353E-4B20-A6A8-643BA1DA17F2}"/>
                                            </p:graphicEl>
                                          </p:spTgt>
                                        </p:tgtEl>
                                      </p:cBhvr>
                                    </p:animEffect>
                                  </p:childTnLst>
                                </p:cTn>
                              </p:par>
                              <p:par>
                                <p:cTn id="13" presetID="22" presetClass="entr" presetSubtype="1" fill="hold" grpId="0" nodeType="withEffect">
                                  <p:stCondLst>
                                    <p:cond delay="0"/>
                                  </p:stCondLst>
                                  <p:childTnLst>
                                    <p:set>
                                      <p:cBhvr>
                                        <p:cTn id="14" dur="1" fill="hold">
                                          <p:stCondLst>
                                            <p:cond delay="0"/>
                                          </p:stCondLst>
                                        </p:cTn>
                                        <p:tgtEl>
                                          <p:spTgt spid="10">
                                            <p:graphicEl>
                                              <a:dgm id="{04CFBDBC-79CA-4C7F-AA0C-485336DCF81B}"/>
                                            </p:graphicEl>
                                          </p:spTgt>
                                        </p:tgtEl>
                                        <p:attrNameLst>
                                          <p:attrName>style.visibility</p:attrName>
                                        </p:attrNameLst>
                                      </p:cBhvr>
                                      <p:to>
                                        <p:strVal val="visible"/>
                                      </p:to>
                                    </p:set>
                                    <p:animEffect transition="in" filter="wipe(up)">
                                      <p:cBhvr>
                                        <p:cTn id="15" dur="500"/>
                                        <p:tgtEl>
                                          <p:spTgt spid="10">
                                            <p:graphicEl>
                                              <a:dgm id="{04CFBDBC-79CA-4C7F-AA0C-485336DCF81B}"/>
                                            </p:graphic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grpId="0" nodeType="clickEffect">
                                  <p:stCondLst>
                                    <p:cond delay="0"/>
                                  </p:stCondLst>
                                  <p:childTnLst>
                                    <p:set>
                                      <p:cBhvr>
                                        <p:cTn id="19" dur="1" fill="hold">
                                          <p:stCondLst>
                                            <p:cond delay="0"/>
                                          </p:stCondLst>
                                        </p:cTn>
                                        <p:tgtEl>
                                          <p:spTgt spid="10">
                                            <p:graphicEl>
                                              <a:dgm id="{7D559A29-3EBA-4036-824E-942A207B14AD}"/>
                                            </p:graphicEl>
                                          </p:spTgt>
                                        </p:tgtEl>
                                        <p:attrNameLst>
                                          <p:attrName>style.visibility</p:attrName>
                                        </p:attrNameLst>
                                      </p:cBhvr>
                                      <p:to>
                                        <p:strVal val="visible"/>
                                      </p:to>
                                    </p:set>
                                    <p:animEffect transition="in" filter="wipe(up)">
                                      <p:cBhvr>
                                        <p:cTn id="20" dur="500"/>
                                        <p:tgtEl>
                                          <p:spTgt spid="10">
                                            <p:graphicEl>
                                              <a:dgm id="{7D559A29-3EBA-4036-824E-942A207B14AD}"/>
                                            </p:graphicEl>
                                          </p:spTgt>
                                        </p:tgtEl>
                                      </p:cBhvr>
                                    </p:animEffect>
                                  </p:childTnLst>
                                </p:cTn>
                              </p:par>
                              <p:par>
                                <p:cTn id="21" presetID="22" presetClass="entr" presetSubtype="1" fill="hold" grpId="0" nodeType="withEffect">
                                  <p:stCondLst>
                                    <p:cond delay="0"/>
                                  </p:stCondLst>
                                  <p:childTnLst>
                                    <p:set>
                                      <p:cBhvr>
                                        <p:cTn id="22" dur="1" fill="hold">
                                          <p:stCondLst>
                                            <p:cond delay="0"/>
                                          </p:stCondLst>
                                        </p:cTn>
                                        <p:tgtEl>
                                          <p:spTgt spid="10">
                                            <p:graphicEl>
                                              <a:dgm id="{9583B7E4-1C80-4025-94AB-40877C6A07BA}"/>
                                            </p:graphicEl>
                                          </p:spTgt>
                                        </p:tgtEl>
                                        <p:attrNameLst>
                                          <p:attrName>style.visibility</p:attrName>
                                        </p:attrNameLst>
                                      </p:cBhvr>
                                      <p:to>
                                        <p:strVal val="visible"/>
                                      </p:to>
                                    </p:set>
                                    <p:animEffect transition="in" filter="wipe(up)">
                                      <p:cBhvr>
                                        <p:cTn id="23" dur="500"/>
                                        <p:tgtEl>
                                          <p:spTgt spid="10">
                                            <p:graphicEl>
                                              <a:dgm id="{9583B7E4-1C80-4025-94AB-40877C6A07BA}"/>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1" fill="hold" grpId="0" nodeType="clickEffect">
                                  <p:stCondLst>
                                    <p:cond delay="0"/>
                                  </p:stCondLst>
                                  <p:childTnLst>
                                    <p:set>
                                      <p:cBhvr>
                                        <p:cTn id="27" dur="1" fill="hold">
                                          <p:stCondLst>
                                            <p:cond delay="0"/>
                                          </p:stCondLst>
                                        </p:cTn>
                                        <p:tgtEl>
                                          <p:spTgt spid="10">
                                            <p:graphicEl>
                                              <a:dgm id="{14BB7FBC-EBAA-4CD9-AE56-0FF835BFA147}"/>
                                            </p:graphicEl>
                                          </p:spTgt>
                                        </p:tgtEl>
                                        <p:attrNameLst>
                                          <p:attrName>style.visibility</p:attrName>
                                        </p:attrNameLst>
                                      </p:cBhvr>
                                      <p:to>
                                        <p:strVal val="visible"/>
                                      </p:to>
                                    </p:set>
                                    <p:animEffect transition="in" filter="wipe(up)">
                                      <p:cBhvr>
                                        <p:cTn id="28" dur="500"/>
                                        <p:tgtEl>
                                          <p:spTgt spid="10">
                                            <p:graphicEl>
                                              <a:dgm id="{14BB7FBC-EBAA-4CD9-AE56-0FF835BFA147}"/>
                                            </p:graphicEl>
                                          </p:spTgt>
                                        </p:tgtEl>
                                      </p:cBhvr>
                                    </p:animEffect>
                                  </p:childTnLst>
                                </p:cTn>
                              </p:par>
                              <p:par>
                                <p:cTn id="29" presetID="22" presetClass="entr" presetSubtype="1" fill="hold" grpId="0" nodeType="withEffect">
                                  <p:stCondLst>
                                    <p:cond delay="0"/>
                                  </p:stCondLst>
                                  <p:childTnLst>
                                    <p:set>
                                      <p:cBhvr>
                                        <p:cTn id="30" dur="1" fill="hold">
                                          <p:stCondLst>
                                            <p:cond delay="0"/>
                                          </p:stCondLst>
                                        </p:cTn>
                                        <p:tgtEl>
                                          <p:spTgt spid="10">
                                            <p:graphicEl>
                                              <a:dgm id="{5D4A1195-F866-46BE-A0E4-D6EA06EEB61F}"/>
                                            </p:graphicEl>
                                          </p:spTgt>
                                        </p:tgtEl>
                                        <p:attrNameLst>
                                          <p:attrName>style.visibility</p:attrName>
                                        </p:attrNameLst>
                                      </p:cBhvr>
                                      <p:to>
                                        <p:strVal val="visible"/>
                                      </p:to>
                                    </p:set>
                                    <p:animEffect transition="in" filter="wipe(up)">
                                      <p:cBhvr>
                                        <p:cTn id="31" dur="500"/>
                                        <p:tgtEl>
                                          <p:spTgt spid="10">
                                            <p:graphicEl>
                                              <a:dgm id="{5D4A1195-F866-46BE-A0E4-D6EA06EEB61F}"/>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 grpId="0">
        <p:bldSub>
          <a:bldDgm bld="lvlOne"/>
        </p:bldSub>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BC0314-7722-4E4D-8166-E326A2CF30A5}"/>
              </a:ext>
            </a:extLst>
          </p:cNvPr>
          <p:cNvSpPr>
            <a:spLocks noGrp="1"/>
          </p:cNvSpPr>
          <p:nvPr>
            <p:ph type="title"/>
          </p:nvPr>
        </p:nvSpPr>
        <p:spPr>
          <a:xfrm>
            <a:off x="3352801" y="2075504"/>
            <a:ext cx="5486400" cy="1748729"/>
          </a:xfrm>
        </p:spPr>
        <p:txBody>
          <a:bodyPr vert="horz" lIns="228600" tIns="228600" rIns="228600" bIns="0" rtlCol="0" anchor="t">
            <a:normAutofit/>
          </a:bodyPr>
          <a:lstStyle/>
          <a:p>
            <a:pPr lvl="0"/>
            <a:br>
              <a:rPr lang="en-GB" sz="3600" dirty="0">
                <a:solidFill>
                  <a:schemeClr val="bg1"/>
                </a:solidFill>
                <a:highlight>
                  <a:srgbClr val="FFFF00"/>
                </a:highlight>
              </a:rPr>
            </a:br>
            <a:r>
              <a:rPr lang="en-GB" sz="3600" dirty="0">
                <a:solidFill>
                  <a:schemeClr val="bg1"/>
                </a:solidFill>
                <a:highlight>
                  <a:srgbClr val="FFFF00"/>
                </a:highlight>
              </a:rPr>
              <a:t>2. Inward Orientation </a:t>
            </a:r>
            <a:br>
              <a:rPr lang="en-GB" sz="3600" dirty="0">
                <a:solidFill>
                  <a:schemeClr val="bg1"/>
                </a:solidFill>
                <a:highlight>
                  <a:srgbClr val="FFFF00"/>
                </a:highlight>
              </a:rPr>
            </a:br>
            <a:r>
              <a:rPr lang="en-GB" sz="3600" dirty="0">
                <a:solidFill>
                  <a:schemeClr val="bg1"/>
                </a:solidFill>
              </a:rPr>
              <a:t>Growth strategies </a:t>
            </a:r>
          </a:p>
        </p:txBody>
      </p:sp>
      <p:sp>
        <p:nvSpPr>
          <p:cNvPr id="5" name="Text Placeholder 4">
            <a:extLst>
              <a:ext uri="{FF2B5EF4-FFF2-40B4-BE49-F238E27FC236}">
                <a16:creationId xmlns:a16="http://schemas.microsoft.com/office/drawing/2014/main" id="{ED4B5C92-AFF3-4DBC-83FE-FEB4569762DB}"/>
              </a:ext>
            </a:extLst>
          </p:cNvPr>
          <p:cNvSpPr>
            <a:spLocks noGrp="1"/>
          </p:cNvSpPr>
          <p:nvPr>
            <p:ph type="body" idx="1"/>
          </p:nvPr>
        </p:nvSpPr>
        <p:spPr>
          <a:xfrm>
            <a:off x="3200400" y="4114800"/>
            <a:ext cx="5791200" cy="1199134"/>
          </a:xfrm>
        </p:spPr>
        <p:txBody>
          <a:bodyPr vert="horz" lIns="91440" tIns="0" rIns="91440" bIns="45720" rtlCol="0">
            <a:normAutofit/>
          </a:bodyPr>
          <a:lstStyle/>
          <a:p>
            <a:pPr fontAlgn="auto">
              <a:lnSpc>
                <a:spcPct val="100000"/>
              </a:lnSpc>
              <a:defRPr/>
            </a:pPr>
            <a:r>
              <a:rPr lang="en-US" altLang="en-US" dirty="0"/>
              <a:t>The Strategies and evaluations </a:t>
            </a:r>
            <a:endParaRPr lang="en-US" dirty="0"/>
          </a:p>
        </p:txBody>
      </p:sp>
      <p:sp>
        <p:nvSpPr>
          <p:cNvPr id="3" name="Slide Number Placeholder 2">
            <a:extLst>
              <a:ext uri="{FF2B5EF4-FFF2-40B4-BE49-F238E27FC236}">
                <a16:creationId xmlns:a16="http://schemas.microsoft.com/office/drawing/2014/main" id="{876D6C52-90B5-408B-B82A-ED30181CE25F}"/>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7A5115EA-A75A-4A61-A057-85A72C3E6D7C}" type="slidenum">
              <a:rPr lang="en-US" altLang="en-US" smtClean="0"/>
              <a:pPr>
                <a:spcAft>
                  <a:spcPts val="600"/>
                </a:spcAft>
                <a:defRPr/>
              </a:pPr>
              <a:t>13</a:t>
            </a:fld>
            <a:endParaRPr lang="en-US" altLang="en-US" dirty="0"/>
          </a:p>
        </p:txBody>
      </p:sp>
    </p:spTree>
    <p:extLst>
      <p:ext uri="{BB962C8B-B14F-4D97-AF65-F5344CB8AC3E}">
        <p14:creationId xmlns:p14="http://schemas.microsoft.com/office/powerpoint/2010/main" val="180574854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45B48-AC22-44FF-A701-1683842DD545}"/>
              </a:ext>
            </a:extLst>
          </p:cNvPr>
          <p:cNvSpPr>
            <a:spLocks noGrp="1"/>
          </p:cNvSpPr>
          <p:nvPr>
            <p:ph type="title"/>
          </p:nvPr>
        </p:nvSpPr>
        <p:spPr>
          <a:xfrm>
            <a:off x="609600" y="324705"/>
            <a:ext cx="5767566" cy="1072378"/>
          </a:xfrm>
        </p:spPr>
        <p:txBody>
          <a:bodyPr anchor="ctr">
            <a:normAutofit fontScale="90000"/>
          </a:bodyPr>
          <a:lstStyle/>
          <a:p>
            <a:pPr algn="l"/>
            <a:r>
              <a:rPr lang="en-GB" sz="4000" b="1" dirty="0">
                <a:solidFill>
                  <a:schemeClr val="tx1"/>
                </a:solidFill>
              </a:rPr>
              <a:t> What is an Infant industry  </a:t>
            </a:r>
          </a:p>
        </p:txBody>
      </p:sp>
      <p:sp>
        <p:nvSpPr>
          <p:cNvPr id="3" name="Content Placeholder 2">
            <a:extLst>
              <a:ext uri="{FF2B5EF4-FFF2-40B4-BE49-F238E27FC236}">
                <a16:creationId xmlns:a16="http://schemas.microsoft.com/office/drawing/2014/main" id="{4D21AE2A-68F3-415F-9D64-1958746A035B}"/>
              </a:ext>
            </a:extLst>
          </p:cNvPr>
          <p:cNvSpPr>
            <a:spLocks noGrp="1"/>
          </p:cNvSpPr>
          <p:nvPr>
            <p:ph idx="1"/>
          </p:nvPr>
        </p:nvSpPr>
        <p:spPr>
          <a:xfrm>
            <a:off x="381000" y="1727122"/>
            <a:ext cx="6260544" cy="4597478"/>
          </a:xfrm>
        </p:spPr>
        <p:txBody>
          <a:bodyPr>
            <a:normAutofit/>
          </a:bodyPr>
          <a:lstStyle/>
          <a:p>
            <a:pPr algn="just">
              <a:lnSpc>
                <a:spcPct val="110000"/>
              </a:lnSpc>
            </a:pPr>
            <a:r>
              <a:rPr lang="en-GB" dirty="0">
                <a:solidFill>
                  <a:schemeClr val="tx1"/>
                </a:solidFill>
              </a:rPr>
              <a:t>The local manufacturing sector in the poor countries are usually small and </a:t>
            </a:r>
            <a:r>
              <a:rPr lang="en-GB" dirty="0">
                <a:solidFill>
                  <a:schemeClr val="tx1"/>
                </a:solidFill>
                <a:highlight>
                  <a:srgbClr val="FFFF00"/>
                </a:highlight>
              </a:rPr>
              <a:t>undeveloped</a:t>
            </a:r>
            <a:r>
              <a:rPr lang="en-GB" dirty="0">
                <a:solidFill>
                  <a:schemeClr val="tx1"/>
                </a:solidFill>
              </a:rPr>
              <a:t> </a:t>
            </a:r>
          </a:p>
          <a:p>
            <a:pPr algn="just">
              <a:lnSpc>
                <a:spcPct val="110000"/>
              </a:lnSpc>
            </a:pPr>
            <a:r>
              <a:rPr lang="en-GB" dirty="0">
                <a:solidFill>
                  <a:schemeClr val="tx1"/>
                </a:solidFill>
              </a:rPr>
              <a:t>Thus this industry is considered to be an  </a:t>
            </a:r>
            <a:r>
              <a:rPr lang="en-GB" sz="3600" b="1" dirty="0">
                <a:solidFill>
                  <a:schemeClr val="tx1"/>
                </a:solidFill>
                <a:effectLst>
                  <a:outerShdw blurRad="38100" dist="38100" dir="2700000" algn="tl">
                    <a:srgbClr val="000000">
                      <a:alpha val="43137"/>
                    </a:srgbClr>
                  </a:outerShdw>
                </a:effectLst>
              </a:rPr>
              <a:t>INFANT INDUSTRY </a:t>
            </a:r>
            <a:endParaRPr lang="en-GB" sz="3200" b="1" dirty="0">
              <a:solidFill>
                <a:schemeClr val="tx1"/>
              </a:solidFill>
              <a:effectLst>
                <a:outerShdw blurRad="38100" dist="38100" dir="2700000" algn="tl">
                  <a:srgbClr val="000000">
                    <a:alpha val="43137"/>
                  </a:srgbClr>
                </a:outerShdw>
              </a:effectLst>
            </a:endParaRPr>
          </a:p>
          <a:p>
            <a:pPr lvl="1" algn="just">
              <a:lnSpc>
                <a:spcPct val="110000"/>
              </a:lnSpc>
            </a:pPr>
            <a:r>
              <a:rPr lang="en-GB" sz="1800" dirty="0">
                <a:solidFill>
                  <a:schemeClr val="tx1"/>
                </a:solidFill>
              </a:rPr>
              <a:t>This industry currently does not have comparative advantage and </a:t>
            </a:r>
            <a:r>
              <a:rPr lang="en-GB" sz="1800" b="1" i="1" u="sng" dirty="0">
                <a:solidFill>
                  <a:schemeClr val="tx1"/>
                </a:solidFill>
              </a:rPr>
              <a:t>needs time to grow </a:t>
            </a:r>
          </a:p>
          <a:p>
            <a:pPr lvl="1" algn="just">
              <a:lnSpc>
                <a:spcPct val="110000"/>
              </a:lnSpc>
            </a:pPr>
            <a:r>
              <a:rPr lang="en-GB" sz="1800" dirty="0">
                <a:solidFill>
                  <a:schemeClr val="tx1"/>
                </a:solidFill>
              </a:rPr>
              <a:t>Given </a:t>
            </a:r>
            <a:r>
              <a:rPr lang="en-GB" sz="2800" b="1" i="1" dirty="0">
                <a:solidFill>
                  <a:schemeClr val="tx1"/>
                </a:solidFill>
              </a:rPr>
              <a:t>trade protection</a:t>
            </a:r>
            <a:r>
              <a:rPr lang="en-GB" sz="1800" dirty="0">
                <a:solidFill>
                  <a:schemeClr val="tx1"/>
                </a:solidFill>
              </a:rPr>
              <a:t>, learning can take place and this industry can grow</a:t>
            </a:r>
          </a:p>
          <a:p>
            <a:pPr algn="just">
              <a:lnSpc>
                <a:spcPct val="110000"/>
              </a:lnSpc>
            </a:pPr>
            <a:endParaRPr lang="en-GB" dirty="0">
              <a:solidFill>
                <a:schemeClr val="tx1"/>
              </a:solidFill>
            </a:endParaRPr>
          </a:p>
        </p:txBody>
      </p:sp>
      <p:sp>
        <p:nvSpPr>
          <p:cNvPr id="5" name="Slide Number Placeholder 4">
            <a:extLst>
              <a:ext uri="{FF2B5EF4-FFF2-40B4-BE49-F238E27FC236}">
                <a16:creationId xmlns:a16="http://schemas.microsoft.com/office/drawing/2014/main" id="{FD7DE4D2-E349-4B82-99A4-F40236597CDB}"/>
              </a:ext>
            </a:extLst>
          </p:cNvPr>
          <p:cNvSpPr>
            <a:spLocks noGrp="1"/>
          </p:cNvSpPr>
          <p:nvPr>
            <p:ph type="sldNum" sz="quarter" idx="12"/>
          </p:nvPr>
        </p:nvSpPr>
        <p:spPr>
          <a:xfrm>
            <a:off x="5803934" y="320040"/>
            <a:ext cx="914400" cy="320040"/>
          </a:xfrm>
        </p:spPr>
        <p:txBody>
          <a:bodyPr anchor="ctr">
            <a:normAutofit/>
          </a:bodyPr>
          <a:lstStyle/>
          <a:p>
            <a:pPr>
              <a:spcAft>
                <a:spcPts val="600"/>
              </a:spcAft>
              <a:defRPr/>
            </a:pPr>
            <a:fld id="{58ACFF92-4814-4263-A32E-C81EDC494371}" type="slidenum">
              <a:rPr lang="en-US" altLang="en-US" smtClean="0"/>
              <a:pPr>
                <a:spcAft>
                  <a:spcPts val="600"/>
                </a:spcAft>
                <a:defRPr/>
              </a:pPr>
              <a:t>14</a:t>
            </a:fld>
            <a:endParaRPr lang="en-US" altLang="en-US" dirty="0"/>
          </a:p>
        </p:txBody>
      </p:sp>
      <p:pic>
        <p:nvPicPr>
          <p:cNvPr id="6" name="Picture 5" descr="A picture containing green, small, piece, sitting&#10;&#10;Description automatically generated">
            <a:extLst>
              <a:ext uri="{FF2B5EF4-FFF2-40B4-BE49-F238E27FC236}">
                <a16:creationId xmlns:a16="http://schemas.microsoft.com/office/drawing/2014/main" id="{FF7A9578-AA6C-4442-AC8E-3354CC1CE3AF}"/>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22447" r="23573" b="-2"/>
          <a:stretch/>
        </p:blipFill>
        <p:spPr>
          <a:xfrm>
            <a:off x="7549862" y="227"/>
            <a:ext cx="4641833" cy="6858000"/>
          </a:xfrm>
          <a:prstGeom prst="rect">
            <a:avLst/>
          </a:prstGeom>
        </p:spPr>
      </p:pic>
      <p:sp>
        <p:nvSpPr>
          <p:cNvPr id="7" name="TextBox 6">
            <a:extLst>
              <a:ext uri="{FF2B5EF4-FFF2-40B4-BE49-F238E27FC236}">
                <a16:creationId xmlns:a16="http://schemas.microsoft.com/office/drawing/2014/main" id="{9016C73E-A4E4-4E2C-850D-A064B8B22B9C}"/>
              </a:ext>
            </a:extLst>
          </p:cNvPr>
          <p:cNvSpPr txBox="1"/>
          <p:nvPr/>
        </p:nvSpPr>
        <p:spPr>
          <a:xfrm>
            <a:off x="9714735" y="6658172"/>
            <a:ext cx="2476960" cy="200055"/>
          </a:xfrm>
          <a:prstGeom prst="rect">
            <a:avLst/>
          </a:prstGeom>
          <a:solidFill>
            <a:srgbClr val="000000"/>
          </a:solidFill>
        </p:spPr>
        <p:txBody>
          <a:bodyPr wrap="none" rtlCol="0">
            <a:spAutoFit/>
          </a:bodyPr>
          <a:lstStyle/>
          <a:p>
            <a:pPr algn="r">
              <a:spcAft>
                <a:spcPts val="600"/>
              </a:spcAft>
            </a:pPr>
            <a:r>
              <a:rPr lang="en-SG" sz="700" dirty="0">
                <a:solidFill>
                  <a:srgbClr val="FFFFFF"/>
                </a:solidFill>
                <a:hlinkClick r:id="rId3" tooltip="http://restoringpangea.com/contending-for-the-gospel-part-1-how-not-to-do-it/">
                  <a:extLst>
                    <a:ext uri="{A12FA001-AC4F-418D-AE19-62706E023703}">
                      <ahyp:hlinkClr xmlns:ahyp="http://schemas.microsoft.com/office/drawing/2018/hyperlinkcolor" val="tx"/>
                    </a:ext>
                  </a:extLst>
                </a:hlinkClick>
              </a:rPr>
              <a:t>This Photo</a:t>
            </a:r>
            <a:r>
              <a:rPr lang="en-SG" sz="700" dirty="0">
                <a:solidFill>
                  <a:srgbClr val="FFFFFF"/>
                </a:solidFill>
              </a:rPr>
              <a:t> by Unknown Author is licensed under </a:t>
            </a:r>
            <a:r>
              <a:rPr lang="en-SG" sz="700" dirty="0">
                <a:solidFill>
                  <a:srgbClr val="FFFFFF"/>
                </a:solidFill>
                <a:hlinkClick r:id="rId4" tooltip="https://creativecommons.org/licenses/by/3.0/">
                  <a:extLst>
                    <a:ext uri="{A12FA001-AC4F-418D-AE19-62706E023703}">
                      <ahyp:hlinkClr xmlns:ahyp="http://schemas.microsoft.com/office/drawing/2018/hyperlinkcolor" val="tx"/>
                    </a:ext>
                  </a:extLst>
                </a:hlinkClick>
              </a:rPr>
              <a:t>CC BY</a:t>
            </a:r>
            <a:endParaRPr lang="en-SG" sz="700" dirty="0">
              <a:solidFill>
                <a:srgbClr val="FFFFFF"/>
              </a:solidFill>
            </a:endParaRPr>
          </a:p>
        </p:txBody>
      </p:sp>
    </p:spTree>
    <p:extLst>
      <p:ext uri="{BB962C8B-B14F-4D97-AF65-F5344CB8AC3E}">
        <p14:creationId xmlns:p14="http://schemas.microsoft.com/office/powerpoint/2010/main" val="22557567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142" name="Rectangle 48141">
            <a:extLst>
              <a:ext uri="{FF2B5EF4-FFF2-40B4-BE49-F238E27FC236}">
                <a16:creationId xmlns:a16="http://schemas.microsoft.com/office/drawing/2014/main" id="{368A5362-EC3B-4BE3-804B-E6B289AF8A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45058" name="Rectangle 2">
            <a:extLst>
              <a:ext uri="{FF2B5EF4-FFF2-40B4-BE49-F238E27FC236}">
                <a16:creationId xmlns:a16="http://schemas.microsoft.com/office/drawing/2014/main" id="{018FE23D-51BB-409E-B6F4-23839136FC18}"/>
              </a:ext>
            </a:extLst>
          </p:cNvPr>
          <p:cNvSpPr>
            <a:spLocks noGrp="1" noChangeArrowheads="1"/>
          </p:cNvSpPr>
          <p:nvPr>
            <p:ph type="title"/>
          </p:nvPr>
        </p:nvSpPr>
        <p:spPr>
          <a:xfrm>
            <a:off x="7463405" y="2209800"/>
            <a:ext cx="3912583" cy="1356360"/>
          </a:xfrm>
        </p:spPr>
        <p:txBody>
          <a:bodyPr vert="horz" lIns="91440" tIns="45720" rIns="91440" bIns="45720" rtlCol="0" anchor="ctr">
            <a:normAutofit/>
          </a:bodyPr>
          <a:lstStyle/>
          <a:p>
            <a:pPr fontAlgn="auto">
              <a:spcAft>
                <a:spcPts val="0"/>
              </a:spcAft>
              <a:defRPr/>
            </a:pPr>
            <a:r>
              <a:rPr lang="en-US" altLang="en-US" sz="3200" b="1" dirty="0">
                <a:effectLst>
                  <a:outerShdw blurRad="38100" dist="38100" dir="2700000" algn="tl">
                    <a:srgbClr val="000000">
                      <a:alpha val="43137"/>
                    </a:srgbClr>
                  </a:outerShdw>
                </a:effectLst>
              </a:rPr>
              <a:t>2.1 Trade protection and trade tools </a:t>
            </a:r>
          </a:p>
        </p:txBody>
      </p:sp>
      <p:pic>
        <p:nvPicPr>
          <p:cNvPr id="1026" name="Picture 2" descr="A close-up of words&#10;&#10;AI-generated content may be incorrect.">
            <a:extLst>
              <a:ext uri="{FF2B5EF4-FFF2-40B4-BE49-F238E27FC236}">
                <a16:creationId xmlns:a16="http://schemas.microsoft.com/office/drawing/2014/main" id="{BD729602-0A45-5B73-9395-C603B09AEE22}"/>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06091" y="857675"/>
            <a:ext cx="5977522" cy="5140669"/>
          </a:xfrm>
          <a:prstGeom prst="rect">
            <a:avLst/>
          </a:prstGeom>
          <a:noFill/>
          <a:extLst>
            <a:ext uri="{909E8E84-426E-40DD-AFC4-6F175D3DCCD1}">
              <a14:hiddenFill xmlns:a14="http://schemas.microsoft.com/office/drawing/2010/main">
                <a:solidFill>
                  <a:srgbClr val="FFFFFF"/>
                </a:solidFill>
              </a14:hiddenFill>
            </a:ext>
          </a:extLst>
        </p:spPr>
      </p:pic>
      <p:sp>
        <p:nvSpPr>
          <p:cNvPr id="48132" name="TextBox 1">
            <a:extLst>
              <a:ext uri="{FF2B5EF4-FFF2-40B4-BE49-F238E27FC236}">
                <a16:creationId xmlns:a16="http://schemas.microsoft.com/office/drawing/2014/main" id="{C4FCE5F9-4290-492B-81B5-3FD38819E2FD}"/>
              </a:ext>
            </a:extLst>
          </p:cNvPr>
          <p:cNvSpPr txBox="1">
            <a:spLocks noChangeArrowheads="1"/>
          </p:cNvSpPr>
          <p:nvPr/>
        </p:nvSpPr>
        <p:spPr bwMode="auto">
          <a:xfrm>
            <a:off x="7463405" y="3657600"/>
            <a:ext cx="3912583" cy="4038600"/>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orm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defTabSz="457200" eaLnBrk="0" fontAlgn="base" hangingPunct="0">
              <a:spcBef>
                <a:spcPct val="0"/>
              </a:spcBef>
              <a:spcAft>
                <a:spcPct val="0"/>
              </a:spcAft>
              <a:defRPr>
                <a:solidFill>
                  <a:schemeClr val="tx1"/>
                </a:solidFill>
                <a:latin typeface="Calibri" panose="020F0502020204030204" pitchFamily="34" charset="0"/>
              </a:defRPr>
            </a:lvl6pPr>
            <a:lvl7pPr marL="2971800" indent="-228600" defTabSz="457200" eaLnBrk="0" fontAlgn="base" hangingPunct="0">
              <a:spcBef>
                <a:spcPct val="0"/>
              </a:spcBef>
              <a:spcAft>
                <a:spcPct val="0"/>
              </a:spcAft>
              <a:defRPr>
                <a:solidFill>
                  <a:schemeClr val="tx1"/>
                </a:solidFill>
                <a:latin typeface="Calibri" panose="020F0502020204030204" pitchFamily="34" charset="0"/>
              </a:defRPr>
            </a:lvl7pPr>
            <a:lvl8pPr marL="3429000" indent="-228600" defTabSz="457200" eaLnBrk="0" fontAlgn="base" hangingPunct="0">
              <a:spcBef>
                <a:spcPct val="0"/>
              </a:spcBef>
              <a:spcAft>
                <a:spcPct val="0"/>
              </a:spcAft>
              <a:defRPr>
                <a:solidFill>
                  <a:schemeClr val="tx1"/>
                </a:solidFill>
                <a:latin typeface="Calibri" panose="020F0502020204030204" pitchFamily="34" charset="0"/>
              </a:defRPr>
            </a:lvl8pPr>
            <a:lvl9pPr marL="3886200" indent="-228600" defTabSz="457200" eaLnBrk="0" fontAlgn="base" hangingPunct="0">
              <a:spcBef>
                <a:spcPct val="0"/>
              </a:spcBef>
              <a:spcAft>
                <a:spcPct val="0"/>
              </a:spcAft>
              <a:defRPr>
                <a:solidFill>
                  <a:schemeClr val="tx1"/>
                </a:solidFill>
                <a:latin typeface="Calibri" panose="020F0502020204030204" pitchFamily="34" charset="0"/>
              </a:defRPr>
            </a:lvl9pPr>
          </a:lstStyle>
          <a:p>
            <a:pPr indent="-182880" defTabSz="914400">
              <a:lnSpc>
                <a:spcPct val="90000"/>
              </a:lnSpc>
              <a:spcAft>
                <a:spcPts val="600"/>
              </a:spcAft>
              <a:buClr>
                <a:schemeClr val="accent1"/>
              </a:buClr>
              <a:buSzPct val="80000"/>
              <a:buFont typeface="Corbel" pitchFamily="34" charset="0"/>
              <a:buChar char="•"/>
            </a:pPr>
            <a:r>
              <a:rPr lang="en-US" altLang="en-US" sz="1600" dirty="0">
                <a:solidFill>
                  <a:schemeClr val="accent1"/>
                </a:solidFill>
                <a:latin typeface="+mn-lt"/>
              </a:rPr>
              <a:t>Learning resource : </a:t>
            </a:r>
            <a:r>
              <a:rPr lang="en-US" altLang="en-US" sz="1600" dirty="0">
                <a:solidFill>
                  <a:schemeClr val="accent1"/>
                </a:solidFill>
                <a:latin typeface="+mn-lt"/>
                <a:hlinkClick r:id="rId3">
                  <a:extLst>
                    <a:ext uri="{A12FA001-AC4F-418D-AE19-62706E023703}">
                      <ahyp:hlinkClr xmlns:ahyp="http://schemas.microsoft.com/office/drawing/2018/hyperlinkcolor" val="tx"/>
                    </a:ext>
                  </a:extLst>
                </a:hlinkClick>
              </a:rPr>
              <a:t>https://www.investopedia.com/articles/economics/08/tariff-trade-barrier-basics.asp</a:t>
            </a:r>
            <a:endParaRPr lang="en-US" altLang="en-US" sz="1600" dirty="0">
              <a:solidFill>
                <a:schemeClr val="accent1"/>
              </a:solidFill>
              <a:latin typeface="+mn-lt"/>
            </a:endParaRPr>
          </a:p>
        </p:txBody>
      </p:sp>
      <p:sp>
        <p:nvSpPr>
          <p:cNvPr id="4" name="Slide Number Placeholder 3">
            <a:extLst>
              <a:ext uri="{FF2B5EF4-FFF2-40B4-BE49-F238E27FC236}">
                <a16:creationId xmlns:a16="http://schemas.microsoft.com/office/drawing/2014/main" id="{133B552C-C1F3-4CAC-948F-6F65641223C2}"/>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CFDA32B4-4A0E-4FF6-9C38-EFB146CB82C8}" type="slidenum">
              <a:rPr lang="en-US" altLang="en-US" smtClean="0"/>
              <a:pPr defTabSz="914400">
                <a:spcAft>
                  <a:spcPts val="600"/>
                </a:spcAft>
                <a:defRPr/>
              </a:pPr>
              <a:t>15</a:t>
            </a:fld>
            <a:endParaRPr lang="en-US" alt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A485-2072-4F4D-A0A5-D3B73C67831C}"/>
              </a:ext>
            </a:extLst>
          </p:cNvPr>
          <p:cNvSpPr>
            <a:spLocks noGrp="1"/>
          </p:cNvSpPr>
          <p:nvPr>
            <p:ph type="title"/>
          </p:nvPr>
        </p:nvSpPr>
        <p:spPr>
          <a:xfrm>
            <a:off x="462642" y="72495"/>
            <a:ext cx="9875520" cy="1356360"/>
          </a:xfrm>
        </p:spPr>
        <p:txBody>
          <a:bodyPr/>
          <a:lstStyle/>
          <a:p>
            <a:r>
              <a:rPr lang="en-GB" dirty="0"/>
              <a:t>Basics of trade : Simple Economics model </a:t>
            </a:r>
            <a:endParaRPr lang="en-SG" dirty="0"/>
          </a:p>
        </p:txBody>
      </p:sp>
      <p:sp>
        <p:nvSpPr>
          <p:cNvPr id="4" name="Slide Number Placeholder 3">
            <a:extLst>
              <a:ext uri="{FF2B5EF4-FFF2-40B4-BE49-F238E27FC236}">
                <a16:creationId xmlns:a16="http://schemas.microsoft.com/office/drawing/2014/main" id="{3F798C2C-0B82-29F4-4D6E-2FFED575420E}"/>
              </a:ext>
            </a:extLst>
          </p:cNvPr>
          <p:cNvSpPr>
            <a:spLocks noGrp="1"/>
          </p:cNvSpPr>
          <p:nvPr>
            <p:ph type="sldNum" sz="quarter" idx="12"/>
          </p:nvPr>
        </p:nvSpPr>
        <p:spPr/>
        <p:txBody>
          <a:bodyPr/>
          <a:lstStyle/>
          <a:p>
            <a:pPr>
              <a:defRPr/>
            </a:pPr>
            <a:fld id="{12435390-808E-496C-9001-512058A0016E}" type="slidenum">
              <a:rPr lang="en-US" altLang="en-US" smtClean="0"/>
              <a:pPr>
                <a:defRPr/>
              </a:pPr>
              <a:t>16</a:t>
            </a:fld>
            <a:endParaRPr lang="en-US" altLang="en-US" dirty="0"/>
          </a:p>
        </p:txBody>
      </p:sp>
      <p:cxnSp>
        <p:nvCxnSpPr>
          <p:cNvPr id="6" name="Straight Connector 5">
            <a:extLst>
              <a:ext uri="{FF2B5EF4-FFF2-40B4-BE49-F238E27FC236}">
                <a16:creationId xmlns:a16="http://schemas.microsoft.com/office/drawing/2014/main" id="{63CF6296-6CB3-C371-78D1-B3F089A6CCFD}"/>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BC094FB-7B5B-9F9F-F8E0-5FEF39122FD9}"/>
              </a:ext>
            </a:extLst>
          </p:cNvPr>
          <p:cNvCxnSpPr/>
          <p:nvPr/>
        </p:nvCxnSpPr>
        <p:spPr>
          <a:xfrm>
            <a:off x="1066800" y="6324600"/>
            <a:ext cx="45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784CC-E020-469B-BEB2-3B214E7A8B4B}"/>
              </a:ext>
            </a:extLst>
          </p:cNvPr>
          <p:cNvSpPr txBox="1"/>
          <p:nvPr/>
        </p:nvSpPr>
        <p:spPr>
          <a:xfrm>
            <a:off x="6095999" y="1143000"/>
            <a:ext cx="5813161" cy="5355312"/>
          </a:xfrm>
          <a:prstGeom prst="rect">
            <a:avLst/>
          </a:prstGeom>
          <a:noFill/>
        </p:spPr>
        <p:txBody>
          <a:bodyPr wrap="square" rtlCol="0">
            <a:spAutoFit/>
          </a:bodyPr>
          <a:lstStyle/>
          <a:p>
            <a:r>
              <a:rPr lang="en-GB" b="1" dirty="0"/>
              <a:t>Case of no trade : </a:t>
            </a:r>
          </a:p>
          <a:p>
            <a:r>
              <a:rPr lang="en-GB" dirty="0"/>
              <a:t>Local Supply : Q = 8P			--</a:t>
            </a:r>
            <a:r>
              <a:rPr lang="en-GB" dirty="0" err="1"/>
              <a:t>eqn</a:t>
            </a:r>
            <a:r>
              <a:rPr lang="en-GB" dirty="0"/>
              <a:t>(1)</a:t>
            </a:r>
          </a:p>
          <a:p>
            <a:r>
              <a:rPr lang="en-GB" dirty="0"/>
              <a:t>Local Demand : Q = 40 – 2P 		-- </a:t>
            </a:r>
            <a:r>
              <a:rPr lang="en-GB" dirty="0" err="1"/>
              <a:t>eqn</a:t>
            </a:r>
            <a:r>
              <a:rPr lang="en-GB" dirty="0"/>
              <a:t> (2)</a:t>
            </a:r>
          </a:p>
          <a:p>
            <a:r>
              <a:rPr lang="en-GB" dirty="0">
                <a:solidFill>
                  <a:srgbClr val="FF0000"/>
                </a:solidFill>
              </a:rPr>
              <a:t>P = 4</a:t>
            </a:r>
          </a:p>
          <a:p>
            <a:r>
              <a:rPr lang="en-GB" dirty="0"/>
              <a:t>Local Demand = Local Supply at price P</a:t>
            </a:r>
            <a:r>
              <a:rPr lang="en-GB" baseline="-25000" dirty="0"/>
              <a:t>0 </a:t>
            </a:r>
            <a:r>
              <a:rPr lang="en-GB" dirty="0"/>
              <a:t>of $4m and quantity of 32</a:t>
            </a:r>
          </a:p>
          <a:p>
            <a:r>
              <a:rPr lang="en-GB" dirty="0"/>
              <a:t>The local farmers will be earning a revenue of </a:t>
            </a:r>
            <a:r>
              <a:rPr lang="en-GB" dirty="0">
                <a:solidFill>
                  <a:srgbClr val="FF0000"/>
                </a:solidFill>
              </a:rPr>
              <a:t>$4 x 32 = $128</a:t>
            </a:r>
          </a:p>
          <a:p>
            <a:endParaRPr lang="en-GB" dirty="0"/>
          </a:p>
          <a:p>
            <a:r>
              <a:rPr lang="en-GB" dirty="0"/>
              <a:t>If the given price is $1 and the market clears, what is the level of imports ? </a:t>
            </a:r>
          </a:p>
          <a:p>
            <a:r>
              <a:rPr lang="en-GB" dirty="0">
                <a:solidFill>
                  <a:srgbClr val="FF0000"/>
                </a:solidFill>
              </a:rPr>
              <a:t>At p = 1</a:t>
            </a:r>
          </a:p>
          <a:p>
            <a:r>
              <a:rPr lang="en-GB" dirty="0">
                <a:solidFill>
                  <a:srgbClr val="FF0000"/>
                </a:solidFill>
              </a:rPr>
              <a:t>Qs = 8(1) = 8 (supply)</a:t>
            </a:r>
          </a:p>
          <a:p>
            <a:r>
              <a:rPr lang="en-GB" dirty="0" err="1">
                <a:solidFill>
                  <a:srgbClr val="FF0000"/>
                </a:solidFill>
              </a:rPr>
              <a:t>Qd</a:t>
            </a:r>
            <a:r>
              <a:rPr lang="en-GB" dirty="0">
                <a:solidFill>
                  <a:srgbClr val="FF0000"/>
                </a:solidFill>
              </a:rPr>
              <a:t> = 40 – 2(1) = 38 (demand)</a:t>
            </a:r>
          </a:p>
          <a:p>
            <a:r>
              <a:rPr lang="en-GB" dirty="0">
                <a:solidFill>
                  <a:srgbClr val="FF0000"/>
                </a:solidFill>
              </a:rPr>
              <a:t>Since Demand &gt; Supply, there is shortage</a:t>
            </a:r>
          </a:p>
          <a:p>
            <a:r>
              <a:rPr lang="en-GB" dirty="0">
                <a:solidFill>
                  <a:srgbClr val="FF0000"/>
                </a:solidFill>
              </a:rPr>
              <a:t>Imports = </a:t>
            </a:r>
            <a:r>
              <a:rPr lang="en-GB" dirty="0" err="1">
                <a:solidFill>
                  <a:srgbClr val="FF0000"/>
                </a:solidFill>
              </a:rPr>
              <a:t>Qd</a:t>
            </a:r>
            <a:r>
              <a:rPr lang="en-GB" dirty="0">
                <a:solidFill>
                  <a:srgbClr val="FF0000"/>
                </a:solidFill>
              </a:rPr>
              <a:t> – Qs = 38 – 8 = 30 </a:t>
            </a:r>
          </a:p>
          <a:p>
            <a:r>
              <a:rPr lang="en-US" dirty="0">
                <a:solidFill>
                  <a:srgbClr val="FF0000"/>
                </a:solidFill>
              </a:rPr>
              <a:t>Imports at world price of $1: 30 cars</a:t>
            </a:r>
          </a:p>
          <a:p>
            <a:endParaRPr lang="en-US" dirty="0">
              <a:solidFill>
                <a:srgbClr val="FF0000"/>
              </a:solidFill>
            </a:endParaRPr>
          </a:p>
          <a:p>
            <a:r>
              <a:rPr lang="en-US" dirty="0">
                <a:solidFill>
                  <a:srgbClr val="FF0000"/>
                </a:solidFill>
              </a:rPr>
              <a:t>Import always means Demand &gt; Supply. </a:t>
            </a:r>
          </a:p>
          <a:p>
            <a:r>
              <a:rPr lang="en-US" dirty="0">
                <a:solidFill>
                  <a:srgbClr val="FF0000"/>
                </a:solidFill>
              </a:rPr>
              <a:t>Import = Demand - Supply</a:t>
            </a:r>
            <a:endParaRPr lang="en-GB" dirty="0">
              <a:solidFill>
                <a:srgbClr val="FF0000"/>
              </a:solidFill>
            </a:endParaRPr>
          </a:p>
        </p:txBody>
      </p:sp>
      <p:sp>
        <p:nvSpPr>
          <p:cNvPr id="11" name="TextBox 10">
            <a:extLst>
              <a:ext uri="{FF2B5EF4-FFF2-40B4-BE49-F238E27FC236}">
                <a16:creationId xmlns:a16="http://schemas.microsoft.com/office/drawing/2014/main" id="{AF89D0C3-E347-B931-2436-C510F1E8FE5E}"/>
              </a:ext>
            </a:extLst>
          </p:cNvPr>
          <p:cNvSpPr txBox="1"/>
          <p:nvPr/>
        </p:nvSpPr>
        <p:spPr>
          <a:xfrm>
            <a:off x="495299" y="1357728"/>
            <a:ext cx="1295400" cy="646331"/>
          </a:xfrm>
          <a:prstGeom prst="rect">
            <a:avLst/>
          </a:prstGeom>
          <a:noFill/>
        </p:spPr>
        <p:txBody>
          <a:bodyPr wrap="square" rtlCol="0">
            <a:spAutoFit/>
          </a:bodyPr>
          <a:lstStyle/>
          <a:p>
            <a:r>
              <a:rPr lang="en-GB" dirty="0"/>
              <a:t>Price ($/car)</a:t>
            </a:r>
            <a:endParaRPr lang="en-SG" dirty="0"/>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DDA6903B-A093-6C56-1D8D-627BAEEFBAF8}"/>
                  </a:ext>
                </a:extLst>
              </p14:cNvPr>
              <p14:cNvContentPartPr/>
              <p14:nvPr/>
            </p14:nvContentPartPr>
            <p14:xfrm>
              <a:off x="1378166" y="2109869"/>
              <a:ext cx="3952800" cy="3952800"/>
            </p14:xfrm>
          </p:contentPart>
        </mc:Choice>
        <mc:Fallback xmlns="">
          <p:pic>
            <p:nvPicPr>
              <p:cNvPr id="7" name="Ink 6">
                <a:extLst>
                  <a:ext uri="{FF2B5EF4-FFF2-40B4-BE49-F238E27FC236}">
                    <a16:creationId xmlns:a16="http://schemas.microsoft.com/office/drawing/2014/main" id="{DDA6903B-A093-6C56-1D8D-627BAEEFBAF8}"/>
                  </a:ext>
                </a:extLst>
              </p:cNvPr>
              <p:cNvPicPr/>
              <p:nvPr/>
            </p:nvPicPr>
            <p:blipFill>
              <a:blip r:embed="rId3"/>
              <a:stretch>
                <a:fillRect/>
              </a:stretch>
            </p:blipFill>
            <p:spPr>
              <a:xfrm>
                <a:off x="1360166" y="2091869"/>
                <a:ext cx="3988440" cy="3988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C01928CD-8C5E-22CF-E67F-44991D71CFBE}"/>
                  </a:ext>
                </a:extLst>
              </p14:cNvPr>
              <p14:cNvContentPartPr/>
              <p14:nvPr/>
            </p14:nvContentPartPr>
            <p14:xfrm>
              <a:off x="1396526" y="2358989"/>
              <a:ext cx="4499280" cy="3775320"/>
            </p14:xfrm>
          </p:contentPart>
        </mc:Choice>
        <mc:Fallback xmlns="">
          <p:pic>
            <p:nvPicPr>
              <p:cNvPr id="12" name="Ink 11">
                <a:extLst>
                  <a:ext uri="{FF2B5EF4-FFF2-40B4-BE49-F238E27FC236}">
                    <a16:creationId xmlns:a16="http://schemas.microsoft.com/office/drawing/2014/main" id="{C01928CD-8C5E-22CF-E67F-44991D71CFBE}"/>
                  </a:ext>
                </a:extLst>
              </p:cNvPr>
              <p:cNvPicPr/>
              <p:nvPr/>
            </p:nvPicPr>
            <p:blipFill>
              <a:blip r:embed="rId5"/>
              <a:stretch>
                <a:fillRect/>
              </a:stretch>
            </p:blipFill>
            <p:spPr>
              <a:xfrm>
                <a:off x="1378526" y="2341349"/>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5" name="Ink 64">
                <a:extLst>
                  <a:ext uri="{FF2B5EF4-FFF2-40B4-BE49-F238E27FC236}">
                    <a16:creationId xmlns:a16="http://schemas.microsoft.com/office/drawing/2014/main" id="{94C9F990-939E-7776-B2C3-5887178314E4}"/>
                  </a:ext>
                </a:extLst>
              </p14:cNvPr>
              <p14:cNvContentPartPr/>
              <p14:nvPr/>
            </p14:nvContentPartPr>
            <p14:xfrm>
              <a:off x="1039766" y="4319549"/>
              <a:ext cx="2450160" cy="360"/>
            </p14:xfrm>
          </p:contentPart>
        </mc:Choice>
        <mc:Fallback xmlns="">
          <p:pic>
            <p:nvPicPr>
              <p:cNvPr id="65" name="Ink 64">
                <a:extLst>
                  <a:ext uri="{FF2B5EF4-FFF2-40B4-BE49-F238E27FC236}">
                    <a16:creationId xmlns:a16="http://schemas.microsoft.com/office/drawing/2014/main" id="{94C9F990-939E-7776-B2C3-5887178314E4}"/>
                  </a:ext>
                </a:extLst>
              </p:cNvPr>
              <p:cNvPicPr/>
              <p:nvPr/>
            </p:nvPicPr>
            <p:blipFill>
              <a:blip r:embed="rId87"/>
              <a:stretch>
                <a:fillRect/>
              </a:stretch>
            </p:blipFill>
            <p:spPr>
              <a:xfrm>
                <a:off x="1033646" y="4313429"/>
                <a:ext cx="2462400" cy="12600"/>
              </a:xfrm>
              <a:prstGeom prst="rect">
                <a:avLst/>
              </a:prstGeom>
            </p:spPr>
          </p:pic>
        </mc:Fallback>
      </mc:AlternateContent>
      <p:grpSp>
        <p:nvGrpSpPr>
          <p:cNvPr id="68" name="Group 67">
            <a:extLst>
              <a:ext uri="{FF2B5EF4-FFF2-40B4-BE49-F238E27FC236}">
                <a16:creationId xmlns:a16="http://schemas.microsoft.com/office/drawing/2014/main" id="{A4DB60BB-0177-A7B1-EEC9-EAAAA0C9B71A}"/>
              </a:ext>
            </a:extLst>
          </p:cNvPr>
          <p:cNvGrpSpPr/>
          <p:nvPr/>
        </p:nvGrpSpPr>
        <p:grpSpPr>
          <a:xfrm>
            <a:off x="3549326" y="4270229"/>
            <a:ext cx="360" cy="2012040"/>
            <a:chOff x="3549326" y="4270229"/>
            <a:chExt cx="360" cy="2012040"/>
          </a:xfrm>
        </p:grpSpPr>
        <mc:AlternateContent xmlns:mc="http://schemas.openxmlformats.org/markup-compatibility/2006" xmlns:p14="http://schemas.microsoft.com/office/powerpoint/2010/main">
          <mc:Choice Requires="p14">
            <p:contentPart p14:bwMode="auto" r:id="rId88">
              <p14:nvContentPartPr>
                <p14:cNvPr id="66" name="Ink 65">
                  <a:extLst>
                    <a:ext uri="{FF2B5EF4-FFF2-40B4-BE49-F238E27FC236}">
                      <a16:creationId xmlns:a16="http://schemas.microsoft.com/office/drawing/2014/main" id="{5EF2DB5A-E819-CD27-BD9C-5403A891C4F1}"/>
                    </a:ext>
                  </a:extLst>
                </p14:cNvPr>
                <p14:cNvContentPartPr/>
                <p14:nvPr/>
              </p14:nvContentPartPr>
              <p14:xfrm>
                <a:off x="3549326" y="4310189"/>
                <a:ext cx="360" cy="14040"/>
              </p14:xfrm>
            </p:contentPart>
          </mc:Choice>
          <mc:Fallback xmlns="">
            <p:pic>
              <p:nvPicPr>
                <p:cNvPr id="66" name="Ink 65">
                  <a:extLst>
                    <a:ext uri="{FF2B5EF4-FFF2-40B4-BE49-F238E27FC236}">
                      <a16:creationId xmlns:a16="http://schemas.microsoft.com/office/drawing/2014/main" id="{5EF2DB5A-E819-CD27-BD9C-5403A891C4F1}"/>
                    </a:ext>
                  </a:extLst>
                </p:cNvPr>
                <p:cNvPicPr/>
                <p:nvPr/>
              </p:nvPicPr>
              <p:blipFill>
                <a:blip r:embed="rId89"/>
                <a:stretch>
                  <a:fillRect/>
                </a:stretch>
              </p:blipFill>
              <p:spPr>
                <a:xfrm>
                  <a:off x="3543206" y="4304069"/>
                  <a:ext cx="1260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D744C017-CB21-81E4-8AEE-01EE024A9197}"/>
                    </a:ext>
                  </a:extLst>
                </p14:cNvPr>
                <p14:cNvContentPartPr/>
                <p14:nvPr/>
              </p14:nvContentPartPr>
              <p14:xfrm>
                <a:off x="3549326" y="4270229"/>
                <a:ext cx="360" cy="2012040"/>
              </p14:xfrm>
            </p:contentPart>
          </mc:Choice>
          <mc:Fallback xmlns="">
            <p:pic>
              <p:nvPicPr>
                <p:cNvPr id="67" name="Ink 66">
                  <a:extLst>
                    <a:ext uri="{FF2B5EF4-FFF2-40B4-BE49-F238E27FC236}">
                      <a16:creationId xmlns:a16="http://schemas.microsoft.com/office/drawing/2014/main" id="{D744C017-CB21-81E4-8AEE-01EE024A9197}"/>
                    </a:ext>
                  </a:extLst>
                </p:cNvPr>
                <p:cNvPicPr/>
                <p:nvPr/>
              </p:nvPicPr>
              <p:blipFill>
                <a:blip r:embed="rId91"/>
                <a:stretch>
                  <a:fillRect/>
                </a:stretch>
              </p:blipFill>
              <p:spPr>
                <a:xfrm>
                  <a:off x="3543206" y="4264109"/>
                  <a:ext cx="12600" cy="2024280"/>
                </a:xfrm>
                <a:prstGeom prst="rect">
                  <a:avLst/>
                </a:prstGeom>
              </p:spPr>
            </p:pic>
          </mc:Fallback>
        </mc:AlternateContent>
      </p:grpSp>
      <p:grpSp>
        <p:nvGrpSpPr>
          <p:cNvPr id="13" name="Group 12">
            <a:extLst>
              <a:ext uri="{FF2B5EF4-FFF2-40B4-BE49-F238E27FC236}">
                <a16:creationId xmlns:a16="http://schemas.microsoft.com/office/drawing/2014/main" id="{5DDD47A4-150E-7147-EE1B-09074A6397B7}"/>
              </a:ext>
            </a:extLst>
          </p:cNvPr>
          <p:cNvGrpSpPr/>
          <p:nvPr/>
        </p:nvGrpSpPr>
        <p:grpSpPr>
          <a:xfrm>
            <a:off x="5051640" y="1854829"/>
            <a:ext cx="500760" cy="848880"/>
            <a:chOff x="5051640" y="1854829"/>
            <a:chExt cx="500760" cy="848880"/>
          </a:xfrm>
        </p:grpSpPr>
        <mc:AlternateContent xmlns:mc="http://schemas.openxmlformats.org/markup-compatibility/2006" xmlns:p14="http://schemas.microsoft.com/office/powerpoint/2010/main">
          <mc:Choice Requires="p14">
            <p:contentPart p14:bwMode="auto" r:id="rId92">
              <p14:nvContentPartPr>
                <p14:cNvPr id="3" name="Ink 2">
                  <a:extLst>
                    <a:ext uri="{FF2B5EF4-FFF2-40B4-BE49-F238E27FC236}">
                      <a16:creationId xmlns:a16="http://schemas.microsoft.com/office/drawing/2014/main" id="{60D69CDE-0453-82E8-DBD6-23C0D0655F8D}"/>
                    </a:ext>
                  </a:extLst>
                </p14:cNvPr>
                <p14:cNvContentPartPr/>
                <p14:nvPr/>
              </p14:nvContentPartPr>
              <p14:xfrm>
                <a:off x="5127600" y="1854829"/>
                <a:ext cx="239760" cy="342360"/>
              </p14:xfrm>
            </p:contentPart>
          </mc:Choice>
          <mc:Fallback xmlns="">
            <p:pic>
              <p:nvPicPr>
                <p:cNvPr id="3" name="Ink 2">
                  <a:extLst>
                    <a:ext uri="{FF2B5EF4-FFF2-40B4-BE49-F238E27FC236}">
                      <a16:creationId xmlns:a16="http://schemas.microsoft.com/office/drawing/2014/main" id="{60D69CDE-0453-82E8-DBD6-23C0D0655F8D}"/>
                    </a:ext>
                  </a:extLst>
                </p:cNvPr>
                <p:cNvPicPr/>
                <p:nvPr/>
              </p:nvPicPr>
              <p:blipFill>
                <a:blip r:embed="rId93"/>
                <a:stretch>
                  <a:fillRect/>
                </a:stretch>
              </p:blipFill>
              <p:spPr>
                <a:xfrm>
                  <a:off x="5121480" y="1848709"/>
                  <a:ext cx="252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 name="Ink 4">
                  <a:extLst>
                    <a:ext uri="{FF2B5EF4-FFF2-40B4-BE49-F238E27FC236}">
                      <a16:creationId xmlns:a16="http://schemas.microsoft.com/office/drawing/2014/main" id="{D368833C-FBD6-2BD3-5C9A-3BF48E82208F}"/>
                    </a:ext>
                  </a:extLst>
                </p14:cNvPr>
                <p14:cNvContentPartPr/>
                <p14:nvPr/>
              </p14:nvContentPartPr>
              <p14:xfrm>
                <a:off x="5051640" y="1999909"/>
                <a:ext cx="500760" cy="703800"/>
              </p14:xfrm>
            </p:contentPart>
          </mc:Choice>
          <mc:Fallback xmlns="">
            <p:pic>
              <p:nvPicPr>
                <p:cNvPr id="5" name="Ink 4">
                  <a:extLst>
                    <a:ext uri="{FF2B5EF4-FFF2-40B4-BE49-F238E27FC236}">
                      <a16:creationId xmlns:a16="http://schemas.microsoft.com/office/drawing/2014/main" id="{D368833C-FBD6-2BD3-5C9A-3BF48E82208F}"/>
                    </a:ext>
                  </a:extLst>
                </p:cNvPr>
                <p:cNvPicPr/>
                <p:nvPr/>
              </p:nvPicPr>
              <p:blipFill>
                <a:blip r:embed="rId95"/>
                <a:stretch>
                  <a:fillRect/>
                </a:stretch>
              </p:blipFill>
              <p:spPr>
                <a:xfrm>
                  <a:off x="5045520" y="1993789"/>
                  <a:ext cx="513000" cy="716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6">
            <p14:nvContentPartPr>
              <p14:cNvPr id="14" name="Ink 13">
                <a:extLst>
                  <a:ext uri="{FF2B5EF4-FFF2-40B4-BE49-F238E27FC236}">
                    <a16:creationId xmlns:a16="http://schemas.microsoft.com/office/drawing/2014/main" id="{3E8F14D1-3BA2-72CA-20AE-0935FBC3DB3C}"/>
                  </a:ext>
                </a:extLst>
              </p14:cNvPr>
              <p14:cNvContentPartPr/>
              <p14:nvPr/>
            </p14:nvContentPartPr>
            <p14:xfrm>
              <a:off x="-90960" y="-143891"/>
              <a:ext cx="27360" cy="20160"/>
            </p14:xfrm>
          </p:contentPart>
        </mc:Choice>
        <mc:Fallback xmlns="">
          <p:pic>
            <p:nvPicPr>
              <p:cNvPr id="14" name="Ink 13">
                <a:extLst>
                  <a:ext uri="{FF2B5EF4-FFF2-40B4-BE49-F238E27FC236}">
                    <a16:creationId xmlns:a16="http://schemas.microsoft.com/office/drawing/2014/main" id="{3E8F14D1-3BA2-72CA-20AE-0935FBC3DB3C}"/>
                  </a:ext>
                </a:extLst>
              </p:cNvPr>
              <p:cNvPicPr/>
              <p:nvPr/>
            </p:nvPicPr>
            <p:blipFill>
              <a:blip r:embed="rId97"/>
              <a:stretch>
                <a:fillRect/>
              </a:stretch>
            </p:blipFill>
            <p:spPr>
              <a:xfrm>
                <a:off x="-97080" y="-150011"/>
                <a:ext cx="39600" cy="32400"/>
              </a:xfrm>
              <a:prstGeom prst="rect">
                <a:avLst/>
              </a:prstGeom>
            </p:spPr>
          </p:pic>
        </mc:Fallback>
      </mc:AlternateContent>
      <p:grpSp>
        <p:nvGrpSpPr>
          <p:cNvPr id="23" name="Group 22">
            <a:extLst>
              <a:ext uri="{FF2B5EF4-FFF2-40B4-BE49-F238E27FC236}">
                <a16:creationId xmlns:a16="http://schemas.microsoft.com/office/drawing/2014/main" id="{7AE07BC1-C5DF-B03B-FE05-D80CEB0196DD}"/>
              </a:ext>
            </a:extLst>
          </p:cNvPr>
          <p:cNvGrpSpPr/>
          <p:nvPr/>
        </p:nvGrpSpPr>
        <p:grpSpPr>
          <a:xfrm>
            <a:off x="4859858" y="1760149"/>
            <a:ext cx="1157760" cy="524520"/>
            <a:chOff x="4859858" y="1760149"/>
            <a:chExt cx="1157760" cy="524520"/>
          </a:xfrm>
        </p:grpSpPr>
        <mc:AlternateContent xmlns:mc="http://schemas.openxmlformats.org/markup-compatibility/2006" xmlns:p14="http://schemas.microsoft.com/office/powerpoint/2010/main">
          <mc:Choice Requires="p14">
            <p:contentPart p14:bwMode="auto" r:id="rId98">
              <p14:nvContentPartPr>
                <p14:cNvPr id="16" name="Ink 15">
                  <a:extLst>
                    <a:ext uri="{FF2B5EF4-FFF2-40B4-BE49-F238E27FC236}">
                      <a16:creationId xmlns:a16="http://schemas.microsoft.com/office/drawing/2014/main" id="{FD544805-108F-F593-6D17-5AE17838499A}"/>
                    </a:ext>
                  </a:extLst>
                </p14:cNvPr>
                <p14:cNvContentPartPr/>
                <p14:nvPr/>
              </p14:nvContentPartPr>
              <p14:xfrm>
                <a:off x="4859858" y="1859149"/>
                <a:ext cx="232920" cy="364680"/>
              </p14:xfrm>
            </p:contentPart>
          </mc:Choice>
          <mc:Fallback xmlns="">
            <p:pic>
              <p:nvPicPr>
                <p:cNvPr id="16" name="Ink 15">
                  <a:extLst>
                    <a:ext uri="{FF2B5EF4-FFF2-40B4-BE49-F238E27FC236}">
                      <a16:creationId xmlns:a16="http://schemas.microsoft.com/office/drawing/2014/main" id="{FD544805-108F-F593-6D17-5AE17838499A}"/>
                    </a:ext>
                  </a:extLst>
                </p:cNvPr>
                <p:cNvPicPr/>
                <p:nvPr/>
              </p:nvPicPr>
              <p:blipFill>
                <a:blip r:embed="rId99"/>
                <a:stretch>
                  <a:fillRect/>
                </a:stretch>
              </p:blipFill>
              <p:spPr>
                <a:xfrm>
                  <a:off x="4851218" y="1850509"/>
                  <a:ext cx="25056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7" name="Ink 16">
                  <a:extLst>
                    <a:ext uri="{FF2B5EF4-FFF2-40B4-BE49-F238E27FC236}">
                      <a16:creationId xmlns:a16="http://schemas.microsoft.com/office/drawing/2014/main" id="{5DD0887A-B026-AC6C-8639-942865573640}"/>
                    </a:ext>
                  </a:extLst>
                </p14:cNvPr>
                <p14:cNvContentPartPr/>
                <p14:nvPr/>
              </p14:nvContentPartPr>
              <p14:xfrm>
                <a:off x="5125178" y="2050309"/>
                <a:ext cx="102600" cy="234360"/>
              </p14:xfrm>
            </p:contentPart>
          </mc:Choice>
          <mc:Fallback xmlns="">
            <p:pic>
              <p:nvPicPr>
                <p:cNvPr id="17" name="Ink 16">
                  <a:extLst>
                    <a:ext uri="{FF2B5EF4-FFF2-40B4-BE49-F238E27FC236}">
                      <a16:creationId xmlns:a16="http://schemas.microsoft.com/office/drawing/2014/main" id="{5DD0887A-B026-AC6C-8639-942865573640}"/>
                    </a:ext>
                  </a:extLst>
                </p:cNvPr>
                <p:cNvPicPr/>
                <p:nvPr/>
              </p:nvPicPr>
              <p:blipFill>
                <a:blip r:embed="rId101"/>
                <a:stretch>
                  <a:fillRect/>
                </a:stretch>
              </p:blipFill>
              <p:spPr>
                <a:xfrm>
                  <a:off x="5116538" y="2041669"/>
                  <a:ext cx="12024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8" name="Ink 17">
                  <a:extLst>
                    <a:ext uri="{FF2B5EF4-FFF2-40B4-BE49-F238E27FC236}">
                      <a16:creationId xmlns:a16="http://schemas.microsoft.com/office/drawing/2014/main" id="{4B861B7B-61BA-5824-BA61-8A5E597E6A0B}"/>
                    </a:ext>
                  </a:extLst>
                </p14:cNvPr>
                <p14:cNvContentPartPr/>
                <p14:nvPr/>
              </p14:nvContentPartPr>
              <p14:xfrm>
                <a:off x="5362778" y="2000269"/>
                <a:ext cx="72720" cy="4680"/>
              </p14:xfrm>
            </p:contentPart>
          </mc:Choice>
          <mc:Fallback xmlns="">
            <p:pic>
              <p:nvPicPr>
                <p:cNvPr id="18" name="Ink 17">
                  <a:extLst>
                    <a:ext uri="{FF2B5EF4-FFF2-40B4-BE49-F238E27FC236}">
                      <a16:creationId xmlns:a16="http://schemas.microsoft.com/office/drawing/2014/main" id="{4B861B7B-61BA-5824-BA61-8A5E597E6A0B}"/>
                    </a:ext>
                  </a:extLst>
                </p:cNvPr>
                <p:cNvPicPr/>
                <p:nvPr/>
              </p:nvPicPr>
              <p:blipFill>
                <a:blip r:embed="rId103"/>
                <a:stretch>
                  <a:fillRect/>
                </a:stretch>
              </p:blipFill>
              <p:spPr>
                <a:xfrm>
                  <a:off x="5354138" y="1991269"/>
                  <a:ext cx="90360" cy="223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9" name="Ink 18">
                  <a:extLst>
                    <a:ext uri="{FF2B5EF4-FFF2-40B4-BE49-F238E27FC236}">
                      <a16:creationId xmlns:a16="http://schemas.microsoft.com/office/drawing/2014/main" id="{34040E7A-4A9B-3E10-13C5-5A18528BECFE}"/>
                    </a:ext>
                  </a:extLst>
                </p14:cNvPr>
                <p14:cNvContentPartPr/>
                <p14:nvPr/>
              </p14:nvContentPartPr>
              <p14:xfrm>
                <a:off x="5387258" y="2089189"/>
                <a:ext cx="50040" cy="9000"/>
              </p14:xfrm>
            </p:contentPart>
          </mc:Choice>
          <mc:Fallback xmlns="">
            <p:pic>
              <p:nvPicPr>
                <p:cNvPr id="19" name="Ink 18">
                  <a:extLst>
                    <a:ext uri="{FF2B5EF4-FFF2-40B4-BE49-F238E27FC236}">
                      <a16:creationId xmlns:a16="http://schemas.microsoft.com/office/drawing/2014/main" id="{34040E7A-4A9B-3E10-13C5-5A18528BECFE}"/>
                    </a:ext>
                  </a:extLst>
                </p:cNvPr>
                <p:cNvPicPr/>
                <p:nvPr/>
              </p:nvPicPr>
              <p:blipFill>
                <a:blip r:embed="rId105"/>
                <a:stretch>
                  <a:fillRect/>
                </a:stretch>
              </p:blipFill>
              <p:spPr>
                <a:xfrm>
                  <a:off x="5378618" y="2080189"/>
                  <a:ext cx="67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21" name="Ink 20">
                  <a:extLst>
                    <a:ext uri="{FF2B5EF4-FFF2-40B4-BE49-F238E27FC236}">
                      <a16:creationId xmlns:a16="http://schemas.microsoft.com/office/drawing/2014/main" id="{0EA5D10C-EFD7-D173-C3F9-966105BFAF44}"/>
                    </a:ext>
                  </a:extLst>
                </p14:cNvPr>
                <p14:cNvContentPartPr/>
                <p14:nvPr/>
              </p14:nvContentPartPr>
              <p14:xfrm>
                <a:off x="5636018" y="1810189"/>
                <a:ext cx="152640" cy="339840"/>
              </p14:xfrm>
            </p:contentPart>
          </mc:Choice>
          <mc:Fallback xmlns="">
            <p:pic>
              <p:nvPicPr>
                <p:cNvPr id="21" name="Ink 20">
                  <a:extLst>
                    <a:ext uri="{FF2B5EF4-FFF2-40B4-BE49-F238E27FC236}">
                      <a16:creationId xmlns:a16="http://schemas.microsoft.com/office/drawing/2014/main" id="{0EA5D10C-EFD7-D173-C3F9-966105BFAF44}"/>
                    </a:ext>
                  </a:extLst>
                </p:cNvPr>
                <p:cNvPicPr/>
                <p:nvPr/>
              </p:nvPicPr>
              <p:blipFill>
                <a:blip r:embed="rId107"/>
                <a:stretch>
                  <a:fillRect/>
                </a:stretch>
              </p:blipFill>
              <p:spPr>
                <a:xfrm>
                  <a:off x="5627378" y="1801549"/>
                  <a:ext cx="1702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22" name="Ink 21">
                  <a:extLst>
                    <a:ext uri="{FF2B5EF4-FFF2-40B4-BE49-F238E27FC236}">
                      <a16:creationId xmlns:a16="http://schemas.microsoft.com/office/drawing/2014/main" id="{4F81F1A2-512D-B14A-4824-85713FAC47E7}"/>
                    </a:ext>
                  </a:extLst>
                </p14:cNvPr>
                <p14:cNvContentPartPr/>
                <p14:nvPr/>
              </p14:nvContentPartPr>
              <p14:xfrm>
                <a:off x="5895218" y="1760149"/>
                <a:ext cx="122400" cy="298800"/>
              </p14:xfrm>
            </p:contentPart>
          </mc:Choice>
          <mc:Fallback xmlns="">
            <p:pic>
              <p:nvPicPr>
                <p:cNvPr id="22" name="Ink 21">
                  <a:extLst>
                    <a:ext uri="{FF2B5EF4-FFF2-40B4-BE49-F238E27FC236}">
                      <a16:creationId xmlns:a16="http://schemas.microsoft.com/office/drawing/2014/main" id="{4F81F1A2-512D-B14A-4824-85713FAC47E7}"/>
                    </a:ext>
                  </a:extLst>
                </p:cNvPr>
                <p:cNvPicPr/>
                <p:nvPr/>
              </p:nvPicPr>
              <p:blipFill>
                <a:blip r:embed="rId109"/>
                <a:stretch>
                  <a:fillRect/>
                </a:stretch>
              </p:blipFill>
              <p:spPr>
                <a:xfrm>
                  <a:off x="5886578" y="1751509"/>
                  <a:ext cx="140040" cy="316440"/>
                </a:xfrm>
                <a:prstGeom prst="rect">
                  <a:avLst/>
                </a:prstGeom>
              </p:spPr>
            </p:pic>
          </mc:Fallback>
        </mc:AlternateContent>
      </p:grpSp>
      <p:grpSp>
        <p:nvGrpSpPr>
          <p:cNvPr id="38" name="Group 37">
            <a:extLst>
              <a:ext uri="{FF2B5EF4-FFF2-40B4-BE49-F238E27FC236}">
                <a16:creationId xmlns:a16="http://schemas.microsoft.com/office/drawing/2014/main" id="{E79BB37C-3E04-19A8-5A7E-2325A5BA1486}"/>
              </a:ext>
            </a:extLst>
          </p:cNvPr>
          <p:cNvGrpSpPr/>
          <p:nvPr/>
        </p:nvGrpSpPr>
        <p:grpSpPr>
          <a:xfrm>
            <a:off x="1485578" y="1732069"/>
            <a:ext cx="699840" cy="550440"/>
            <a:chOff x="1485578" y="1732069"/>
            <a:chExt cx="699840" cy="550440"/>
          </a:xfrm>
        </p:grpSpPr>
        <mc:AlternateContent xmlns:mc="http://schemas.openxmlformats.org/markup-compatibility/2006" xmlns:p14="http://schemas.microsoft.com/office/powerpoint/2010/main">
          <mc:Choice Requires="p14">
            <p:contentPart p14:bwMode="auto" r:id="rId110">
              <p14:nvContentPartPr>
                <p14:cNvPr id="24" name="Ink 23">
                  <a:extLst>
                    <a:ext uri="{FF2B5EF4-FFF2-40B4-BE49-F238E27FC236}">
                      <a16:creationId xmlns:a16="http://schemas.microsoft.com/office/drawing/2014/main" id="{D3CD5D0C-1396-9175-2F43-01BA56DE6988}"/>
                    </a:ext>
                  </a:extLst>
                </p14:cNvPr>
                <p14:cNvContentPartPr/>
                <p14:nvPr/>
              </p14:nvContentPartPr>
              <p14:xfrm>
                <a:off x="1485578" y="1732069"/>
                <a:ext cx="245520" cy="429120"/>
              </p14:xfrm>
            </p:contentPart>
          </mc:Choice>
          <mc:Fallback xmlns="">
            <p:pic>
              <p:nvPicPr>
                <p:cNvPr id="24" name="Ink 23">
                  <a:extLst>
                    <a:ext uri="{FF2B5EF4-FFF2-40B4-BE49-F238E27FC236}">
                      <a16:creationId xmlns:a16="http://schemas.microsoft.com/office/drawing/2014/main" id="{D3CD5D0C-1396-9175-2F43-01BA56DE6988}"/>
                    </a:ext>
                  </a:extLst>
                </p:cNvPr>
                <p:cNvPicPr/>
                <p:nvPr/>
              </p:nvPicPr>
              <p:blipFill>
                <a:blip r:embed="rId111"/>
                <a:stretch>
                  <a:fillRect/>
                </a:stretch>
              </p:blipFill>
              <p:spPr>
                <a:xfrm>
                  <a:off x="1476938" y="1723069"/>
                  <a:ext cx="26316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25" name="Ink 24">
                  <a:extLst>
                    <a:ext uri="{FF2B5EF4-FFF2-40B4-BE49-F238E27FC236}">
                      <a16:creationId xmlns:a16="http://schemas.microsoft.com/office/drawing/2014/main" id="{CBFB8BB0-C720-F9E8-6A8C-0F8B653FE4C3}"/>
                    </a:ext>
                  </a:extLst>
                </p14:cNvPr>
                <p14:cNvContentPartPr/>
                <p14:nvPr/>
              </p14:nvContentPartPr>
              <p14:xfrm>
                <a:off x="1796978" y="2087389"/>
                <a:ext cx="96480" cy="195120"/>
              </p14:xfrm>
            </p:contentPart>
          </mc:Choice>
          <mc:Fallback xmlns="">
            <p:pic>
              <p:nvPicPr>
                <p:cNvPr id="25" name="Ink 24">
                  <a:extLst>
                    <a:ext uri="{FF2B5EF4-FFF2-40B4-BE49-F238E27FC236}">
                      <a16:creationId xmlns:a16="http://schemas.microsoft.com/office/drawing/2014/main" id="{CBFB8BB0-C720-F9E8-6A8C-0F8B653FE4C3}"/>
                    </a:ext>
                  </a:extLst>
                </p:cNvPr>
                <p:cNvPicPr/>
                <p:nvPr/>
              </p:nvPicPr>
              <p:blipFill>
                <a:blip r:embed="rId113"/>
                <a:stretch>
                  <a:fillRect/>
                </a:stretch>
              </p:blipFill>
              <p:spPr>
                <a:xfrm>
                  <a:off x="1787978" y="2078389"/>
                  <a:ext cx="11412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26" name="Ink 25">
                  <a:extLst>
                    <a:ext uri="{FF2B5EF4-FFF2-40B4-BE49-F238E27FC236}">
                      <a16:creationId xmlns:a16="http://schemas.microsoft.com/office/drawing/2014/main" id="{59561259-7E53-5F49-D61A-E316196F402C}"/>
                    </a:ext>
                  </a:extLst>
                </p14:cNvPr>
                <p14:cNvContentPartPr/>
                <p14:nvPr/>
              </p14:nvContentPartPr>
              <p14:xfrm>
                <a:off x="1859978" y="1894789"/>
                <a:ext cx="48960" cy="356400"/>
              </p14:xfrm>
            </p:contentPart>
          </mc:Choice>
          <mc:Fallback xmlns="">
            <p:pic>
              <p:nvPicPr>
                <p:cNvPr id="26" name="Ink 25">
                  <a:extLst>
                    <a:ext uri="{FF2B5EF4-FFF2-40B4-BE49-F238E27FC236}">
                      <a16:creationId xmlns:a16="http://schemas.microsoft.com/office/drawing/2014/main" id="{59561259-7E53-5F49-D61A-E316196F402C}"/>
                    </a:ext>
                  </a:extLst>
                </p:cNvPr>
                <p:cNvPicPr/>
                <p:nvPr/>
              </p:nvPicPr>
              <p:blipFill>
                <a:blip r:embed="rId115"/>
                <a:stretch>
                  <a:fillRect/>
                </a:stretch>
              </p:blipFill>
              <p:spPr>
                <a:xfrm>
                  <a:off x="1851338" y="1885789"/>
                  <a:ext cx="6660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28" name="Ink 27">
                  <a:extLst>
                    <a:ext uri="{FF2B5EF4-FFF2-40B4-BE49-F238E27FC236}">
                      <a16:creationId xmlns:a16="http://schemas.microsoft.com/office/drawing/2014/main" id="{23C2920C-15BD-B3D9-8B6D-773F9D09DC9F}"/>
                    </a:ext>
                  </a:extLst>
                </p14:cNvPr>
                <p14:cNvContentPartPr/>
                <p14:nvPr/>
              </p14:nvContentPartPr>
              <p14:xfrm>
                <a:off x="2059778" y="1897669"/>
                <a:ext cx="98640" cy="21600"/>
              </p14:xfrm>
            </p:contentPart>
          </mc:Choice>
          <mc:Fallback xmlns="">
            <p:pic>
              <p:nvPicPr>
                <p:cNvPr id="28" name="Ink 27">
                  <a:extLst>
                    <a:ext uri="{FF2B5EF4-FFF2-40B4-BE49-F238E27FC236}">
                      <a16:creationId xmlns:a16="http://schemas.microsoft.com/office/drawing/2014/main" id="{23C2920C-15BD-B3D9-8B6D-773F9D09DC9F}"/>
                    </a:ext>
                  </a:extLst>
                </p:cNvPr>
                <p:cNvPicPr/>
                <p:nvPr/>
              </p:nvPicPr>
              <p:blipFill>
                <a:blip r:embed="rId117"/>
                <a:stretch>
                  <a:fillRect/>
                </a:stretch>
              </p:blipFill>
              <p:spPr>
                <a:xfrm>
                  <a:off x="2050778" y="1889029"/>
                  <a:ext cx="11628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29" name="Ink 28">
                  <a:extLst>
                    <a:ext uri="{FF2B5EF4-FFF2-40B4-BE49-F238E27FC236}">
                      <a16:creationId xmlns:a16="http://schemas.microsoft.com/office/drawing/2014/main" id="{05DBA83C-6248-DCA0-59E6-21D32F763B7B}"/>
                    </a:ext>
                  </a:extLst>
                </p14:cNvPr>
                <p14:cNvContentPartPr/>
                <p14:nvPr/>
              </p14:nvContentPartPr>
              <p14:xfrm>
                <a:off x="2113418" y="1965349"/>
                <a:ext cx="72000" cy="32400"/>
              </p14:xfrm>
            </p:contentPart>
          </mc:Choice>
          <mc:Fallback xmlns="">
            <p:pic>
              <p:nvPicPr>
                <p:cNvPr id="29" name="Ink 28">
                  <a:extLst>
                    <a:ext uri="{FF2B5EF4-FFF2-40B4-BE49-F238E27FC236}">
                      <a16:creationId xmlns:a16="http://schemas.microsoft.com/office/drawing/2014/main" id="{05DBA83C-6248-DCA0-59E6-21D32F763B7B}"/>
                    </a:ext>
                  </a:extLst>
                </p:cNvPr>
                <p:cNvPicPr/>
                <p:nvPr/>
              </p:nvPicPr>
              <p:blipFill>
                <a:blip r:embed="rId119"/>
                <a:stretch>
                  <a:fillRect/>
                </a:stretch>
              </p:blipFill>
              <p:spPr>
                <a:xfrm>
                  <a:off x="2104778" y="1956709"/>
                  <a:ext cx="89640" cy="50040"/>
                </a:xfrm>
                <a:prstGeom prst="rect">
                  <a:avLst/>
                </a:prstGeom>
              </p:spPr>
            </p:pic>
          </mc:Fallback>
        </mc:AlternateContent>
      </p:grpSp>
      <p:grpSp>
        <p:nvGrpSpPr>
          <p:cNvPr id="37" name="Group 36">
            <a:extLst>
              <a:ext uri="{FF2B5EF4-FFF2-40B4-BE49-F238E27FC236}">
                <a16:creationId xmlns:a16="http://schemas.microsoft.com/office/drawing/2014/main" id="{AB940564-4DB4-CFAA-A4FD-BEA6CE6C4BD3}"/>
              </a:ext>
            </a:extLst>
          </p:cNvPr>
          <p:cNvGrpSpPr/>
          <p:nvPr/>
        </p:nvGrpSpPr>
        <p:grpSpPr>
          <a:xfrm>
            <a:off x="2384858" y="1823869"/>
            <a:ext cx="349560" cy="273960"/>
            <a:chOff x="2384858" y="1823869"/>
            <a:chExt cx="349560" cy="273960"/>
          </a:xfrm>
        </p:grpSpPr>
        <mc:AlternateContent xmlns:mc="http://schemas.openxmlformats.org/markup-compatibility/2006" xmlns:p14="http://schemas.microsoft.com/office/powerpoint/2010/main">
          <mc:Choice Requires="p14">
            <p:contentPart p14:bwMode="auto" r:id="rId120">
              <p14:nvContentPartPr>
                <p14:cNvPr id="30" name="Ink 29">
                  <a:extLst>
                    <a:ext uri="{FF2B5EF4-FFF2-40B4-BE49-F238E27FC236}">
                      <a16:creationId xmlns:a16="http://schemas.microsoft.com/office/drawing/2014/main" id="{43042E6C-6693-D484-F792-6035451C312A}"/>
                    </a:ext>
                  </a:extLst>
                </p14:cNvPr>
                <p14:cNvContentPartPr/>
                <p14:nvPr/>
              </p14:nvContentPartPr>
              <p14:xfrm>
                <a:off x="2384858" y="1823869"/>
                <a:ext cx="204840" cy="205560"/>
              </p14:xfrm>
            </p:contentPart>
          </mc:Choice>
          <mc:Fallback xmlns="">
            <p:pic>
              <p:nvPicPr>
                <p:cNvPr id="30" name="Ink 29">
                  <a:extLst>
                    <a:ext uri="{FF2B5EF4-FFF2-40B4-BE49-F238E27FC236}">
                      <a16:creationId xmlns:a16="http://schemas.microsoft.com/office/drawing/2014/main" id="{43042E6C-6693-D484-F792-6035451C312A}"/>
                    </a:ext>
                  </a:extLst>
                </p:cNvPr>
                <p:cNvPicPr/>
                <p:nvPr/>
              </p:nvPicPr>
              <p:blipFill>
                <a:blip r:embed="rId121"/>
                <a:stretch>
                  <a:fillRect/>
                </a:stretch>
              </p:blipFill>
              <p:spPr>
                <a:xfrm>
                  <a:off x="2375858" y="1815229"/>
                  <a:ext cx="22248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31" name="Ink 30">
                  <a:extLst>
                    <a:ext uri="{FF2B5EF4-FFF2-40B4-BE49-F238E27FC236}">
                      <a16:creationId xmlns:a16="http://schemas.microsoft.com/office/drawing/2014/main" id="{1E995A15-33DE-EB93-04D0-324137745E58}"/>
                    </a:ext>
                  </a:extLst>
                </p14:cNvPr>
                <p14:cNvContentPartPr/>
                <p14:nvPr/>
              </p14:nvContentPartPr>
              <p14:xfrm>
                <a:off x="2490698" y="1867429"/>
                <a:ext cx="27720" cy="230400"/>
              </p14:xfrm>
            </p:contentPart>
          </mc:Choice>
          <mc:Fallback xmlns="">
            <p:pic>
              <p:nvPicPr>
                <p:cNvPr id="31" name="Ink 30">
                  <a:extLst>
                    <a:ext uri="{FF2B5EF4-FFF2-40B4-BE49-F238E27FC236}">
                      <a16:creationId xmlns:a16="http://schemas.microsoft.com/office/drawing/2014/main" id="{1E995A15-33DE-EB93-04D0-324137745E58}"/>
                    </a:ext>
                  </a:extLst>
                </p:cNvPr>
                <p:cNvPicPr/>
                <p:nvPr/>
              </p:nvPicPr>
              <p:blipFill>
                <a:blip r:embed="rId123"/>
                <a:stretch>
                  <a:fillRect/>
                </a:stretch>
              </p:blipFill>
              <p:spPr>
                <a:xfrm>
                  <a:off x="2482058" y="1858429"/>
                  <a:ext cx="4536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32" name="Ink 31">
                  <a:extLst>
                    <a:ext uri="{FF2B5EF4-FFF2-40B4-BE49-F238E27FC236}">
                      <a16:creationId xmlns:a16="http://schemas.microsoft.com/office/drawing/2014/main" id="{68B51978-15E6-DAD9-52C7-CF71D3CE5737}"/>
                    </a:ext>
                  </a:extLst>
                </p14:cNvPr>
                <p14:cNvContentPartPr/>
                <p14:nvPr/>
              </p14:nvContentPartPr>
              <p14:xfrm>
                <a:off x="2617418" y="1873189"/>
                <a:ext cx="117000" cy="212400"/>
              </p14:xfrm>
            </p:contentPart>
          </mc:Choice>
          <mc:Fallback xmlns="">
            <p:pic>
              <p:nvPicPr>
                <p:cNvPr id="32" name="Ink 31">
                  <a:extLst>
                    <a:ext uri="{FF2B5EF4-FFF2-40B4-BE49-F238E27FC236}">
                      <a16:creationId xmlns:a16="http://schemas.microsoft.com/office/drawing/2014/main" id="{68B51978-15E6-DAD9-52C7-CF71D3CE5737}"/>
                    </a:ext>
                  </a:extLst>
                </p:cNvPr>
                <p:cNvPicPr/>
                <p:nvPr/>
              </p:nvPicPr>
              <p:blipFill>
                <a:blip r:embed="rId125"/>
                <a:stretch>
                  <a:fillRect/>
                </a:stretch>
              </p:blipFill>
              <p:spPr>
                <a:xfrm>
                  <a:off x="2608418" y="1864549"/>
                  <a:ext cx="134640" cy="230040"/>
                </a:xfrm>
                <a:prstGeom prst="rect">
                  <a:avLst/>
                </a:prstGeom>
              </p:spPr>
            </p:pic>
          </mc:Fallback>
        </mc:AlternateContent>
      </p:grpSp>
      <p:grpSp>
        <p:nvGrpSpPr>
          <p:cNvPr id="36" name="Group 35">
            <a:extLst>
              <a:ext uri="{FF2B5EF4-FFF2-40B4-BE49-F238E27FC236}">
                <a16:creationId xmlns:a16="http://schemas.microsoft.com/office/drawing/2014/main" id="{E954E3F1-EF32-274D-F90E-D3B915924FEB}"/>
              </a:ext>
            </a:extLst>
          </p:cNvPr>
          <p:cNvGrpSpPr/>
          <p:nvPr/>
        </p:nvGrpSpPr>
        <p:grpSpPr>
          <a:xfrm>
            <a:off x="2937098" y="1702909"/>
            <a:ext cx="511200" cy="327600"/>
            <a:chOff x="2937098" y="1702909"/>
            <a:chExt cx="511200" cy="327600"/>
          </a:xfrm>
        </p:grpSpPr>
        <mc:AlternateContent xmlns:mc="http://schemas.openxmlformats.org/markup-compatibility/2006" xmlns:p14="http://schemas.microsoft.com/office/powerpoint/2010/main">
          <mc:Choice Requires="p14">
            <p:contentPart p14:bwMode="auto" r:id="rId126">
              <p14:nvContentPartPr>
                <p14:cNvPr id="33" name="Ink 32">
                  <a:extLst>
                    <a:ext uri="{FF2B5EF4-FFF2-40B4-BE49-F238E27FC236}">
                      <a16:creationId xmlns:a16="http://schemas.microsoft.com/office/drawing/2014/main" id="{156AC543-1D7C-3756-E99B-4673E54635B9}"/>
                    </a:ext>
                  </a:extLst>
                </p14:cNvPr>
                <p14:cNvContentPartPr/>
                <p14:nvPr/>
              </p14:nvContentPartPr>
              <p14:xfrm>
                <a:off x="2937098" y="1977229"/>
                <a:ext cx="92160" cy="39960"/>
              </p14:xfrm>
            </p:contentPart>
          </mc:Choice>
          <mc:Fallback xmlns="">
            <p:pic>
              <p:nvPicPr>
                <p:cNvPr id="33" name="Ink 32">
                  <a:extLst>
                    <a:ext uri="{FF2B5EF4-FFF2-40B4-BE49-F238E27FC236}">
                      <a16:creationId xmlns:a16="http://schemas.microsoft.com/office/drawing/2014/main" id="{156AC543-1D7C-3756-E99B-4673E54635B9}"/>
                    </a:ext>
                  </a:extLst>
                </p:cNvPr>
                <p:cNvPicPr/>
                <p:nvPr/>
              </p:nvPicPr>
              <p:blipFill>
                <a:blip r:embed="rId127"/>
                <a:stretch>
                  <a:fillRect/>
                </a:stretch>
              </p:blipFill>
              <p:spPr>
                <a:xfrm>
                  <a:off x="2928458" y="1968589"/>
                  <a:ext cx="10980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34" name="Ink 33">
                  <a:extLst>
                    <a:ext uri="{FF2B5EF4-FFF2-40B4-BE49-F238E27FC236}">
                      <a16:creationId xmlns:a16="http://schemas.microsoft.com/office/drawing/2014/main" id="{1C0720FC-E9A1-0D18-3E62-D9584492538C}"/>
                    </a:ext>
                  </a:extLst>
                </p14:cNvPr>
                <p14:cNvContentPartPr/>
                <p14:nvPr/>
              </p14:nvContentPartPr>
              <p14:xfrm>
                <a:off x="3145538" y="1831429"/>
                <a:ext cx="135360" cy="195480"/>
              </p14:xfrm>
            </p:contentPart>
          </mc:Choice>
          <mc:Fallback xmlns="">
            <p:pic>
              <p:nvPicPr>
                <p:cNvPr id="34" name="Ink 33">
                  <a:extLst>
                    <a:ext uri="{FF2B5EF4-FFF2-40B4-BE49-F238E27FC236}">
                      <a16:creationId xmlns:a16="http://schemas.microsoft.com/office/drawing/2014/main" id="{1C0720FC-E9A1-0D18-3E62-D9584492538C}"/>
                    </a:ext>
                  </a:extLst>
                </p:cNvPr>
                <p:cNvPicPr/>
                <p:nvPr/>
              </p:nvPicPr>
              <p:blipFill>
                <a:blip r:embed="rId129"/>
                <a:stretch>
                  <a:fillRect/>
                </a:stretch>
              </p:blipFill>
              <p:spPr>
                <a:xfrm>
                  <a:off x="3136538" y="1822429"/>
                  <a:ext cx="153000" cy="2131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35" name="Ink 34">
                  <a:extLst>
                    <a:ext uri="{FF2B5EF4-FFF2-40B4-BE49-F238E27FC236}">
                      <a16:creationId xmlns:a16="http://schemas.microsoft.com/office/drawing/2014/main" id="{C2DF8608-A29F-ED72-6768-4DED6872BD73}"/>
                    </a:ext>
                  </a:extLst>
                </p14:cNvPr>
                <p14:cNvContentPartPr/>
                <p14:nvPr/>
              </p14:nvContentPartPr>
              <p14:xfrm>
                <a:off x="3330578" y="1702909"/>
                <a:ext cx="117720" cy="327600"/>
              </p14:xfrm>
            </p:contentPart>
          </mc:Choice>
          <mc:Fallback xmlns="">
            <p:pic>
              <p:nvPicPr>
                <p:cNvPr id="35" name="Ink 34">
                  <a:extLst>
                    <a:ext uri="{FF2B5EF4-FFF2-40B4-BE49-F238E27FC236}">
                      <a16:creationId xmlns:a16="http://schemas.microsoft.com/office/drawing/2014/main" id="{C2DF8608-A29F-ED72-6768-4DED6872BD73}"/>
                    </a:ext>
                  </a:extLst>
                </p:cNvPr>
                <p:cNvPicPr/>
                <p:nvPr/>
              </p:nvPicPr>
              <p:blipFill>
                <a:blip r:embed="rId131"/>
                <a:stretch>
                  <a:fillRect/>
                </a:stretch>
              </p:blipFill>
              <p:spPr>
                <a:xfrm>
                  <a:off x="3321938" y="1694269"/>
                  <a:ext cx="135360" cy="345240"/>
                </a:xfrm>
                <a:prstGeom prst="rect">
                  <a:avLst/>
                </a:prstGeom>
              </p:spPr>
            </p:pic>
          </mc:Fallback>
        </mc:AlternateContent>
      </p:grpSp>
      <p:grpSp>
        <p:nvGrpSpPr>
          <p:cNvPr id="82" name="Group 81">
            <a:extLst>
              <a:ext uri="{FF2B5EF4-FFF2-40B4-BE49-F238E27FC236}">
                <a16:creationId xmlns:a16="http://schemas.microsoft.com/office/drawing/2014/main" id="{5B3694A7-C8EB-69C7-B34B-931AD161C58E}"/>
              </a:ext>
            </a:extLst>
          </p:cNvPr>
          <p:cNvGrpSpPr/>
          <p:nvPr/>
        </p:nvGrpSpPr>
        <p:grpSpPr>
          <a:xfrm>
            <a:off x="641018" y="4202029"/>
            <a:ext cx="284040" cy="293400"/>
            <a:chOff x="641018" y="4202029"/>
            <a:chExt cx="284040" cy="293400"/>
          </a:xfrm>
        </p:grpSpPr>
        <mc:AlternateContent xmlns:mc="http://schemas.openxmlformats.org/markup-compatibility/2006" xmlns:p14="http://schemas.microsoft.com/office/powerpoint/2010/main">
          <mc:Choice Requires="p14">
            <p:contentPart p14:bwMode="auto" r:id="rId132">
              <p14:nvContentPartPr>
                <p14:cNvPr id="80" name="Ink 79">
                  <a:extLst>
                    <a:ext uri="{FF2B5EF4-FFF2-40B4-BE49-F238E27FC236}">
                      <a16:creationId xmlns:a16="http://schemas.microsoft.com/office/drawing/2014/main" id="{9BF37A96-EF56-4B97-2CC4-B2BD825587A5}"/>
                    </a:ext>
                  </a:extLst>
                </p14:cNvPr>
                <p14:cNvContentPartPr/>
                <p14:nvPr/>
              </p14:nvContentPartPr>
              <p14:xfrm>
                <a:off x="641018" y="4202029"/>
                <a:ext cx="284040" cy="195120"/>
              </p14:xfrm>
            </p:contentPart>
          </mc:Choice>
          <mc:Fallback xmlns="">
            <p:pic>
              <p:nvPicPr>
                <p:cNvPr id="80" name="Ink 79">
                  <a:extLst>
                    <a:ext uri="{FF2B5EF4-FFF2-40B4-BE49-F238E27FC236}">
                      <a16:creationId xmlns:a16="http://schemas.microsoft.com/office/drawing/2014/main" id="{9BF37A96-EF56-4B97-2CC4-B2BD825587A5}"/>
                    </a:ext>
                  </a:extLst>
                </p:cNvPr>
                <p:cNvPicPr/>
                <p:nvPr/>
              </p:nvPicPr>
              <p:blipFill>
                <a:blip r:embed="rId188"/>
                <a:stretch>
                  <a:fillRect/>
                </a:stretch>
              </p:blipFill>
              <p:spPr>
                <a:xfrm>
                  <a:off x="632018" y="4193389"/>
                  <a:ext cx="30168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81" name="Ink 80">
                  <a:extLst>
                    <a:ext uri="{FF2B5EF4-FFF2-40B4-BE49-F238E27FC236}">
                      <a16:creationId xmlns:a16="http://schemas.microsoft.com/office/drawing/2014/main" id="{47844841-6220-65C9-9AFE-E6BE00292481}"/>
                    </a:ext>
                  </a:extLst>
                </p14:cNvPr>
                <p14:cNvContentPartPr/>
                <p14:nvPr/>
              </p14:nvContentPartPr>
              <p14:xfrm>
                <a:off x="803738" y="4221829"/>
                <a:ext cx="13680" cy="273600"/>
              </p14:xfrm>
            </p:contentPart>
          </mc:Choice>
          <mc:Fallback xmlns="">
            <p:pic>
              <p:nvPicPr>
                <p:cNvPr id="81" name="Ink 80">
                  <a:extLst>
                    <a:ext uri="{FF2B5EF4-FFF2-40B4-BE49-F238E27FC236}">
                      <a16:creationId xmlns:a16="http://schemas.microsoft.com/office/drawing/2014/main" id="{47844841-6220-65C9-9AFE-E6BE00292481}"/>
                    </a:ext>
                  </a:extLst>
                </p:cNvPr>
                <p:cNvPicPr/>
                <p:nvPr/>
              </p:nvPicPr>
              <p:blipFill>
                <a:blip r:embed="rId190"/>
                <a:stretch>
                  <a:fillRect/>
                </a:stretch>
              </p:blipFill>
              <p:spPr>
                <a:xfrm>
                  <a:off x="795098" y="4212829"/>
                  <a:ext cx="31320" cy="291240"/>
                </a:xfrm>
                <a:prstGeom prst="rect">
                  <a:avLst/>
                </a:prstGeom>
              </p:spPr>
            </p:pic>
          </mc:Fallback>
        </mc:AlternateContent>
      </p:grpSp>
      <p:grpSp>
        <p:nvGrpSpPr>
          <p:cNvPr id="100" name="Group 99">
            <a:extLst>
              <a:ext uri="{FF2B5EF4-FFF2-40B4-BE49-F238E27FC236}">
                <a16:creationId xmlns:a16="http://schemas.microsoft.com/office/drawing/2014/main" id="{C0764DB7-1026-DEDD-2BBF-6874117AD121}"/>
              </a:ext>
            </a:extLst>
          </p:cNvPr>
          <p:cNvGrpSpPr/>
          <p:nvPr/>
        </p:nvGrpSpPr>
        <p:grpSpPr>
          <a:xfrm>
            <a:off x="3398258" y="6364189"/>
            <a:ext cx="341640" cy="209520"/>
            <a:chOff x="3398258" y="6364189"/>
            <a:chExt cx="341640" cy="209520"/>
          </a:xfrm>
        </p:grpSpPr>
        <mc:AlternateContent xmlns:mc="http://schemas.openxmlformats.org/markup-compatibility/2006" xmlns:p14="http://schemas.microsoft.com/office/powerpoint/2010/main">
          <mc:Choice Requires="p14">
            <p:contentPart p14:bwMode="auto" r:id="rId191">
              <p14:nvContentPartPr>
                <p14:cNvPr id="98" name="Ink 97">
                  <a:extLst>
                    <a:ext uri="{FF2B5EF4-FFF2-40B4-BE49-F238E27FC236}">
                      <a16:creationId xmlns:a16="http://schemas.microsoft.com/office/drawing/2014/main" id="{ACF2F934-E5E7-C7BD-B4CC-361FC38314F4}"/>
                    </a:ext>
                  </a:extLst>
                </p14:cNvPr>
                <p14:cNvContentPartPr/>
                <p14:nvPr/>
              </p14:nvContentPartPr>
              <p14:xfrm>
                <a:off x="3398258" y="6364189"/>
                <a:ext cx="116640" cy="202680"/>
              </p14:xfrm>
            </p:contentPart>
          </mc:Choice>
          <mc:Fallback xmlns="">
            <p:pic>
              <p:nvPicPr>
                <p:cNvPr id="98" name="Ink 97">
                  <a:extLst>
                    <a:ext uri="{FF2B5EF4-FFF2-40B4-BE49-F238E27FC236}">
                      <a16:creationId xmlns:a16="http://schemas.microsoft.com/office/drawing/2014/main" id="{ACF2F934-E5E7-C7BD-B4CC-361FC38314F4}"/>
                    </a:ext>
                  </a:extLst>
                </p:cNvPr>
                <p:cNvPicPr/>
                <p:nvPr/>
              </p:nvPicPr>
              <p:blipFill>
                <a:blip r:embed="rId220"/>
                <a:stretch>
                  <a:fillRect/>
                </a:stretch>
              </p:blipFill>
              <p:spPr>
                <a:xfrm>
                  <a:off x="3389258" y="6355549"/>
                  <a:ext cx="13428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221">
              <p14:nvContentPartPr>
                <p14:cNvPr id="99" name="Ink 98">
                  <a:extLst>
                    <a:ext uri="{FF2B5EF4-FFF2-40B4-BE49-F238E27FC236}">
                      <a16:creationId xmlns:a16="http://schemas.microsoft.com/office/drawing/2014/main" id="{8AC6AE3A-04CE-1E2A-4CD7-D948CA5E21DD}"/>
                    </a:ext>
                  </a:extLst>
                </p14:cNvPr>
                <p14:cNvContentPartPr/>
                <p14:nvPr/>
              </p14:nvContentPartPr>
              <p14:xfrm>
                <a:off x="3566738" y="6369949"/>
                <a:ext cx="173160" cy="203760"/>
              </p14:xfrm>
            </p:contentPart>
          </mc:Choice>
          <mc:Fallback xmlns="">
            <p:pic>
              <p:nvPicPr>
                <p:cNvPr id="99" name="Ink 98">
                  <a:extLst>
                    <a:ext uri="{FF2B5EF4-FFF2-40B4-BE49-F238E27FC236}">
                      <a16:creationId xmlns:a16="http://schemas.microsoft.com/office/drawing/2014/main" id="{8AC6AE3A-04CE-1E2A-4CD7-D948CA5E21DD}"/>
                    </a:ext>
                  </a:extLst>
                </p:cNvPr>
                <p:cNvPicPr/>
                <p:nvPr/>
              </p:nvPicPr>
              <p:blipFill>
                <a:blip r:embed="rId222"/>
                <a:stretch>
                  <a:fillRect/>
                </a:stretch>
              </p:blipFill>
              <p:spPr>
                <a:xfrm>
                  <a:off x="3558098" y="6361309"/>
                  <a:ext cx="190800" cy="221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3">
            <p14:nvContentPartPr>
              <p14:cNvPr id="101" name="Ink 100">
                <a:extLst>
                  <a:ext uri="{FF2B5EF4-FFF2-40B4-BE49-F238E27FC236}">
                    <a16:creationId xmlns:a16="http://schemas.microsoft.com/office/drawing/2014/main" id="{3A31C983-57BD-B53B-8968-6103AA3726A4}"/>
                  </a:ext>
                </a:extLst>
              </p14:cNvPr>
              <p14:cNvContentPartPr/>
              <p14:nvPr/>
            </p14:nvContentPartPr>
            <p14:xfrm>
              <a:off x="3534338" y="4202749"/>
              <a:ext cx="123480" cy="142920"/>
            </p14:xfrm>
          </p:contentPart>
        </mc:Choice>
        <mc:Fallback xmlns="">
          <p:pic>
            <p:nvPicPr>
              <p:cNvPr id="101" name="Ink 100">
                <a:extLst>
                  <a:ext uri="{FF2B5EF4-FFF2-40B4-BE49-F238E27FC236}">
                    <a16:creationId xmlns:a16="http://schemas.microsoft.com/office/drawing/2014/main" id="{3A31C983-57BD-B53B-8968-6103AA3726A4}"/>
                  </a:ext>
                </a:extLst>
              </p:cNvPr>
              <p:cNvPicPr/>
              <p:nvPr/>
            </p:nvPicPr>
            <p:blipFill>
              <a:blip r:embed="rId224"/>
              <a:stretch>
                <a:fillRect/>
              </a:stretch>
            </p:blipFill>
            <p:spPr>
              <a:xfrm>
                <a:off x="3525338" y="4194109"/>
                <a:ext cx="141120" cy="160560"/>
              </a:xfrm>
              <a:prstGeom prst="rect">
                <a:avLst/>
              </a:prstGeom>
            </p:spPr>
          </p:pic>
        </mc:Fallback>
      </mc:AlternateContent>
      <p:grpSp>
        <p:nvGrpSpPr>
          <p:cNvPr id="113" name="Group 112">
            <a:extLst>
              <a:ext uri="{FF2B5EF4-FFF2-40B4-BE49-F238E27FC236}">
                <a16:creationId xmlns:a16="http://schemas.microsoft.com/office/drawing/2014/main" id="{831FF7EF-FB5C-6A6F-7887-82CAED2BB427}"/>
              </a:ext>
            </a:extLst>
          </p:cNvPr>
          <p:cNvGrpSpPr/>
          <p:nvPr/>
        </p:nvGrpSpPr>
        <p:grpSpPr>
          <a:xfrm>
            <a:off x="3922418" y="4211029"/>
            <a:ext cx="282600" cy="182160"/>
            <a:chOff x="3922418" y="4211029"/>
            <a:chExt cx="282600" cy="182160"/>
          </a:xfrm>
        </p:grpSpPr>
        <mc:AlternateContent xmlns:mc="http://schemas.openxmlformats.org/markup-compatibility/2006" xmlns:p14="http://schemas.microsoft.com/office/powerpoint/2010/main">
          <mc:Choice Requires="p14">
            <p:contentPart p14:bwMode="auto" r:id="rId225">
              <p14:nvContentPartPr>
                <p14:cNvPr id="102" name="Ink 101">
                  <a:extLst>
                    <a:ext uri="{FF2B5EF4-FFF2-40B4-BE49-F238E27FC236}">
                      <a16:creationId xmlns:a16="http://schemas.microsoft.com/office/drawing/2014/main" id="{DC50FE06-F714-5A8C-FE68-B4A8C9C2E5E8}"/>
                    </a:ext>
                  </a:extLst>
                </p14:cNvPr>
                <p14:cNvContentPartPr/>
                <p14:nvPr/>
              </p14:nvContentPartPr>
              <p14:xfrm>
                <a:off x="3922418" y="4288429"/>
                <a:ext cx="198720" cy="33840"/>
              </p14:xfrm>
            </p:contentPart>
          </mc:Choice>
          <mc:Fallback xmlns="">
            <p:pic>
              <p:nvPicPr>
                <p:cNvPr id="102" name="Ink 101">
                  <a:extLst>
                    <a:ext uri="{FF2B5EF4-FFF2-40B4-BE49-F238E27FC236}">
                      <a16:creationId xmlns:a16="http://schemas.microsoft.com/office/drawing/2014/main" id="{DC50FE06-F714-5A8C-FE68-B4A8C9C2E5E8}"/>
                    </a:ext>
                  </a:extLst>
                </p:cNvPr>
                <p:cNvPicPr/>
                <p:nvPr/>
              </p:nvPicPr>
              <p:blipFill>
                <a:blip r:embed="rId226"/>
                <a:stretch>
                  <a:fillRect/>
                </a:stretch>
              </p:blipFill>
              <p:spPr>
                <a:xfrm>
                  <a:off x="3913418" y="4279429"/>
                  <a:ext cx="21636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227">
              <p14:nvContentPartPr>
                <p14:cNvPr id="103" name="Ink 102">
                  <a:extLst>
                    <a:ext uri="{FF2B5EF4-FFF2-40B4-BE49-F238E27FC236}">
                      <a16:creationId xmlns:a16="http://schemas.microsoft.com/office/drawing/2014/main" id="{E0F29484-6883-A184-8EF3-F83556A865C9}"/>
                    </a:ext>
                  </a:extLst>
                </p14:cNvPr>
                <p14:cNvContentPartPr/>
                <p14:nvPr/>
              </p14:nvContentPartPr>
              <p14:xfrm>
                <a:off x="4038338" y="4211029"/>
                <a:ext cx="166680" cy="182160"/>
              </p14:xfrm>
            </p:contentPart>
          </mc:Choice>
          <mc:Fallback xmlns="">
            <p:pic>
              <p:nvPicPr>
                <p:cNvPr id="103" name="Ink 102">
                  <a:extLst>
                    <a:ext uri="{FF2B5EF4-FFF2-40B4-BE49-F238E27FC236}">
                      <a16:creationId xmlns:a16="http://schemas.microsoft.com/office/drawing/2014/main" id="{E0F29484-6883-A184-8EF3-F83556A865C9}"/>
                    </a:ext>
                  </a:extLst>
                </p:cNvPr>
                <p:cNvPicPr/>
                <p:nvPr/>
              </p:nvPicPr>
              <p:blipFill>
                <a:blip r:embed="rId228"/>
                <a:stretch>
                  <a:fillRect/>
                </a:stretch>
              </p:blipFill>
              <p:spPr>
                <a:xfrm>
                  <a:off x="4029698" y="4202029"/>
                  <a:ext cx="184320" cy="199800"/>
                </a:xfrm>
                <a:prstGeom prst="rect">
                  <a:avLst/>
                </a:prstGeom>
              </p:spPr>
            </p:pic>
          </mc:Fallback>
        </mc:AlternateContent>
      </p:grpSp>
      <p:grpSp>
        <p:nvGrpSpPr>
          <p:cNvPr id="112" name="Group 111">
            <a:extLst>
              <a:ext uri="{FF2B5EF4-FFF2-40B4-BE49-F238E27FC236}">
                <a16:creationId xmlns:a16="http://schemas.microsoft.com/office/drawing/2014/main" id="{59B2CBAF-4EE7-740E-4ABA-DFCEDCA1B2D2}"/>
              </a:ext>
            </a:extLst>
          </p:cNvPr>
          <p:cNvGrpSpPr/>
          <p:nvPr/>
        </p:nvGrpSpPr>
        <p:grpSpPr>
          <a:xfrm>
            <a:off x="4457018" y="4191949"/>
            <a:ext cx="924480" cy="396000"/>
            <a:chOff x="4457018" y="4191949"/>
            <a:chExt cx="924480" cy="396000"/>
          </a:xfrm>
        </p:grpSpPr>
        <mc:AlternateContent xmlns:mc="http://schemas.openxmlformats.org/markup-compatibility/2006" xmlns:p14="http://schemas.microsoft.com/office/powerpoint/2010/main">
          <mc:Choice Requires="p14">
            <p:contentPart p14:bwMode="auto" r:id="rId229">
              <p14:nvContentPartPr>
                <p14:cNvPr id="104" name="Ink 103">
                  <a:extLst>
                    <a:ext uri="{FF2B5EF4-FFF2-40B4-BE49-F238E27FC236}">
                      <a16:creationId xmlns:a16="http://schemas.microsoft.com/office/drawing/2014/main" id="{FEEA058E-97F3-BBE9-F711-8A0787AC9841}"/>
                    </a:ext>
                  </a:extLst>
                </p14:cNvPr>
                <p14:cNvContentPartPr/>
                <p14:nvPr/>
              </p14:nvContentPartPr>
              <p14:xfrm>
                <a:off x="4527938" y="4212109"/>
                <a:ext cx="136080" cy="133200"/>
              </p14:xfrm>
            </p:contentPart>
          </mc:Choice>
          <mc:Fallback xmlns="">
            <p:pic>
              <p:nvPicPr>
                <p:cNvPr id="104" name="Ink 103">
                  <a:extLst>
                    <a:ext uri="{FF2B5EF4-FFF2-40B4-BE49-F238E27FC236}">
                      <a16:creationId xmlns:a16="http://schemas.microsoft.com/office/drawing/2014/main" id="{FEEA058E-97F3-BBE9-F711-8A0787AC9841}"/>
                    </a:ext>
                  </a:extLst>
                </p:cNvPr>
                <p:cNvPicPr/>
                <p:nvPr/>
              </p:nvPicPr>
              <p:blipFill>
                <a:blip r:embed="rId230"/>
                <a:stretch>
                  <a:fillRect/>
                </a:stretch>
              </p:blipFill>
              <p:spPr>
                <a:xfrm>
                  <a:off x="4519298" y="4203109"/>
                  <a:ext cx="15372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231">
              <p14:nvContentPartPr>
                <p14:cNvPr id="105" name="Ink 104">
                  <a:extLst>
                    <a:ext uri="{FF2B5EF4-FFF2-40B4-BE49-F238E27FC236}">
                      <a16:creationId xmlns:a16="http://schemas.microsoft.com/office/drawing/2014/main" id="{E41F7216-EBAD-B11A-91E5-7561513FB07F}"/>
                    </a:ext>
                  </a:extLst>
                </p14:cNvPr>
                <p14:cNvContentPartPr/>
                <p14:nvPr/>
              </p14:nvContentPartPr>
              <p14:xfrm>
                <a:off x="4725218" y="4191949"/>
                <a:ext cx="135360" cy="119520"/>
              </p14:xfrm>
            </p:contentPart>
          </mc:Choice>
          <mc:Fallback xmlns="">
            <p:pic>
              <p:nvPicPr>
                <p:cNvPr id="105" name="Ink 104">
                  <a:extLst>
                    <a:ext uri="{FF2B5EF4-FFF2-40B4-BE49-F238E27FC236}">
                      <a16:creationId xmlns:a16="http://schemas.microsoft.com/office/drawing/2014/main" id="{E41F7216-EBAD-B11A-91E5-7561513FB07F}"/>
                    </a:ext>
                  </a:extLst>
                </p:cNvPr>
                <p:cNvPicPr/>
                <p:nvPr/>
              </p:nvPicPr>
              <p:blipFill>
                <a:blip r:embed="rId232"/>
                <a:stretch>
                  <a:fillRect/>
                </a:stretch>
              </p:blipFill>
              <p:spPr>
                <a:xfrm>
                  <a:off x="4716578" y="4183309"/>
                  <a:ext cx="153000" cy="137160"/>
                </a:xfrm>
                <a:prstGeom prst="rect">
                  <a:avLst/>
                </a:prstGeom>
              </p:spPr>
            </p:pic>
          </mc:Fallback>
        </mc:AlternateContent>
        <mc:AlternateContent xmlns:mc="http://schemas.openxmlformats.org/markup-compatibility/2006" xmlns:p14="http://schemas.microsoft.com/office/powerpoint/2010/main">
          <mc:Choice Requires="p14">
            <p:contentPart p14:bwMode="auto" r:id="rId233">
              <p14:nvContentPartPr>
                <p14:cNvPr id="106" name="Ink 105">
                  <a:extLst>
                    <a:ext uri="{FF2B5EF4-FFF2-40B4-BE49-F238E27FC236}">
                      <a16:creationId xmlns:a16="http://schemas.microsoft.com/office/drawing/2014/main" id="{08C72E4A-CD2B-FE2C-207B-52E198BD565F}"/>
                    </a:ext>
                  </a:extLst>
                </p14:cNvPr>
                <p14:cNvContentPartPr/>
                <p14:nvPr/>
              </p14:nvContentPartPr>
              <p14:xfrm>
                <a:off x="4457018" y="4497229"/>
                <a:ext cx="192240" cy="10800"/>
              </p14:xfrm>
            </p:contentPart>
          </mc:Choice>
          <mc:Fallback xmlns="">
            <p:pic>
              <p:nvPicPr>
                <p:cNvPr id="106" name="Ink 105">
                  <a:extLst>
                    <a:ext uri="{FF2B5EF4-FFF2-40B4-BE49-F238E27FC236}">
                      <a16:creationId xmlns:a16="http://schemas.microsoft.com/office/drawing/2014/main" id="{08C72E4A-CD2B-FE2C-207B-52E198BD565F}"/>
                    </a:ext>
                  </a:extLst>
                </p:cNvPr>
                <p:cNvPicPr/>
                <p:nvPr/>
              </p:nvPicPr>
              <p:blipFill>
                <a:blip r:embed="rId234"/>
                <a:stretch>
                  <a:fillRect/>
                </a:stretch>
              </p:blipFill>
              <p:spPr>
                <a:xfrm>
                  <a:off x="4448378" y="4488589"/>
                  <a:ext cx="20988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235">
              <p14:nvContentPartPr>
                <p14:cNvPr id="107" name="Ink 106">
                  <a:extLst>
                    <a:ext uri="{FF2B5EF4-FFF2-40B4-BE49-F238E27FC236}">
                      <a16:creationId xmlns:a16="http://schemas.microsoft.com/office/drawing/2014/main" id="{17C44C69-89F0-577A-2D1A-73CB81F21139}"/>
                    </a:ext>
                  </a:extLst>
                </p14:cNvPr>
                <p14:cNvContentPartPr/>
                <p14:nvPr/>
              </p14:nvContentPartPr>
              <p14:xfrm>
                <a:off x="4583018" y="4410829"/>
                <a:ext cx="21600" cy="160920"/>
              </p14:xfrm>
            </p:contentPart>
          </mc:Choice>
          <mc:Fallback xmlns="">
            <p:pic>
              <p:nvPicPr>
                <p:cNvPr id="107" name="Ink 106">
                  <a:extLst>
                    <a:ext uri="{FF2B5EF4-FFF2-40B4-BE49-F238E27FC236}">
                      <a16:creationId xmlns:a16="http://schemas.microsoft.com/office/drawing/2014/main" id="{17C44C69-89F0-577A-2D1A-73CB81F21139}"/>
                    </a:ext>
                  </a:extLst>
                </p:cNvPr>
                <p:cNvPicPr/>
                <p:nvPr/>
              </p:nvPicPr>
              <p:blipFill>
                <a:blip r:embed="rId236"/>
                <a:stretch>
                  <a:fillRect/>
                </a:stretch>
              </p:blipFill>
              <p:spPr>
                <a:xfrm>
                  <a:off x="4574018" y="4402189"/>
                  <a:ext cx="39240"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37">
              <p14:nvContentPartPr>
                <p14:cNvPr id="108" name="Ink 107">
                  <a:extLst>
                    <a:ext uri="{FF2B5EF4-FFF2-40B4-BE49-F238E27FC236}">
                      <a16:creationId xmlns:a16="http://schemas.microsoft.com/office/drawing/2014/main" id="{176DABC8-6B76-7DD4-9CF2-C0DB7D077082}"/>
                    </a:ext>
                  </a:extLst>
                </p14:cNvPr>
                <p14:cNvContentPartPr/>
                <p14:nvPr/>
              </p14:nvContentPartPr>
              <p14:xfrm>
                <a:off x="4662578" y="4426669"/>
                <a:ext cx="64080" cy="161280"/>
              </p14:xfrm>
            </p:contentPart>
          </mc:Choice>
          <mc:Fallback xmlns="">
            <p:pic>
              <p:nvPicPr>
                <p:cNvPr id="108" name="Ink 107">
                  <a:extLst>
                    <a:ext uri="{FF2B5EF4-FFF2-40B4-BE49-F238E27FC236}">
                      <a16:creationId xmlns:a16="http://schemas.microsoft.com/office/drawing/2014/main" id="{176DABC8-6B76-7DD4-9CF2-C0DB7D077082}"/>
                    </a:ext>
                  </a:extLst>
                </p:cNvPr>
                <p:cNvPicPr/>
                <p:nvPr/>
              </p:nvPicPr>
              <p:blipFill>
                <a:blip r:embed="rId238"/>
                <a:stretch>
                  <a:fillRect/>
                </a:stretch>
              </p:blipFill>
              <p:spPr>
                <a:xfrm>
                  <a:off x="4653578" y="4417669"/>
                  <a:ext cx="81720" cy="178920"/>
                </a:xfrm>
                <a:prstGeom prst="rect">
                  <a:avLst/>
                </a:prstGeom>
              </p:spPr>
            </p:pic>
          </mc:Fallback>
        </mc:AlternateContent>
        <mc:AlternateContent xmlns:mc="http://schemas.openxmlformats.org/markup-compatibility/2006" xmlns:p14="http://schemas.microsoft.com/office/powerpoint/2010/main">
          <mc:Choice Requires="p14">
            <p:contentPart p14:bwMode="auto" r:id="rId239">
              <p14:nvContentPartPr>
                <p14:cNvPr id="109" name="Ink 108">
                  <a:extLst>
                    <a:ext uri="{FF2B5EF4-FFF2-40B4-BE49-F238E27FC236}">
                      <a16:creationId xmlns:a16="http://schemas.microsoft.com/office/drawing/2014/main" id="{B2FB0B5E-CB1D-70B6-078C-B001D59B7025}"/>
                    </a:ext>
                  </a:extLst>
                </p14:cNvPr>
                <p14:cNvContentPartPr/>
                <p14:nvPr/>
              </p14:nvContentPartPr>
              <p14:xfrm>
                <a:off x="4793618" y="4410829"/>
                <a:ext cx="204840" cy="131400"/>
              </p14:xfrm>
            </p:contentPart>
          </mc:Choice>
          <mc:Fallback xmlns="">
            <p:pic>
              <p:nvPicPr>
                <p:cNvPr id="109" name="Ink 108">
                  <a:extLst>
                    <a:ext uri="{FF2B5EF4-FFF2-40B4-BE49-F238E27FC236}">
                      <a16:creationId xmlns:a16="http://schemas.microsoft.com/office/drawing/2014/main" id="{B2FB0B5E-CB1D-70B6-078C-B001D59B7025}"/>
                    </a:ext>
                  </a:extLst>
                </p:cNvPr>
                <p:cNvPicPr/>
                <p:nvPr/>
              </p:nvPicPr>
              <p:blipFill>
                <a:blip r:embed="rId240"/>
                <a:stretch>
                  <a:fillRect/>
                </a:stretch>
              </p:blipFill>
              <p:spPr>
                <a:xfrm>
                  <a:off x="4784978" y="4401829"/>
                  <a:ext cx="22248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241">
              <p14:nvContentPartPr>
                <p14:cNvPr id="110" name="Ink 109">
                  <a:extLst>
                    <a:ext uri="{FF2B5EF4-FFF2-40B4-BE49-F238E27FC236}">
                      <a16:creationId xmlns:a16="http://schemas.microsoft.com/office/drawing/2014/main" id="{F4EF3C35-678E-38E7-F03C-11CBB952D269}"/>
                    </a:ext>
                  </a:extLst>
                </p14:cNvPr>
                <p14:cNvContentPartPr/>
                <p14:nvPr/>
              </p14:nvContentPartPr>
              <p14:xfrm>
                <a:off x="5004218" y="4407949"/>
                <a:ext cx="113760" cy="127800"/>
              </p14:xfrm>
            </p:contentPart>
          </mc:Choice>
          <mc:Fallback xmlns="">
            <p:pic>
              <p:nvPicPr>
                <p:cNvPr id="110" name="Ink 109">
                  <a:extLst>
                    <a:ext uri="{FF2B5EF4-FFF2-40B4-BE49-F238E27FC236}">
                      <a16:creationId xmlns:a16="http://schemas.microsoft.com/office/drawing/2014/main" id="{F4EF3C35-678E-38E7-F03C-11CBB952D269}"/>
                    </a:ext>
                  </a:extLst>
                </p:cNvPr>
                <p:cNvPicPr/>
                <p:nvPr/>
              </p:nvPicPr>
              <p:blipFill>
                <a:blip r:embed="rId242"/>
                <a:stretch>
                  <a:fillRect/>
                </a:stretch>
              </p:blipFill>
              <p:spPr>
                <a:xfrm>
                  <a:off x="4995218" y="4398949"/>
                  <a:ext cx="131400" cy="145440"/>
                </a:xfrm>
                <a:prstGeom prst="rect">
                  <a:avLst/>
                </a:prstGeom>
              </p:spPr>
            </p:pic>
          </mc:Fallback>
        </mc:AlternateContent>
        <mc:AlternateContent xmlns:mc="http://schemas.openxmlformats.org/markup-compatibility/2006" xmlns:p14="http://schemas.microsoft.com/office/powerpoint/2010/main">
          <mc:Choice Requires="p14">
            <p:contentPart p14:bwMode="auto" r:id="rId243">
              <p14:nvContentPartPr>
                <p14:cNvPr id="111" name="Ink 110">
                  <a:extLst>
                    <a:ext uri="{FF2B5EF4-FFF2-40B4-BE49-F238E27FC236}">
                      <a16:creationId xmlns:a16="http://schemas.microsoft.com/office/drawing/2014/main" id="{C3BD4CA5-2C0F-360D-DC34-A4DDA9F2FC72}"/>
                    </a:ext>
                  </a:extLst>
                </p14:cNvPr>
                <p14:cNvContentPartPr/>
                <p14:nvPr/>
              </p14:nvContentPartPr>
              <p14:xfrm>
                <a:off x="5101418" y="4285909"/>
                <a:ext cx="280080" cy="252000"/>
              </p14:xfrm>
            </p:contentPart>
          </mc:Choice>
          <mc:Fallback xmlns="">
            <p:pic>
              <p:nvPicPr>
                <p:cNvPr id="111" name="Ink 110">
                  <a:extLst>
                    <a:ext uri="{FF2B5EF4-FFF2-40B4-BE49-F238E27FC236}">
                      <a16:creationId xmlns:a16="http://schemas.microsoft.com/office/drawing/2014/main" id="{C3BD4CA5-2C0F-360D-DC34-A4DDA9F2FC72}"/>
                    </a:ext>
                  </a:extLst>
                </p:cNvPr>
                <p:cNvPicPr/>
                <p:nvPr/>
              </p:nvPicPr>
              <p:blipFill>
                <a:blip r:embed="rId244"/>
                <a:stretch>
                  <a:fillRect/>
                </a:stretch>
              </p:blipFill>
              <p:spPr>
                <a:xfrm>
                  <a:off x="5092418" y="4277269"/>
                  <a:ext cx="297720" cy="269640"/>
                </a:xfrm>
                <a:prstGeom prst="rect">
                  <a:avLst/>
                </a:prstGeom>
              </p:spPr>
            </p:pic>
          </mc:Fallback>
        </mc:AlternateContent>
      </p:grpSp>
    </p:spTree>
    <p:extLst>
      <p:ext uri="{BB962C8B-B14F-4D97-AF65-F5344CB8AC3E}">
        <p14:creationId xmlns:p14="http://schemas.microsoft.com/office/powerpoint/2010/main" val="33923977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C768-0B64-3591-0C64-FB1285273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E0D553-49ED-C0A6-BF00-0FB5ADF13AF3}"/>
              </a:ext>
            </a:extLst>
          </p:cNvPr>
          <p:cNvSpPr>
            <a:spLocks noGrp="1"/>
          </p:cNvSpPr>
          <p:nvPr>
            <p:ph type="title"/>
          </p:nvPr>
        </p:nvSpPr>
        <p:spPr>
          <a:xfrm>
            <a:off x="509295" y="57182"/>
            <a:ext cx="9875520" cy="1356360"/>
          </a:xfrm>
        </p:spPr>
        <p:txBody>
          <a:bodyPr/>
          <a:lstStyle/>
          <a:p>
            <a:r>
              <a:rPr lang="en-GB" dirty="0"/>
              <a:t>Basics of trade : Simple Economics model </a:t>
            </a:r>
            <a:endParaRPr lang="en-SG" dirty="0"/>
          </a:p>
        </p:txBody>
      </p:sp>
      <p:sp>
        <p:nvSpPr>
          <p:cNvPr id="4" name="Slide Number Placeholder 3">
            <a:extLst>
              <a:ext uri="{FF2B5EF4-FFF2-40B4-BE49-F238E27FC236}">
                <a16:creationId xmlns:a16="http://schemas.microsoft.com/office/drawing/2014/main" id="{2E60AE54-C1F6-BEA2-4910-81C24E269DF1}"/>
              </a:ext>
            </a:extLst>
          </p:cNvPr>
          <p:cNvSpPr>
            <a:spLocks noGrp="1"/>
          </p:cNvSpPr>
          <p:nvPr>
            <p:ph type="sldNum" sz="quarter" idx="12"/>
          </p:nvPr>
        </p:nvSpPr>
        <p:spPr/>
        <p:txBody>
          <a:bodyPr/>
          <a:lstStyle/>
          <a:p>
            <a:pPr>
              <a:defRPr/>
            </a:pPr>
            <a:fld id="{12435390-808E-496C-9001-512058A0016E}" type="slidenum">
              <a:rPr lang="en-US" altLang="en-US" smtClean="0"/>
              <a:pPr>
                <a:defRPr/>
              </a:pPr>
              <a:t>17</a:t>
            </a:fld>
            <a:endParaRPr lang="en-US" altLang="en-US" dirty="0"/>
          </a:p>
        </p:txBody>
      </p:sp>
      <p:cxnSp>
        <p:nvCxnSpPr>
          <p:cNvPr id="6" name="Straight Connector 5">
            <a:extLst>
              <a:ext uri="{FF2B5EF4-FFF2-40B4-BE49-F238E27FC236}">
                <a16:creationId xmlns:a16="http://schemas.microsoft.com/office/drawing/2014/main" id="{CDF5B975-D741-22B0-1F9F-B1FF2E6957CB}"/>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1877EC4-5086-0034-E7E1-93EE42C858E9}"/>
              </a:ext>
            </a:extLst>
          </p:cNvPr>
          <p:cNvCxnSpPr/>
          <p:nvPr/>
        </p:nvCxnSpPr>
        <p:spPr>
          <a:xfrm>
            <a:off x="1066800" y="6324600"/>
            <a:ext cx="45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32B6AA6-3CE8-4E51-D157-2581331234B9}"/>
              </a:ext>
            </a:extLst>
          </p:cNvPr>
          <p:cNvSpPr txBox="1"/>
          <p:nvPr/>
        </p:nvSpPr>
        <p:spPr>
          <a:xfrm>
            <a:off x="6171685" y="968625"/>
            <a:ext cx="5736958" cy="5447645"/>
          </a:xfrm>
          <a:prstGeom prst="rect">
            <a:avLst/>
          </a:prstGeom>
          <a:noFill/>
        </p:spPr>
        <p:txBody>
          <a:bodyPr wrap="square" rtlCol="0">
            <a:spAutoFit/>
          </a:bodyPr>
          <a:lstStyle/>
          <a:p>
            <a:r>
              <a:rPr lang="en-GB" dirty="0"/>
              <a:t>Case of trade : </a:t>
            </a:r>
            <a:r>
              <a:rPr lang="en-GB" sz="2400" b="1" dirty="0"/>
              <a:t>Import</a:t>
            </a:r>
            <a:r>
              <a:rPr lang="en-GB" dirty="0"/>
              <a:t> : </a:t>
            </a:r>
          </a:p>
          <a:p>
            <a:r>
              <a:rPr lang="en-GB" dirty="0"/>
              <a:t>local demand { see point C)  &gt; Local supply (See point B)  </a:t>
            </a:r>
          </a:p>
          <a:p>
            <a:endParaRPr lang="en-GB" dirty="0"/>
          </a:p>
          <a:p>
            <a:r>
              <a:rPr lang="en-GB" dirty="0"/>
              <a:t>This will occur if P lower than P0 ($4)  where there will be a shortage of BC ; thus buyers will buy this amount overseas, known as import </a:t>
            </a:r>
          </a:p>
          <a:p>
            <a:endParaRPr lang="en-GB" dirty="0"/>
          </a:p>
          <a:p>
            <a:r>
              <a:rPr lang="en-GB" dirty="0"/>
              <a:t>So if P1 is given as  $1k, </a:t>
            </a:r>
          </a:p>
          <a:p>
            <a:r>
              <a:rPr lang="en-GB" dirty="0"/>
              <a:t>Local Supply Q= </a:t>
            </a:r>
            <a:r>
              <a:rPr lang="en-GB" dirty="0">
                <a:solidFill>
                  <a:srgbClr val="FF0000"/>
                </a:solidFill>
              </a:rPr>
              <a:t>8(1) = 8</a:t>
            </a:r>
          </a:p>
          <a:p>
            <a:r>
              <a:rPr lang="en-GB" dirty="0"/>
              <a:t>Local Demand Q = </a:t>
            </a:r>
            <a:r>
              <a:rPr lang="en-GB" dirty="0">
                <a:solidFill>
                  <a:srgbClr val="FF0000"/>
                </a:solidFill>
              </a:rPr>
              <a:t>40 – 2(1) = 38</a:t>
            </a:r>
          </a:p>
          <a:p>
            <a:r>
              <a:rPr lang="en-GB" dirty="0"/>
              <a:t>Shortage = </a:t>
            </a:r>
            <a:r>
              <a:rPr lang="en-GB" dirty="0">
                <a:solidFill>
                  <a:srgbClr val="FF0000"/>
                </a:solidFill>
              </a:rPr>
              <a:t>38 – 8 = 30</a:t>
            </a:r>
          </a:p>
          <a:p>
            <a:r>
              <a:rPr lang="en-GB" dirty="0"/>
              <a:t>Import = </a:t>
            </a:r>
            <a:r>
              <a:rPr lang="en-GB" dirty="0">
                <a:solidFill>
                  <a:srgbClr val="FF0000"/>
                </a:solidFill>
              </a:rPr>
              <a:t>30</a:t>
            </a:r>
          </a:p>
          <a:p>
            <a:endParaRPr lang="en-GB" dirty="0"/>
          </a:p>
          <a:p>
            <a:r>
              <a:rPr lang="en-GB" dirty="0">
                <a:highlight>
                  <a:srgbClr val="FFFF00"/>
                </a:highlight>
              </a:rPr>
              <a:t>Qn: so if the government adopts the inward orientation approach that they want to produce the cars locally, and reduce imports, where must be the new price of cars ? </a:t>
            </a:r>
          </a:p>
          <a:p>
            <a:r>
              <a:rPr lang="en-SG" dirty="0">
                <a:solidFill>
                  <a:srgbClr val="FF0000"/>
                </a:solidFill>
              </a:rPr>
              <a:t>To eliminate imports completely, price must be &gt;= 4.</a:t>
            </a:r>
          </a:p>
          <a:p>
            <a:r>
              <a:rPr lang="en-SG" dirty="0">
                <a:solidFill>
                  <a:srgbClr val="FF0000"/>
                </a:solidFill>
              </a:rPr>
              <a:t>At p = 4, Supply = 32, Demand = 32. There is no shortage at this price which will not require importing</a:t>
            </a:r>
            <a:endParaRPr lang="en-GB" dirty="0">
              <a:solidFill>
                <a:srgbClr val="FF0000"/>
              </a:solidFill>
            </a:endParaRPr>
          </a:p>
        </p:txBody>
      </p:sp>
      <p:sp>
        <p:nvSpPr>
          <p:cNvPr id="10" name="TextBox 9">
            <a:extLst>
              <a:ext uri="{FF2B5EF4-FFF2-40B4-BE49-F238E27FC236}">
                <a16:creationId xmlns:a16="http://schemas.microsoft.com/office/drawing/2014/main" id="{51DC27BF-B4D9-F93D-121D-D3BA23FF0786}"/>
              </a:ext>
            </a:extLst>
          </p:cNvPr>
          <p:cNvSpPr txBox="1"/>
          <p:nvPr/>
        </p:nvSpPr>
        <p:spPr>
          <a:xfrm>
            <a:off x="3840060" y="6231604"/>
            <a:ext cx="2971800" cy="369332"/>
          </a:xfrm>
          <a:prstGeom prst="rect">
            <a:avLst/>
          </a:prstGeom>
          <a:noFill/>
        </p:spPr>
        <p:txBody>
          <a:bodyPr wrap="square" rtlCol="0">
            <a:spAutoFit/>
          </a:bodyPr>
          <a:lstStyle/>
          <a:p>
            <a:r>
              <a:rPr lang="en-GB" dirty="0"/>
              <a:t>Quantity of cars</a:t>
            </a:r>
            <a:endParaRPr lang="en-SG" dirty="0"/>
          </a:p>
        </p:txBody>
      </p:sp>
      <p:sp>
        <p:nvSpPr>
          <p:cNvPr id="11" name="TextBox 10">
            <a:extLst>
              <a:ext uri="{FF2B5EF4-FFF2-40B4-BE49-F238E27FC236}">
                <a16:creationId xmlns:a16="http://schemas.microsoft.com/office/drawing/2014/main" id="{10DC5F52-E575-A890-87ED-F6DF7EE30BF8}"/>
              </a:ext>
            </a:extLst>
          </p:cNvPr>
          <p:cNvSpPr txBox="1"/>
          <p:nvPr/>
        </p:nvSpPr>
        <p:spPr>
          <a:xfrm>
            <a:off x="495299" y="1357728"/>
            <a:ext cx="1295400" cy="646331"/>
          </a:xfrm>
          <a:prstGeom prst="rect">
            <a:avLst/>
          </a:prstGeom>
          <a:noFill/>
        </p:spPr>
        <p:txBody>
          <a:bodyPr wrap="square" rtlCol="0">
            <a:spAutoFit/>
          </a:bodyPr>
          <a:lstStyle/>
          <a:p>
            <a:r>
              <a:rPr lang="en-GB" dirty="0"/>
              <a:t>Price ($/car)</a:t>
            </a:r>
            <a:endParaRPr lang="en-SG" dirty="0"/>
          </a:p>
        </p:txBody>
      </p:sp>
      <mc:AlternateContent xmlns:mc="http://schemas.openxmlformats.org/markup-compatibility/2006" xmlns:p14="http://schemas.microsoft.com/office/powerpoint/2010/main">
        <mc:Choice Requires="p14">
          <p:contentPart p14:bwMode="auto" r:id="rId2">
            <p14:nvContentPartPr>
              <p14:cNvPr id="7" name="Ink 6">
                <a:extLst>
                  <a:ext uri="{FF2B5EF4-FFF2-40B4-BE49-F238E27FC236}">
                    <a16:creationId xmlns:a16="http://schemas.microsoft.com/office/drawing/2014/main" id="{9A6AC471-950D-6379-7E7F-87C5A44668A1}"/>
                  </a:ext>
                </a:extLst>
              </p14:cNvPr>
              <p14:cNvContentPartPr/>
              <p14:nvPr/>
            </p14:nvContentPartPr>
            <p14:xfrm>
              <a:off x="1378166" y="2109869"/>
              <a:ext cx="3952800" cy="3952800"/>
            </p14:xfrm>
          </p:contentPart>
        </mc:Choice>
        <mc:Fallback xmlns="">
          <p:pic>
            <p:nvPicPr>
              <p:cNvPr id="7" name="Ink 6">
                <a:extLst>
                  <a:ext uri="{FF2B5EF4-FFF2-40B4-BE49-F238E27FC236}">
                    <a16:creationId xmlns:a16="http://schemas.microsoft.com/office/drawing/2014/main" id="{9A6AC471-950D-6379-7E7F-87C5A44668A1}"/>
                  </a:ext>
                </a:extLst>
              </p:cNvPr>
              <p:cNvPicPr/>
              <p:nvPr/>
            </p:nvPicPr>
            <p:blipFill>
              <a:blip r:embed="rId3"/>
              <a:stretch>
                <a:fillRect/>
              </a:stretch>
            </p:blipFill>
            <p:spPr>
              <a:xfrm>
                <a:off x="1360166" y="2091869"/>
                <a:ext cx="3988440" cy="3988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93E5CC9B-E83A-B59C-F5A2-A1CD6FEB9E00}"/>
                  </a:ext>
                </a:extLst>
              </p14:cNvPr>
              <p14:cNvContentPartPr/>
              <p14:nvPr/>
            </p14:nvContentPartPr>
            <p14:xfrm>
              <a:off x="1396526" y="2358989"/>
              <a:ext cx="4499280" cy="3775320"/>
            </p14:xfrm>
          </p:contentPart>
        </mc:Choice>
        <mc:Fallback xmlns="">
          <p:pic>
            <p:nvPicPr>
              <p:cNvPr id="12" name="Ink 11">
                <a:extLst>
                  <a:ext uri="{FF2B5EF4-FFF2-40B4-BE49-F238E27FC236}">
                    <a16:creationId xmlns:a16="http://schemas.microsoft.com/office/drawing/2014/main" id="{93E5CC9B-E83A-B59C-F5A2-A1CD6FEB9E00}"/>
                  </a:ext>
                </a:extLst>
              </p:cNvPr>
              <p:cNvPicPr/>
              <p:nvPr/>
            </p:nvPicPr>
            <p:blipFill>
              <a:blip r:embed="rId5"/>
              <a:stretch>
                <a:fillRect/>
              </a:stretch>
            </p:blipFill>
            <p:spPr>
              <a:xfrm>
                <a:off x="1378526" y="2340989"/>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5" name="Ink 64">
                <a:extLst>
                  <a:ext uri="{FF2B5EF4-FFF2-40B4-BE49-F238E27FC236}">
                    <a16:creationId xmlns:a16="http://schemas.microsoft.com/office/drawing/2014/main" id="{22F0AE57-4AC1-88BF-5E11-2E4032F7A649}"/>
                  </a:ext>
                </a:extLst>
              </p14:cNvPr>
              <p14:cNvContentPartPr/>
              <p14:nvPr/>
            </p14:nvContentPartPr>
            <p14:xfrm>
              <a:off x="1039766" y="4319549"/>
              <a:ext cx="2450160" cy="360"/>
            </p14:xfrm>
          </p:contentPart>
        </mc:Choice>
        <mc:Fallback xmlns="">
          <p:pic>
            <p:nvPicPr>
              <p:cNvPr id="65" name="Ink 64">
                <a:extLst>
                  <a:ext uri="{FF2B5EF4-FFF2-40B4-BE49-F238E27FC236}">
                    <a16:creationId xmlns:a16="http://schemas.microsoft.com/office/drawing/2014/main" id="{22F0AE57-4AC1-88BF-5E11-2E4032F7A649}"/>
                  </a:ext>
                </a:extLst>
              </p:cNvPr>
              <p:cNvPicPr/>
              <p:nvPr/>
            </p:nvPicPr>
            <p:blipFill>
              <a:blip r:embed="rId7"/>
              <a:stretch>
                <a:fillRect/>
              </a:stretch>
            </p:blipFill>
            <p:spPr>
              <a:xfrm>
                <a:off x="1033646" y="4313429"/>
                <a:ext cx="2462400" cy="12600"/>
              </a:xfrm>
              <a:prstGeom prst="rect">
                <a:avLst/>
              </a:prstGeom>
            </p:spPr>
          </p:pic>
        </mc:Fallback>
      </mc:AlternateContent>
      <p:grpSp>
        <p:nvGrpSpPr>
          <p:cNvPr id="68" name="Group 67">
            <a:extLst>
              <a:ext uri="{FF2B5EF4-FFF2-40B4-BE49-F238E27FC236}">
                <a16:creationId xmlns:a16="http://schemas.microsoft.com/office/drawing/2014/main" id="{0A667536-D839-CD90-FA35-05573F7E3ECF}"/>
              </a:ext>
            </a:extLst>
          </p:cNvPr>
          <p:cNvGrpSpPr/>
          <p:nvPr/>
        </p:nvGrpSpPr>
        <p:grpSpPr>
          <a:xfrm>
            <a:off x="3549326" y="4270229"/>
            <a:ext cx="360" cy="2012040"/>
            <a:chOff x="3549326" y="4270229"/>
            <a:chExt cx="360" cy="2012040"/>
          </a:xfrm>
        </p:grpSpPr>
        <mc:AlternateContent xmlns:mc="http://schemas.openxmlformats.org/markup-compatibility/2006" xmlns:p14="http://schemas.microsoft.com/office/powerpoint/2010/main">
          <mc:Choice Requires="p14">
            <p:contentPart p14:bwMode="auto" r:id="rId8">
              <p14:nvContentPartPr>
                <p14:cNvPr id="66" name="Ink 65">
                  <a:extLst>
                    <a:ext uri="{FF2B5EF4-FFF2-40B4-BE49-F238E27FC236}">
                      <a16:creationId xmlns:a16="http://schemas.microsoft.com/office/drawing/2014/main" id="{DDD28239-0DA2-B5B1-B699-872D83746C8D}"/>
                    </a:ext>
                  </a:extLst>
                </p14:cNvPr>
                <p14:cNvContentPartPr/>
                <p14:nvPr/>
              </p14:nvContentPartPr>
              <p14:xfrm>
                <a:off x="3549326" y="4310189"/>
                <a:ext cx="360" cy="14040"/>
              </p14:xfrm>
            </p:contentPart>
          </mc:Choice>
          <mc:Fallback xmlns="">
            <p:pic>
              <p:nvPicPr>
                <p:cNvPr id="66" name="Ink 65">
                  <a:extLst>
                    <a:ext uri="{FF2B5EF4-FFF2-40B4-BE49-F238E27FC236}">
                      <a16:creationId xmlns:a16="http://schemas.microsoft.com/office/drawing/2014/main" id="{DDD28239-0DA2-B5B1-B699-872D83746C8D}"/>
                    </a:ext>
                  </a:extLst>
                </p:cNvPr>
                <p:cNvPicPr/>
                <p:nvPr/>
              </p:nvPicPr>
              <p:blipFill>
                <a:blip r:embed="rId9"/>
                <a:stretch>
                  <a:fillRect/>
                </a:stretch>
              </p:blipFill>
              <p:spPr>
                <a:xfrm>
                  <a:off x="3543206" y="4304222"/>
                  <a:ext cx="12600" cy="25974"/>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7" name="Ink 66">
                  <a:extLst>
                    <a:ext uri="{FF2B5EF4-FFF2-40B4-BE49-F238E27FC236}">
                      <a16:creationId xmlns:a16="http://schemas.microsoft.com/office/drawing/2014/main" id="{F3779222-B340-3823-ABFD-E95EBB68AF9F}"/>
                    </a:ext>
                  </a:extLst>
                </p14:cNvPr>
                <p14:cNvContentPartPr/>
                <p14:nvPr/>
              </p14:nvContentPartPr>
              <p14:xfrm>
                <a:off x="3549326" y="4270229"/>
                <a:ext cx="360" cy="2012040"/>
              </p14:xfrm>
            </p:contentPart>
          </mc:Choice>
          <mc:Fallback xmlns="">
            <p:pic>
              <p:nvPicPr>
                <p:cNvPr id="67" name="Ink 66">
                  <a:extLst>
                    <a:ext uri="{FF2B5EF4-FFF2-40B4-BE49-F238E27FC236}">
                      <a16:creationId xmlns:a16="http://schemas.microsoft.com/office/drawing/2014/main" id="{F3779222-B340-3823-ABFD-E95EBB68AF9F}"/>
                    </a:ext>
                  </a:extLst>
                </p:cNvPr>
                <p:cNvPicPr/>
                <p:nvPr/>
              </p:nvPicPr>
              <p:blipFill>
                <a:blip r:embed="rId11"/>
                <a:stretch>
                  <a:fillRect/>
                </a:stretch>
              </p:blipFill>
              <p:spPr>
                <a:xfrm>
                  <a:off x="3543206" y="4264109"/>
                  <a:ext cx="12600" cy="2024280"/>
                </a:xfrm>
                <a:prstGeom prst="rect">
                  <a:avLst/>
                </a:prstGeom>
              </p:spPr>
            </p:pic>
          </mc:Fallback>
        </mc:AlternateContent>
      </p:grpSp>
      <p:grpSp>
        <p:nvGrpSpPr>
          <p:cNvPr id="13" name="Group 12">
            <a:extLst>
              <a:ext uri="{FF2B5EF4-FFF2-40B4-BE49-F238E27FC236}">
                <a16:creationId xmlns:a16="http://schemas.microsoft.com/office/drawing/2014/main" id="{5FC199B2-32D3-4874-39BE-9FDB0D4B5DC4}"/>
              </a:ext>
            </a:extLst>
          </p:cNvPr>
          <p:cNvGrpSpPr/>
          <p:nvPr/>
        </p:nvGrpSpPr>
        <p:grpSpPr>
          <a:xfrm>
            <a:off x="579720" y="4228669"/>
            <a:ext cx="253440" cy="211320"/>
            <a:chOff x="579720" y="4228669"/>
            <a:chExt cx="253440" cy="211320"/>
          </a:xfrm>
        </p:grpSpPr>
        <mc:AlternateContent xmlns:mc="http://schemas.openxmlformats.org/markup-compatibility/2006" xmlns:p14="http://schemas.microsoft.com/office/powerpoint/2010/main">
          <mc:Choice Requires="p14">
            <p:contentPart p14:bwMode="auto" r:id="rId12">
              <p14:nvContentPartPr>
                <p14:cNvPr id="3" name="Ink 2">
                  <a:extLst>
                    <a:ext uri="{FF2B5EF4-FFF2-40B4-BE49-F238E27FC236}">
                      <a16:creationId xmlns:a16="http://schemas.microsoft.com/office/drawing/2014/main" id="{DD405B94-99C9-FF24-3ACB-46616BBAF764}"/>
                    </a:ext>
                  </a:extLst>
                </p14:cNvPr>
                <p14:cNvContentPartPr/>
                <p14:nvPr/>
              </p14:nvContentPartPr>
              <p14:xfrm>
                <a:off x="579720" y="4228669"/>
                <a:ext cx="253440" cy="155160"/>
              </p14:xfrm>
            </p:contentPart>
          </mc:Choice>
          <mc:Fallback xmlns="">
            <p:pic>
              <p:nvPicPr>
                <p:cNvPr id="3" name="Ink 2">
                  <a:extLst>
                    <a:ext uri="{FF2B5EF4-FFF2-40B4-BE49-F238E27FC236}">
                      <a16:creationId xmlns:a16="http://schemas.microsoft.com/office/drawing/2014/main" id="{DD405B94-99C9-FF24-3ACB-46616BBAF764}"/>
                    </a:ext>
                  </a:extLst>
                </p:cNvPr>
                <p:cNvPicPr/>
                <p:nvPr/>
              </p:nvPicPr>
              <p:blipFill>
                <a:blip r:embed="rId13"/>
                <a:stretch>
                  <a:fillRect/>
                </a:stretch>
              </p:blipFill>
              <p:spPr>
                <a:xfrm>
                  <a:off x="571080" y="4220029"/>
                  <a:ext cx="271080" cy="172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5" name="Ink 4">
                  <a:extLst>
                    <a:ext uri="{FF2B5EF4-FFF2-40B4-BE49-F238E27FC236}">
                      <a16:creationId xmlns:a16="http://schemas.microsoft.com/office/drawing/2014/main" id="{6A12F3CA-4666-2FC3-C100-55F2B9030B40}"/>
                    </a:ext>
                  </a:extLst>
                </p14:cNvPr>
                <p14:cNvContentPartPr/>
                <p14:nvPr/>
              </p14:nvContentPartPr>
              <p14:xfrm>
                <a:off x="739560" y="4230109"/>
                <a:ext cx="12600" cy="209880"/>
              </p14:xfrm>
            </p:contentPart>
          </mc:Choice>
          <mc:Fallback xmlns="">
            <p:pic>
              <p:nvPicPr>
                <p:cNvPr id="5" name="Ink 4">
                  <a:extLst>
                    <a:ext uri="{FF2B5EF4-FFF2-40B4-BE49-F238E27FC236}">
                      <a16:creationId xmlns:a16="http://schemas.microsoft.com/office/drawing/2014/main" id="{6A12F3CA-4666-2FC3-C100-55F2B9030B40}"/>
                    </a:ext>
                  </a:extLst>
                </p:cNvPr>
                <p:cNvPicPr/>
                <p:nvPr/>
              </p:nvPicPr>
              <p:blipFill>
                <a:blip r:embed="rId15"/>
                <a:stretch>
                  <a:fillRect/>
                </a:stretch>
              </p:blipFill>
              <p:spPr>
                <a:xfrm>
                  <a:off x="730920" y="4221109"/>
                  <a:ext cx="30240" cy="227520"/>
                </a:xfrm>
                <a:prstGeom prst="rect">
                  <a:avLst/>
                </a:prstGeom>
              </p:spPr>
            </p:pic>
          </mc:Fallback>
        </mc:AlternateContent>
      </p:grpSp>
      <p:grpSp>
        <p:nvGrpSpPr>
          <p:cNvPr id="38" name="Group 37">
            <a:extLst>
              <a:ext uri="{FF2B5EF4-FFF2-40B4-BE49-F238E27FC236}">
                <a16:creationId xmlns:a16="http://schemas.microsoft.com/office/drawing/2014/main" id="{8E552D3F-9D88-9AB6-AB24-4F6B7404ACA3}"/>
              </a:ext>
            </a:extLst>
          </p:cNvPr>
          <p:cNvGrpSpPr/>
          <p:nvPr/>
        </p:nvGrpSpPr>
        <p:grpSpPr>
          <a:xfrm>
            <a:off x="5080800" y="1968949"/>
            <a:ext cx="875160" cy="378000"/>
            <a:chOff x="5080800" y="1968949"/>
            <a:chExt cx="875160" cy="378000"/>
          </a:xfrm>
        </p:grpSpPr>
        <mc:AlternateContent xmlns:mc="http://schemas.openxmlformats.org/markup-compatibility/2006" xmlns:p14="http://schemas.microsoft.com/office/powerpoint/2010/main">
          <mc:Choice Requires="p14">
            <p:contentPart p14:bwMode="auto" r:id="rId16">
              <p14:nvContentPartPr>
                <p14:cNvPr id="26" name="Ink 25">
                  <a:extLst>
                    <a:ext uri="{FF2B5EF4-FFF2-40B4-BE49-F238E27FC236}">
                      <a16:creationId xmlns:a16="http://schemas.microsoft.com/office/drawing/2014/main" id="{128B33A1-1F9B-044A-4756-6256FD32E16A}"/>
                    </a:ext>
                  </a:extLst>
                </p14:cNvPr>
                <p14:cNvContentPartPr/>
                <p14:nvPr/>
              </p14:nvContentPartPr>
              <p14:xfrm>
                <a:off x="5080800" y="2005669"/>
                <a:ext cx="138240" cy="271440"/>
              </p14:xfrm>
            </p:contentPart>
          </mc:Choice>
          <mc:Fallback xmlns="">
            <p:pic>
              <p:nvPicPr>
                <p:cNvPr id="26" name="Ink 25">
                  <a:extLst>
                    <a:ext uri="{FF2B5EF4-FFF2-40B4-BE49-F238E27FC236}">
                      <a16:creationId xmlns:a16="http://schemas.microsoft.com/office/drawing/2014/main" id="{128B33A1-1F9B-044A-4756-6256FD32E16A}"/>
                    </a:ext>
                  </a:extLst>
                </p:cNvPr>
                <p:cNvPicPr/>
                <p:nvPr/>
              </p:nvPicPr>
              <p:blipFill>
                <a:blip r:embed="rId39"/>
                <a:stretch>
                  <a:fillRect/>
                </a:stretch>
              </p:blipFill>
              <p:spPr>
                <a:xfrm>
                  <a:off x="5072160" y="1996669"/>
                  <a:ext cx="15588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64E982E7-9E6B-F99B-D717-B1F7D8076304}"/>
                    </a:ext>
                  </a:extLst>
                </p14:cNvPr>
                <p14:cNvContentPartPr/>
                <p14:nvPr/>
              </p14:nvContentPartPr>
              <p14:xfrm>
                <a:off x="5274120" y="2166589"/>
                <a:ext cx="58680" cy="180360"/>
              </p14:xfrm>
            </p:contentPart>
          </mc:Choice>
          <mc:Fallback xmlns="">
            <p:pic>
              <p:nvPicPr>
                <p:cNvPr id="27" name="Ink 26">
                  <a:extLst>
                    <a:ext uri="{FF2B5EF4-FFF2-40B4-BE49-F238E27FC236}">
                      <a16:creationId xmlns:a16="http://schemas.microsoft.com/office/drawing/2014/main" id="{64E982E7-9E6B-F99B-D717-B1F7D8076304}"/>
                    </a:ext>
                  </a:extLst>
                </p:cNvPr>
                <p:cNvPicPr/>
                <p:nvPr/>
              </p:nvPicPr>
              <p:blipFill>
                <a:blip r:embed="rId41"/>
                <a:stretch>
                  <a:fillRect/>
                </a:stretch>
              </p:blipFill>
              <p:spPr>
                <a:xfrm>
                  <a:off x="5265480" y="2157589"/>
                  <a:ext cx="7632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FAB999F-04BE-97D5-14B7-A00D28D80EAC}"/>
                    </a:ext>
                  </a:extLst>
                </p14:cNvPr>
                <p14:cNvContentPartPr/>
                <p14:nvPr/>
              </p14:nvContentPartPr>
              <p14:xfrm>
                <a:off x="5417760" y="2104669"/>
                <a:ext cx="72000" cy="8640"/>
              </p14:xfrm>
            </p:contentPart>
          </mc:Choice>
          <mc:Fallback xmlns="">
            <p:pic>
              <p:nvPicPr>
                <p:cNvPr id="28" name="Ink 27">
                  <a:extLst>
                    <a:ext uri="{FF2B5EF4-FFF2-40B4-BE49-F238E27FC236}">
                      <a16:creationId xmlns:a16="http://schemas.microsoft.com/office/drawing/2014/main" id="{1FAB999F-04BE-97D5-14B7-A00D28D80EAC}"/>
                    </a:ext>
                  </a:extLst>
                </p:cNvPr>
                <p:cNvPicPr/>
                <p:nvPr/>
              </p:nvPicPr>
              <p:blipFill>
                <a:blip r:embed="rId43"/>
                <a:stretch>
                  <a:fillRect/>
                </a:stretch>
              </p:blipFill>
              <p:spPr>
                <a:xfrm>
                  <a:off x="5408760" y="2096029"/>
                  <a:ext cx="89640" cy="26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9D61B3AC-D129-009A-D7BB-759A70504467}"/>
                    </a:ext>
                  </a:extLst>
                </p14:cNvPr>
                <p14:cNvContentPartPr/>
                <p14:nvPr/>
              </p14:nvContentPartPr>
              <p14:xfrm>
                <a:off x="5427480" y="2195749"/>
                <a:ext cx="72720" cy="6840"/>
              </p14:xfrm>
            </p:contentPart>
          </mc:Choice>
          <mc:Fallback xmlns="">
            <p:pic>
              <p:nvPicPr>
                <p:cNvPr id="29" name="Ink 28">
                  <a:extLst>
                    <a:ext uri="{FF2B5EF4-FFF2-40B4-BE49-F238E27FC236}">
                      <a16:creationId xmlns:a16="http://schemas.microsoft.com/office/drawing/2014/main" id="{9D61B3AC-D129-009A-D7BB-759A70504467}"/>
                    </a:ext>
                  </a:extLst>
                </p:cNvPr>
                <p:cNvPicPr/>
                <p:nvPr/>
              </p:nvPicPr>
              <p:blipFill>
                <a:blip r:embed="rId45"/>
                <a:stretch>
                  <a:fillRect/>
                </a:stretch>
              </p:blipFill>
              <p:spPr>
                <a:xfrm>
                  <a:off x="5418840" y="2187109"/>
                  <a:ext cx="90360" cy="244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DD7D9745-2A33-4E91-D725-A5DAAAA8602D}"/>
                    </a:ext>
                  </a:extLst>
                </p14:cNvPr>
                <p14:cNvContentPartPr/>
                <p14:nvPr/>
              </p14:nvContentPartPr>
              <p14:xfrm>
                <a:off x="5631600" y="2016469"/>
                <a:ext cx="132480" cy="217800"/>
              </p14:xfrm>
            </p:contentPart>
          </mc:Choice>
          <mc:Fallback xmlns="">
            <p:pic>
              <p:nvPicPr>
                <p:cNvPr id="30" name="Ink 29">
                  <a:extLst>
                    <a:ext uri="{FF2B5EF4-FFF2-40B4-BE49-F238E27FC236}">
                      <a16:creationId xmlns:a16="http://schemas.microsoft.com/office/drawing/2014/main" id="{DD7D9745-2A33-4E91-D725-A5DAAAA8602D}"/>
                    </a:ext>
                  </a:extLst>
                </p:cNvPr>
                <p:cNvPicPr/>
                <p:nvPr/>
              </p:nvPicPr>
              <p:blipFill>
                <a:blip r:embed="rId47"/>
                <a:stretch>
                  <a:fillRect/>
                </a:stretch>
              </p:blipFill>
              <p:spPr>
                <a:xfrm>
                  <a:off x="5622600" y="2007469"/>
                  <a:ext cx="15012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938411B0-9F7D-EF06-ECCB-179416CA60C6}"/>
                    </a:ext>
                  </a:extLst>
                </p14:cNvPr>
                <p14:cNvContentPartPr/>
                <p14:nvPr/>
              </p14:nvContentPartPr>
              <p14:xfrm>
                <a:off x="5849400" y="1968949"/>
                <a:ext cx="106560" cy="213480"/>
              </p14:xfrm>
            </p:contentPart>
          </mc:Choice>
          <mc:Fallback xmlns="">
            <p:pic>
              <p:nvPicPr>
                <p:cNvPr id="31" name="Ink 30">
                  <a:extLst>
                    <a:ext uri="{FF2B5EF4-FFF2-40B4-BE49-F238E27FC236}">
                      <a16:creationId xmlns:a16="http://schemas.microsoft.com/office/drawing/2014/main" id="{938411B0-9F7D-EF06-ECCB-179416CA60C6}"/>
                    </a:ext>
                  </a:extLst>
                </p:cNvPr>
                <p:cNvPicPr/>
                <p:nvPr/>
              </p:nvPicPr>
              <p:blipFill>
                <a:blip r:embed="rId49"/>
                <a:stretch>
                  <a:fillRect/>
                </a:stretch>
              </p:blipFill>
              <p:spPr>
                <a:xfrm>
                  <a:off x="5840760" y="1960309"/>
                  <a:ext cx="124200" cy="231120"/>
                </a:xfrm>
                <a:prstGeom prst="rect">
                  <a:avLst/>
                </a:prstGeom>
              </p:spPr>
            </p:pic>
          </mc:Fallback>
        </mc:AlternateContent>
      </p:grpSp>
      <p:grpSp>
        <p:nvGrpSpPr>
          <p:cNvPr id="37" name="Group 36">
            <a:extLst>
              <a:ext uri="{FF2B5EF4-FFF2-40B4-BE49-F238E27FC236}">
                <a16:creationId xmlns:a16="http://schemas.microsoft.com/office/drawing/2014/main" id="{B1AD2A48-55E6-72FB-ADE5-FCC25E883092}"/>
              </a:ext>
            </a:extLst>
          </p:cNvPr>
          <p:cNvGrpSpPr/>
          <p:nvPr/>
        </p:nvGrpSpPr>
        <p:grpSpPr>
          <a:xfrm>
            <a:off x="1526520" y="1804789"/>
            <a:ext cx="522720" cy="397800"/>
            <a:chOff x="1526520" y="1804789"/>
            <a:chExt cx="522720" cy="39780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E1622B0-0D7E-6BCB-4528-D1A1BA9ECA37}"/>
                    </a:ext>
                  </a:extLst>
                </p14:cNvPr>
                <p14:cNvContentPartPr/>
                <p14:nvPr/>
              </p14:nvContentPartPr>
              <p14:xfrm>
                <a:off x="1526520" y="1804789"/>
                <a:ext cx="222480" cy="303480"/>
              </p14:xfrm>
            </p:contentPart>
          </mc:Choice>
          <mc:Fallback xmlns="">
            <p:pic>
              <p:nvPicPr>
                <p:cNvPr id="32" name="Ink 31">
                  <a:extLst>
                    <a:ext uri="{FF2B5EF4-FFF2-40B4-BE49-F238E27FC236}">
                      <a16:creationId xmlns:a16="http://schemas.microsoft.com/office/drawing/2014/main" id="{CE1622B0-0D7E-6BCB-4528-D1A1BA9ECA37}"/>
                    </a:ext>
                  </a:extLst>
                </p:cNvPr>
                <p:cNvPicPr/>
                <p:nvPr/>
              </p:nvPicPr>
              <p:blipFill>
                <a:blip r:embed="rId51"/>
                <a:stretch>
                  <a:fillRect/>
                </a:stretch>
              </p:blipFill>
              <p:spPr>
                <a:xfrm>
                  <a:off x="1517880" y="1795789"/>
                  <a:ext cx="240120" cy="3211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DD531115-3B43-FBE9-59BC-A5BC6D08C5D3}"/>
                    </a:ext>
                  </a:extLst>
                </p14:cNvPr>
                <p14:cNvContentPartPr/>
                <p14:nvPr/>
              </p14:nvContentPartPr>
              <p14:xfrm>
                <a:off x="1771320" y="1966789"/>
                <a:ext cx="96840" cy="212400"/>
              </p14:xfrm>
            </p:contentPart>
          </mc:Choice>
          <mc:Fallback xmlns="">
            <p:pic>
              <p:nvPicPr>
                <p:cNvPr id="33" name="Ink 32">
                  <a:extLst>
                    <a:ext uri="{FF2B5EF4-FFF2-40B4-BE49-F238E27FC236}">
                      <a16:creationId xmlns:a16="http://schemas.microsoft.com/office/drawing/2014/main" id="{DD531115-3B43-FBE9-59BC-A5BC6D08C5D3}"/>
                    </a:ext>
                  </a:extLst>
                </p:cNvPr>
                <p:cNvPicPr/>
                <p:nvPr/>
              </p:nvPicPr>
              <p:blipFill>
                <a:blip r:embed="rId53"/>
                <a:stretch>
                  <a:fillRect/>
                </a:stretch>
              </p:blipFill>
              <p:spPr>
                <a:xfrm>
                  <a:off x="1762680" y="1958149"/>
                  <a:ext cx="11448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A39C5C9F-9C15-3503-2B46-2FC24C44CDFF}"/>
                    </a:ext>
                  </a:extLst>
                </p14:cNvPr>
                <p14:cNvContentPartPr/>
                <p14:nvPr/>
              </p14:nvContentPartPr>
              <p14:xfrm>
                <a:off x="1852680" y="1830349"/>
                <a:ext cx="58680" cy="372240"/>
              </p14:xfrm>
            </p:contentPart>
          </mc:Choice>
          <mc:Fallback xmlns="">
            <p:pic>
              <p:nvPicPr>
                <p:cNvPr id="34" name="Ink 33">
                  <a:extLst>
                    <a:ext uri="{FF2B5EF4-FFF2-40B4-BE49-F238E27FC236}">
                      <a16:creationId xmlns:a16="http://schemas.microsoft.com/office/drawing/2014/main" id="{A39C5C9F-9C15-3503-2B46-2FC24C44CDFF}"/>
                    </a:ext>
                  </a:extLst>
                </p:cNvPr>
                <p:cNvPicPr/>
                <p:nvPr/>
              </p:nvPicPr>
              <p:blipFill>
                <a:blip r:embed="rId55"/>
                <a:stretch>
                  <a:fillRect/>
                </a:stretch>
              </p:blipFill>
              <p:spPr>
                <a:xfrm>
                  <a:off x="1844040" y="1821709"/>
                  <a:ext cx="76320" cy="3898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BC05E763-027A-54BA-D1B3-3039F2C85B84}"/>
                    </a:ext>
                  </a:extLst>
                </p14:cNvPr>
                <p14:cNvContentPartPr/>
                <p14:nvPr/>
              </p14:nvContentPartPr>
              <p14:xfrm>
                <a:off x="1971120" y="1977229"/>
                <a:ext cx="78120" cy="9000"/>
              </p14:xfrm>
            </p:contentPart>
          </mc:Choice>
          <mc:Fallback xmlns="">
            <p:pic>
              <p:nvPicPr>
                <p:cNvPr id="35" name="Ink 34">
                  <a:extLst>
                    <a:ext uri="{FF2B5EF4-FFF2-40B4-BE49-F238E27FC236}">
                      <a16:creationId xmlns:a16="http://schemas.microsoft.com/office/drawing/2014/main" id="{BC05E763-027A-54BA-D1B3-3039F2C85B84}"/>
                    </a:ext>
                  </a:extLst>
                </p:cNvPr>
                <p:cNvPicPr/>
                <p:nvPr/>
              </p:nvPicPr>
              <p:blipFill>
                <a:blip r:embed="rId57"/>
                <a:stretch>
                  <a:fillRect/>
                </a:stretch>
              </p:blipFill>
              <p:spPr>
                <a:xfrm>
                  <a:off x="1962120" y="1968229"/>
                  <a:ext cx="9576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AACE3FC5-A864-F474-CD7D-763AF6B21868}"/>
                    </a:ext>
                  </a:extLst>
                </p14:cNvPr>
                <p14:cNvContentPartPr/>
                <p14:nvPr/>
              </p14:nvContentPartPr>
              <p14:xfrm>
                <a:off x="2012520" y="2044189"/>
                <a:ext cx="34200" cy="6840"/>
              </p14:xfrm>
            </p:contentPart>
          </mc:Choice>
          <mc:Fallback xmlns="">
            <p:pic>
              <p:nvPicPr>
                <p:cNvPr id="36" name="Ink 35">
                  <a:extLst>
                    <a:ext uri="{FF2B5EF4-FFF2-40B4-BE49-F238E27FC236}">
                      <a16:creationId xmlns:a16="http://schemas.microsoft.com/office/drawing/2014/main" id="{AACE3FC5-A864-F474-CD7D-763AF6B21868}"/>
                    </a:ext>
                  </a:extLst>
                </p:cNvPr>
                <p:cNvPicPr/>
                <p:nvPr/>
              </p:nvPicPr>
              <p:blipFill>
                <a:blip r:embed="rId59"/>
                <a:stretch>
                  <a:fillRect/>
                </a:stretch>
              </p:blipFill>
              <p:spPr>
                <a:xfrm>
                  <a:off x="2003880" y="2035189"/>
                  <a:ext cx="51840" cy="24480"/>
                </a:xfrm>
                <a:prstGeom prst="rect">
                  <a:avLst/>
                </a:prstGeom>
              </p:spPr>
            </p:pic>
          </mc:Fallback>
        </mc:AlternateContent>
      </p:grpSp>
      <p:grpSp>
        <p:nvGrpSpPr>
          <p:cNvPr id="45" name="Group 44">
            <a:extLst>
              <a:ext uri="{FF2B5EF4-FFF2-40B4-BE49-F238E27FC236}">
                <a16:creationId xmlns:a16="http://schemas.microsoft.com/office/drawing/2014/main" id="{3B35C7B2-3964-1B1F-2D83-8CEE9FAF4958}"/>
              </a:ext>
            </a:extLst>
          </p:cNvPr>
          <p:cNvGrpSpPr/>
          <p:nvPr/>
        </p:nvGrpSpPr>
        <p:grpSpPr>
          <a:xfrm>
            <a:off x="2255520" y="1779949"/>
            <a:ext cx="826560" cy="273240"/>
            <a:chOff x="2255520" y="1779949"/>
            <a:chExt cx="826560" cy="273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E806FCE5-5CEF-866E-C04A-C99210A8E2F7}"/>
                    </a:ext>
                  </a:extLst>
                </p14:cNvPr>
                <p14:cNvContentPartPr/>
                <p14:nvPr/>
              </p14:nvContentPartPr>
              <p14:xfrm>
                <a:off x="2255520" y="1822429"/>
                <a:ext cx="173160" cy="189360"/>
              </p14:xfrm>
            </p:contentPart>
          </mc:Choice>
          <mc:Fallback xmlns="">
            <p:pic>
              <p:nvPicPr>
                <p:cNvPr id="39" name="Ink 38">
                  <a:extLst>
                    <a:ext uri="{FF2B5EF4-FFF2-40B4-BE49-F238E27FC236}">
                      <a16:creationId xmlns:a16="http://schemas.microsoft.com/office/drawing/2014/main" id="{E806FCE5-5CEF-866E-C04A-C99210A8E2F7}"/>
                    </a:ext>
                  </a:extLst>
                </p:cNvPr>
                <p:cNvPicPr/>
                <p:nvPr/>
              </p:nvPicPr>
              <p:blipFill>
                <a:blip r:embed="rId61"/>
                <a:stretch>
                  <a:fillRect/>
                </a:stretch>
              </p:blipFill>
              <p:spPr>
                <a:xfrm>
                  <a:off x="2246520" y="1813429"/>
                  <a:ext cx="1908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0404B6F1-BC4D-FCDC-BA21-3C4274663044}"/>
                    </a:ext>
                  </a:extLst>
                </p14:cNvPr>
                <p14:cNvContentPartPr/>
                <p14:nvPr/>
              </p14:nvContentPartPr>
              <p14:xfrm>
                <a:off x="2388360" y="1853389"/>
                <a:ext cx="25560" cy="199800"/>
              </p14:xfrm>
            </p:contentPart>
          </mc:Choice>
          <mc:Fallback xmlns="">
            <p:pic>
              <p:nvPicPr>
                <p:cNvPr id="40" name="Ink 39">
                  <a:extLst>
                    <a:ext uri="{FF2B5EF4-FFF2-40B4-BE49-F238E27FC236}">
                      <a16:creationId xmlns:a16="http://schemas.microsoft.com/office/drawing/2014/main" id="{0404B6F1-BC4D-FCDC-BA21-3C4274663044}"/>
                    </a:ext>
                  </a:extLst>
                </p:cNvPr>
                <p:cNvPicPr/>
                <p:nvPr/>
              </p:nvPicPr>
              <p:blipFill>
                <a:blip r:embed="rId63"/>
                <a:stretch>
                  <a:fillRect/>
                </a:stretch>
              </p:blipFill>
              <p:spPr>
                <a:xfrm>
                  <a:off x="2379720" y="1844389"/>
                  <a:ext cx="4320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60BA3946-35CF-E435-089C-CE44BAC4D12A}"/>
                    </a:ext>
                  </a:extLst>
                </p14:cNvPr>
                <p14:cNvContentPartPr/>
                <p14:nvPr/>
              </p14:nvContentPartPr>
              <p14:xfrm>
                <a:off x="2479080" y="1898749"/>
                <a:ext cx="121680" cy="150120"/>
              </p14:xfrm>
            </p:contentPart>
          </mc:Choice>
          <mc:Fallback xmlns="">
            <p:pic>
              <p:nvPicPr>
                <p:cNvPr id="41" name="Ink 40">
                  <a:extLst>
                    <a:ext uri="{FF2B5EF4-FFF2-40B4-BE49-F238E27FC236}">
                      <a16:creationId xmlns:a16="http://schemas.microsoft.com/office/drawing/2014/main" id="{60BA3946-35CF-E435-089C-CE44BAC4D12A}"/>
                    </a:ext>
                  </a:extLst>
                </p:cNvPr>
                <p:cNvPicPr/>
                <p:nvPr/>
              </p:nvPicPr>
              <p:blipFill>
                <a:blip r:embed="rId65"/>
                <a:stretch>
                  <a:fillRect/>
                </a:stretch>
              </p:blipFill>
              <p:spPr>
                <a:xfrm>
                  <a:off x="2470080" y="1889749"/>
                  <a:ext cx="13932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DF738AC5-6496-10C7-D402-759F6A1BD9C6}"/>
                    </a:ext>
                  </a:extLst>
                </p14:cNvPr>
                <p14:cNvContentPartPr/>
                <p14:nvPr/>
              </p14:nvContentPartPr>
              <p14:xfrm>
                <a:off x="2673120" y="1945549"/>
                <a:ext cx="65160" cy="16200"/>
              </p14:xfrm>
            </p:contentPart>
          </mc:Choice>
          <mc:Fallback xmlns="">
            <p:pic>
              <p:nvPicPr>
                <p:cNvPr id="42" name="Ink 41">
                  <a:extLst>
                    <a:ext uri="{FF2B5EF4-FFF2-40B4-BE49-F238E27FC236}">
                      <a16:creationId xmlns:a16="http://schemas.microsoft.com/office/drawing/2014/main" id="{DF738AC5-6496-10C7-D402-759F6A1BD9C6}"/>
                    </a:ext>
                  </a:extLst>
                </p:cNvPr>
                <p:cNvPicPr/>
                <p:nvPr/>
              </p:nvPicPr>
              <p:blipFill>
                <a:blip r:embed="rId67"/>
                <a:stretch>
                  <a:fillRect/>
                </a:stretch>
              </p:blipFill>
              <p:spPr>
                <a:xfrm>
                  <a:off x="2664480" y="1936909"/>
                  <a:ext cx="82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EB05B18D-E026-D622-D3FD-286A7819883E}"/>
                    </a:ext>
                  </a:extLst>
                </p14:cNvPr>
                <p14:cNvContentPartPr/>
                <p14:nvPr/>
              </p14:nvContentPartPr>
              <p14:xfrm>
                <a:off x="2836560" y="1873909"/>
                <a:ext cx="126360" cy="178200"/>
              </p14:xfrm>
            </p:contentPart>
          </mc:Choice>
          <mc:Fallback xmlns="">
            <p:pic>
              <p:nvPicPr>
                <p:cNvPr id="43" name="Ink 42">
                  <a:extLst>
                    <a:ext uri="{FF2B5EF4-FFF2-40B4-BE49-F238E27FC236}">
                      <a16:creationId xmlns:a16="http://schemas.microsoft.com/office/drawing/2014/main" id="{EB05B18D-E026-D622-D3FD-286A7819883E}"/>
                    </a:ext>
                  </a:extLst>
                </p:cNvPr>
                <p:cNvPicPr/>
                <p:nvPr/>
              </p:nvPicPr>
              <p:blipFill>
                <a:blip r:embed="rId69"/>
                <a:stretch>
                  <a:fillRect/>
                </a:stretch>
              </p:blipFill>
              <p:spPr>
                <a:xfrm>
                  <a:off x="2827920" y="1865269"/>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28D7613B-7B28-20CA-0F6F-3D657D363E12}"/>
                    </a:ext>
                  </a:extLst>
                </p14:cNvPr>
                <p14:cNvContentPartPr/>
                <p14:nvPr/>
              </p14:nvContentPartPr>
              <p14:xfrm>
                <a:off x="3004320" y="1779949"/>
                <a:ext cx="77760" cy="264600"/>
              </p14:xfrm>
            </p:contentPart>
          </mc:Choice>
          <mc:Fallback xmlns="">
            <p:pic>
              <p:nvPicPr>
                <p:cNvPr id="44" name="Ink 43">
                  <a:extLst>
                    <a:ext uri="{FF2B5EF4-FFF2-40B4-BE49-F238E27FC236}">
                      <a16:creationId xmlns:a16="http://schemas.microsoft.com/office/drawing/2014/main" id="{28D7613B-7B28-20CA-0F6F-3D657D363E12}"/>
                    </a:ext>
                  </a:extLst>
                </p:cNvPr>
                <p:cNvPicPr/>
                <p:nvPr/>
              </p:nvPicPr>
              <p:blipFill>
                <a:blip r:embed="rId71"/>
                <a:stretch>
                  <a:fillRect/>
                </a:stretch>
              </p:blipFill>
              <p:spPr>
                <a:xfrm>
                  <a:off x="2995320" y="1771309"/>
                  <a:ext cx="95400" cy="282240"/>
                </a:xfrm>
                <a:prstGeom prst="rect">
                  <a:avLst/>
                </a:prstGeom>
              </p:spPr>
            </p:pic>
          </mc:Fallback>
        </mc:AlternateContent>
      </p:grpSp>
    </p:spTree>
    <p:extLst>
      <p:ext uri="{BB962C8B-B14F-4D97-AF65-F5344CB8AC3E}">
        <p14:creationId xmlns:p14="http://schemas.microsoft.com/office/powerpoint/2010/main" val="142643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63" name="Rectangle 62">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cxnSp>
        <p:nvCxnSpPr>
          <p:cNvPr id="65" name="Straight Connector 64">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67" name="Rectangle 66">
            <a:extLst>
              <a:ext uri="{FF2B5EF4-FFF2-40B4-BE49-F238E27FC236}">
                <a16:creationId xmlns:a16="http://schemas.microsoft.com/office/drawing/2014/main" id="{CE4854CA-3484-4D7A-830B-B7CCA3703F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2100" cy="6377939"/>
          </a:xfrm>
          <a:prstGeom prst="rect">
            <a:avLst/>
          </a:prstGeom>
          <a:solidFill>
            <a:schemeClr val="bg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useBgFill="1">
        <p:nvSpPr>
          <p:cNvPr id="69" name="Rectangle 68">
            <a:extLst>
              <a:ext uri="{FF2B5EF4-FFF2-40B4-BE49-F238E27FC236}">
                <a16:creationId xmlns:a16="http://schemas.microsoft.com/office/drawing/2014/main" id="{85873B29-00C9-4A09-9A38-04659945EA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89378" y="246887"/>
            <a:ext cx="5861321" cy="6377939"/>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cxnSp>
        <p:nvCxnSpPr>
          <p:cNvPr id="71" name="Straight Connector 70">
            <a:extLst>
              <a:ext uri="{FF2B5EF4-FFF2-40B4-BE49-F238E27FC236}">
                <a16:creationId xmlns:a16="http://schemas.microsoft.com/office/drawing/2014/main" id="{D773D8F8-52A0-4637-B217-CEED549DF1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736924" y="4220801"/>
            <a:ext cx="4215939"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73" name="Rectangle 72">
            <a:extLst>
              <a:ext uri="{FF2B5EF4-FFF2-40B4-BE49-F238E27FC236}">
                <a16:creationId xmlns:a16="http://schemas.microsoft.com/office/drawing/2014/main" id="{8F11886E-162A-4B03-9FF2-6853869C89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a:extLst>
              <a:ext uri="{FF2B5EF4-FFF2-40B4-BE49-F238E27FC236}">
                <a16:creationId xmlns:a16="http://schemas.microsoft.com/office/drawing/2014/main" id="{E7834B1D-CF1F-41D9-29B8-9CF54E2A2924}"/>
              </a:ext>
            </a:extLst>
          </p:cNvPr>
          <p:cNvSpPr>
            <a:spLocks noGrp="1"/>
          </p:cNvSpPr>
          <p:nvPr>
            <p:ph type="title"/>
          </p:nvPr>
        </p:nvSpPr>
        <p:spPr>
          <a:xfrm>
            <a:off x="6736924" y="857675"/>
            <a:ext cx="4566230" cy="3437782"/>
          </a:xfrm>
        </p:spPr>
        <p:txBody>
          <a:bodyPr vert="horz" lIns="91440" tIns="45720" rIns="91440" bIns="45720" rtlCol="0" anchor="b">
            <a:normAutofit/>
          </a:bodyPr>
          <a:lstStyle/>
          <a:p>
            <a:pPr algn="ctr">
              <a:lnSpc>
                <a:spcPct val="85000"/>
              </a:lnSpc>
            </a:pPr>
            <a:r>
              <a:rPr lang="en-US" sz="7200" b="1" cap="all">
                <a:solidFill>
                  <a:srgbClr val="FFFFFF"/>
                </a:solidFill>
              </a:rPr>
              <a:t>Tariffs </a:t>
            </a:r>
          </a:p>
        </p:txBody>
      </p:sp>
      <p:pic>
        <p:nvPicPr>
          <p:cNvPr id="8" name="Picture 7">
            <a:extLst>
              <a:ext uri="{FF2B5EF4-FFF2-40B4-BE49-F238E27FC236}">
                <a16:creationId xmlns:a16="http://schemas.microsoft.com/office/drawing/2014/main" id="{3E74D5D5-F844-F935-1719-EF6B73195E7B}"/>
              </a:ext>
            </a:extLst>
          </p:cNvPr>
          <p:cNvPicPr>
            <a:picLocks noChangeAspect="1"/>
          </p:cNvPicPr>
          <p:nvPr/>
        </p:nvPicPr>
        <p:blipFill>
          <a:blip r:embed="rId2"/>
          <a:srcRect l="10988" r="1903" b="3"/>
          <a:stretch>
            <a:fillRect/>
          </a:stretch>
        </p:blipFill>
        <p:spPr>
          <a:xfrm>
            <a:off x="381462" y="63820"/>
            <a:ext cx="5555054" cy="6730359"/>
          </a:xfrm>
          <a:prstGeom prst="rect">
            <a:avLst/>
          </a:prstGeom>
        </p:spPr>
      </p:pic>
      <p:sp>
        <p:nvSpPr>
          <p:cNvPr id="4" name="Slide Number Placeholder 3">
            <a:extLst>
              <a:ext uri="{FF2B5EF4-FFF2-40B4-BE49-F238E27FC236}">
                <a16:creationId xmlns:a16="http://schemas.microsoft.com/office/drawing/2014/main" id="{A5C9B999-0503-EB16-E536-E49F7DF068D2}"/>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smtClean="0">
                <a:solidFill>
                  <a:srgbClr val="FFFFFF"/>
                </a:solidFill>
              </a:rPr>
              <a:pPr defTabSz="914400">
                <a:spcAft>
                  <a:spcPts val="600"/>
                </a:spcAft>
                <a:defRPr/>
              </a:pPr>
              <a:t>18</a:t>
            </a:fld>
            <a:endParaRPr lang="en-US" altLang="en-US">
              <a:solidFill>
                <a:srgbClr val="FFFFFF"/>
              </a:solidFill>
            </a:endParaRPr>
          </a:p>
        </p:txBody>
      </p:sp>
    </p:spTree>
    <p:extLst>
      <p:ext uri="{BB962C8B-B14F-4D97-AF65-F5344CB8AC3E}">
        <p14:creationId xmlns:p14="http://schemas.microsoft.com/office/powerpoint/2010/main" val="2601874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BE201-0741-4BF2-9426-70FCC98988BB}"/>
              </a:ext>
            </a:extLst>
          </p:cNvPr>
          <p:cNvSpPr>
            <a:spLocks noGrp="1"/>
          </p:cNvSpPr>
          <p:nvPr>
            <p:ph type="title"/>
          </p:nvPr>
        </p:nvSpPr>
        <p:spPr>
          <a:xfrm>
            <a:off x="762000" y="381000"/>
            <a:ext cx="5867400" cy="2971800"/>
          </a:xfrm>
        </p:spPr>
        <p:txBody>
          <a:bodyPr/>
          <a:lstStyle/>
          <a:p>
            <a:r>
              <a:rPr lang="en-GB" dirty="0">
                <a:solidFill>
                  <a:srgbClr val="0070C0"/>
                </a:solidFill>
              </a:rPr>
              <a:t>2.1.1 Protectionism Tools</a:t>
            </a:r>
          </a:p>
        </p:txBody>
      </p:sp>
      <p:sp>
        <p:nvSpPr>
          <p:cNvPr id="4" name="Slide Number Placeholder 3">
            <a:extLst>
              <a:ext uri="{FF2B5EF4-FFF2-40B4-BE49-F238E27FC236}">
                <a16:creationId xmlns:a16="http://schemas.microsoft.com/office/drawing/2014/main" id="{812C80BF-3401-43C6-BACD-1398F8244954}"/>
              </a:ext>
            </a:extLst>
          </p:cNvPr>
          <p:cNvSpPr>
            <a:spLocks noGrp="1"/>
          </p:cNvSpPr>
          <p:nvPr>
            <p:ph type="sldNum" sz="quarter" idx="12"/>
          </p:nvPr>
        </p:nvSpPr>
        <p:spPr/>
        <p:txBody>
          <a:bodyPr/>
          <a:lstStyle/>
          <a:p>
            <a:pPr>
              <a:defRPr/>
            </a:pPr>
            <a:fld id="{12435390-808E-496C-9001-512058A0016E}" type="slidenum">
              <a:rPr lang="en-US" altLang="en-US" smtClean="0"/>
              <a:pPr>
                <a:defRPr/>
              </a:pPr>
              <a:t>19</a:t>
            </a:fld>
            <a:endParaRPr lang="en-US" altLang="en-US" dirty="0"/>
          </a:p>
        </p:txBody>
      </p:sp>
      <p:graphicFrame>
        <p:nvGraphicFramePr>
          <p:cNvPr id="6" name="Diagram 5">
            <a:extLst>
              <a:ext uri="{FF2B5EF4-FFF2-40B4-BE49-F238E27FC236}">
                <a16:creationId xmlns:a16="http://schemas.microsoft.com/office/drawing/2014/main" id="{C15CB748-8EB0-402F-8F2A-976E683E482F}"/>
              </a:ext>
            </a:extLst>
          </p:cNvPr>
          <p:cNvGraphicFramePr/>
          <p:nvPr>
            <p:extLst>
              <p:ext uri="{D42A27DB-BD31-4B8C-83A1-F6EECF244321}">
                <p14:modId xmlns:p14="http://schemas.microsoft.com/office/powerpoint/2010/main" val="1547750131"/>
              </p:ext>
            </p:extLst>
          </p:nvPr>
        </p:nvGraphicFramePr>
        <p:xfrm>
          <a:off x="1447800" y="798411"/>
          <a:ext cx="12375143" cy="526117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280AB495-89DA-A683-0665-FAF418B2D93B}"/>
              </a:ext>
            </a:extLst>
          </p:cNvPr>
          <p:cNvSpPr txBox="1"/>
          <p:nvPr/>
        </p:nvSpPr>
        <p:spPr>
          <a:xfrm>
            <a:off x="685800" y="2895600"/>
            <a:ext cx="4191000" cy="923330"/>
          </a:xfrm>
          <a:prstGeom prst="rect">
            <a:avLst/>
          </a:prstGeom>
          <a:noFill/>
        </p:spPr>
        <p:txBody>
          <a:bodyPr wrap="square" rtlCol="0">
            <a:spAutoFit/>
          </a:bodyPr>
          <a:lstStyle/>
          <a:p>
            <a:r>
              <a:rPr lang="en-GB" dirty="0"/>
              <a:t>Aim : Reduce imports by increasing domestic price </a:t>
            </a:r>
          </a:p>
          <a:p>
            <a:endParaRPr lang="en-GB" dirty="0"/>
          </a:p>
        </p:txBody>
      </p:sp>
      <p:sp>
        <p:nvSpPr>
          <p:cNvPr id="7" name="Speech Bubble: Rectangle with Corners Rounded 6">
            <a:extLst>
              <a:ext uri="{FF2B5EF4-FFF2-40B4-BE49-F238E27FC236}">
                <a16:creationId xmlns:a16="http://schemas.microsoft.com/office/drawing/2014/main" id="{567A215F-6B9D-C7B9-308B-3F73328D91D2}"/>
              </a:ext>
            </a:extLst>
          </p:cNvPr>
          <p:cNvSpPr/>
          <p:nvPr/>
        </p:nvSpPr>
        <p:spPr>
          <a:xfrm>
            <a:off x="2057400" y="3818930"/>
            <a:ext cx="1524000" cy="600670"/>
          </a:xfrm>
          <a:prstGeom prst="wedgeRoundRectCallout">
            <a:avLst>
              <a:gd name="adj1" fmla="val 89058"/>
              <a:gd name="adj2" fmla="val 2030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Earned by govt </a:t>
            </a:r>
            <a:endParaRPr lang="en-SG" dirty="0"/>
          </a:p>
        </p:txBody>
      </p:sp>
    </p:spTree>
    <p:extLst>
      <p:ext uri="{BB962C8B-B14F-4D97-AF65-F5344CB8AC3E}">
        <p14:creationId xmlns:p14="http://schemas.microsoft.com/office/powerpoint/2010/main" val="33754640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EA485-2072-4F4D-A0A5-D3B73C67831C}"/>
              </a:ext>
            </a:extLst>
          </p:cNvPr>
          <p:cNvSpPr>
            <a:spLocks noGrp="1"/>
          </p:cNvSpPr>
          <p:nvPr>
            <p:ph type="title"/>
          </p:nvPr>
        </p:nvSpPr>
        <p:spPr>
          <a:xfrm>
            <a:off x="1175778" y="236220"/>
            <a:ext cx="9875520" cy="1356360"/>
          </a:xfrm>
        </p:spPr>
        <p:txBody>
          <a:bodyPr anchor="t"/>
          <a:lstStyle/>
          <a:p>
            <a:r>
              <a:rPr lang="en-GB" dirty="0">
                <a:highlight>
                  <a:srgbClr val="FFFF00"/>
                </a:highlight>
              </a:rPr>
              <a:t>Effects of tariff </a:t>
            </a:r>
            <a:endParaRPr lang="en-SG" dirty="0">
              <a:highlight>
                <a:srgbClr val="FFFF00"/>
              </a:highlight>
            </a:endParaRPr>
          </a:p>
        </p:txBody>
      </p:sp>
      <p:sp>
        <p:nvSpPr>
          <p:cNvPr id="4" name="Slide Number Placeholder 3">
            <a:extLst>
              <a:ext uri="{FF2B5EF4-FFF2-40B4-BE49-F238E27FC236}">
                <a16:creationId xmlns:a16="http://schemas.microsoft.com/office/drawing/2014/main" id="{3F798C2C-0B82-29F4-4D6E-2FFED575420E}"/>
              </a:ext>
            </a:extLst>
          </p:cNvPr>
          <p:cNvSpPr>
            <a:spLocks noGrp="1"/>
          </p:cNvSpPr>
          <p:nvPr>
            <p:ph type="sldNum" sz="quarter" idx="12"/>
          </p:nvPr>
        </p:nvSpPr>
        <p:spPr/>
        <p:txBody>
          <a:bodyPr/>
          <a:lstStyle/>
          <a:p>
            <a:pPr>
              <a:defRPr/>
            </a:pPr>
            <a:fld id="{12435390-808E-496C-9001-512058A0016E}" type="slidenum">
              <a:rPr lang="en-US" altLang="en-US" smtClean="0"/>
              <a:pPr>
                <a:defRPr/>
              </a:pPr>
              <a:t>20</a:t>
            </a:fld>
            <a:endParaRPr lang="en-US" altLang="en-US" dirty="0"/>
          </a:p>
        </p:txBody>
      </p:sp>
      <p:cxnSp>
        <p:nvCxnSpPr>
          <p:cNvPr id="6" name="Straight Connector 5">
            <a:extLst>
              <a:ext uri="{FF2B5EF4-FFF2-40B4-BE49-F238E27FC236}">
                <a16:creationId xmlns:a16="http://schemas.microsoft.com/office/drawing/2014/main" id="{63CF6296-6CB3-C371-78D1-B3F089A6CCFD}"/>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79784CC-E020-469B-BEB2-3B214E7A8B4B}"/>
              </a:ext>
            </a:extLst>
          </p:cNvPr>
          <p:cNvSpPr txBox="1"/>
          <p:nvPr/>
        </p:nvSpPr>
        <p:spPr>
          <a:xfrm>
            <a:off x="5889308" y="561289"/>
            <a:ext cx="6096000" cy="5632311"/>
          </a:xfrm>
          <a:prstGeom prst="rect">
            <a:avLst/>
          </a:prstGeom>
          <a:noFill/>
        </p:spPr>
        <p:txBody>
          <a:bodyPr wrap="square" rtlCol="0">
            <a:spAutoFit/>
          </a:bodyPr>
          <a:lstStyle/>
          <a:p>
            <a:r>
              <a:rPr lang="en-GB" sz="2400" dirty="0"/>
              <a:t>Case of  free trade ( no tariff)  : import : local demand &gt; Local supply : example P1= $1, import = 30</a:t>
            </a:r>
          </a:p>
          <a:p>
            <a:endParaRPr lang="en-GB" sz="2400" dirty="0"/>
          </a:p>
          <a:p>
            <a:r>
              <a:rPr lang="en-GB" sz="2400" dirty="0"/>
              <a:t>Case of restricted trade : e.g $1 per item</a:t>
            </a:r>
          </a:p>
          <a:p>
            <a:r>
              <a:rPr lang="en-GB" sz="2400" dirty="0"/>
              <a:t>New price = 1 + 1 (tax) = 2</a:t>
            </a:r>
          </a:p>
          <a:p>
            <a:pPr marL="285750" indent="-285750">
              <a:buFont typeface="Arial" panose="020B0604020202020204" pitchFamily="34" charset="0"/>
              <a:buChar char="•"/>
            </a:pPr>
            <a:r>
              <a:rPr lang="en-GB" sz="2400" dirty="0"/>
              <a:t>Effect on local supply, Q1</a:t>
            </a:r>
            <a:r>
              <a:rPr lang="en-GB" sz="2400" baseline="30000" dirty="0"/>
              <a:t>s</a:t>
            </a:r>
            <a:r>
              <a:rPr lang="en-GB" sz="2400" dirty="0"/>
              <a:t> = </a:t>
            </a:r>
            <a:r>
              <a:rPr lang="en-GB" sz="2400" dirty="0">
                <a:solidFill>
                  <a:srgbClr val="FF0000"/>
                </a:solidFill>
              </a:rPr>
              <a:t>8(2) = 16</a:t>
            </a:r>
          </a:p>
          <a:p>
            <a:pPr marL="285750" indent="-285750">
              <a:buFont typeface="Arial" panose="020B0604020202020204" pitchFamily="34" charset="0"/>
              <a:buChar char="•"/>
            </a:pPr>
            <a:r>
              <a:rPr lang="en-GB" sz="2400" dirty="0"/>
              <a:t>Effect on local demand , Q1</a:t>
            </a:r>
            <a:r>
              <a:rPr lang="en-GB" sz="2400" baseline="30000" dirty="0"/>
              <a:t>d</a:t>
            </a:r>
            <a:r>
              <a:rPr lang="en-GB" sz="2400" dirty="0"/>
              <a:t> = </a:t>
            </a:r>
            <a:r>
              <a:rPr lang="en-GB" sz="2400" dirty="0">
                <a:solidFill>
                  <a:srgbClr val="FF0000"/>
                </a:solidFill>
              </a:rPr>
              <a:t>40 – 2(2) = 36</a:t>
            </a:r>
          </a:p>
          <a:p>
            <a:pPr marL="285750" indent="-285750">
              <a:buFont typeface="Arial" panose="020B0604020202020204" pitchFamily="34" charset="0"/>
              <a:buChar char="•"/>
            </a:pPr>
            <a:r>
              <a:rPr lang="en-GB" sz="2400" dirty="0"/>
              <a:t>Effect on import  = </a:t>
            </a:r>
            <a:r>
              <a:rPr lang="en-GB" sz="2400" dirty="0">
                <a:solidFill>
                  <a:srgbClr val="FF0000"/>
                </a:solidFill>
              </a:rPr>
              <a:t>36 – 16 = 20</a:t>
            </a:r>
          </a:p>
          <a:p>
            <a:pPr marL="285750" indent="-285750">
              <a:buFont typeface="Arial" panose="020B0604020202020204" pitchFamily="34" charset="0"/>
              <a:buChar char="•"/>
            </a:pPr>
            <a:r>
              <a:rPr lang="en-GB" sz="2400" dirty="0"/>
              <a:t>Change in import = </a:t>
            </a:r>
            <a:r>
              <a:rPr lang="en-GB" sz="2400" dirty="0">
                <a:solidFill>
                  <a:srgbClr val="FF0000"/>
                </a:solidFill>
              </a:rPr>
              <a:t>20 – 30 = -10</a:t>
            </a:r>
          </a:p>
          <a:p>
            <a:pPr marL="285750" indent="-285750">
              <a:buFont typeface="Arial" panose="020B0604020202020204" pitchFamily="34" charset="0"/>
              <a:buChar char="•"/>
            </a:pPr>
            <a:r>
              <a:rPr lang="en-GB" sz="2400" dirty="0"/>
              <a:t>Effect on government (tax rev) = </a:t>
            </a:r>
            <a:r>
              <a:rPr lang="en-GB" sz="2400" dirty="0">
                <a:solidFill>
                  <a:srgbClr val="FF0000"/>
                </a:solidFill>
              </a:rPr>
              <a:t>1 x 20 = 20</a:t>
            </a:r>
          </a:p>
          <a:p>
            <a:pPr marL="285750" indent="-285750">
              <a:buFont typeface="Arial" panose="020B0604020202020204" pitchFamily="34" charset="0"/>
              <a:buChar char="•"/>
            </a:pPr>
            <a:r>
              <a:rPr lang="en-GB" sz="2400" dirty="0">
                <a:solidFill>
                  <a:srgbClr val="FF0000"/>
                </a:solidFill>
              </a:rPr>
              <a:t>New level farmer’s earnings = </a:t>
            </a:r>
          </a:p>
          <a:p>
            <a:pPr marL="742950" lvl="1" indent="-285750">
              <a:buFont typeface="Arial" panose="020B0604020202020204" pitchFamily="34" charset="0"/>
              <a:buChar char="•"/>
            </a:pPr>
            <a:r>
              <a:rPr lang="en-GB" sz="2400" dirty="0" err="1">
                <a:solidFill>
                  <a:srgbClr val="FF0000"/>
                </a:solidFill>
              </a:rPr>
              <a:t>PxQs</a:t>
            </a:r>
            <a:r>
              <a:rPr lang="en-GB" sz="2400" dirty="0">
                <a:solidFill>
                  <a:srgbClr val="FF0000"/>
                </a:solidFill>
              </a:rPr>
              <a:t> = $2 x 2(16) = $32</a:t>
            </a:r>
          </a:p>
          <a:p>
            <a:pPr lvl="1"/>
            <a:endParaRPr lang="en-GB" sz="2400" dirty="0">
              <a:solidFill>
                <a:srgbClr val="FF0000"/>
              </a:solidFill>
            </a:endParaRPr>
          </a:p>
          <a:p>
            <a:endParaRPr lang="en-GB" sz="2400" dirty="0">
              <a:solidFill>
                <a:srgbClr val="FF0000"/>
              </a:solidFill>
            </a:endParaRPr>
          </a:p>
        </p:txBody>
      </p:sp>
      <p:sp>
        <p:nvSpPr>
          <p:cNvPr id="11" name="TextBox 10">
            <a:extLst>
              <a:ext uri="{FF2B5EF4-FFF2-40B4-BE49-F238E27FC236}">
                <a16:creationId xmlns:a16="http://schemas.microsoft.com/office/drawing/2014/main" id="{AF89D0C3-E347-B931-2436-C510F1E8FE5E}"/>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48" name="Straight Connector 47">
            <a:extLst>
              <a:ext uri="{FF2B5EF4-FFF2-40B4-BE49-F238E27FC236}">
                <a16:creationId xmlns:a16="http://schemas.microsoft.com/office/drawing/2014/main" id="{BB2EE8EC-4BB7-E278-0957-927F4949D515}"/>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CE04667C-53D9-44C1-3B7C-E5E7A0E1A3DB}"/>
              </a:ext>
            </a:extLst>
          </p:cNvPr>
          <p:cNvSpPr txBox="1"/>
          <p:nvPr/>
        </p:nvSpPr>
        <p:spPr>
          <a:xfrm>
            <a:off x="5909475" y="6223828"/>
            <a:ext cx="1981199" cy="369332"/>
          </a:xfrm>
          <a:prstGeom prst="rect">
            <a:avLst/>
          </a:prstGeom>
          <a:noFill/>
        </p:spPr>
        <p:txBody>
          <a:bodyPr wrap="square" rtlCol="0">
            <a:spAutoFit/>
          </a:bodyPr>
          <a:lstStyle/>
          <a:p>
            <a:r>
              <a:rPr lang="en-GB" dirty="0"/>
              <a:t>Qty</a:t>
            </a:r>
            <a:endParaRPr lang="en-SG" dirty="0"/>
          </a:p>
        </p:txBody>
      </p:sp>
      <p:sp>
        <p:nvSpPr>
          <p:cNvPr id="51" name="TextBox 50">
            <a:extLst>
              <a:ext uri="{FF2B5EF4-FFF2-40B4-BE49-F238E27FC236}">
                <a16:creationId xmlns:a16="http://schemas.microsoft.com/office/drawing/2014/main" id="{30985FE1-6D8C-0BE2-A566-9B19B4DD817A}"/>
              </a:ext>
            </a:extLst>
          </p:cNvPr>
          <p:cNvSpPr txBox="1"/>
          <p:nvPr/>
        </p:nvSpPr>
        <p:spPr>
          <a:xfrm>
            <a:off x="1764262" y="1488673"/>
            <a:ext cx="6096000" cy="646331"/>
          </a:xfrm>
          <a:prstGeom prst="rect">
            <a:avLst/>
          </a:prstGeom>
          <a:noFill/>
        </p:spPr>
        <p:txBody>
          <a:bodyPr wrap="square">
            <a:spAutoFit/>
          </a:bodyPr>
          <a:lstStyle/>
          <a:p>
            <a:r>
              <a:rPr lang="en-GB" dirty="0"/>
              <a:t>Local Supply : Q = 8P			--eqn(1)</a:t>
            </a:r>
          </a:p>
          <a:p>
            <a:r>
              <a:rPr lang="en-GB" dirty="0"/>
              <a:t>Local Demand : Q = 40 – 2P 		-- eqn (2)</a:t>
            </a:r>
          </a:p>
        </p:txBody>
      </p:sp>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2BFA263B-5DE9-7325-C8E5-3A52C1BE2F45}"/>
                  </a:ext>
                </a:extLst>
              </p14:cNvPr>
              <p14:cNvContentPartPr/>
              <p14:nvPr/>
            </p14:nvContentPartPr>
            <p14:xfrm>
              <a:off x="1219201" y="2334914"/>
              <a:ext cx="4499280" cy="3775320"/>
            </p14:xfrm>
          </p:contentPart>
        </mc:Choice>
        <mc:Fallback xmlns="">
          <p:pic>
            <p:nvPicPr>
              <p:cNvPr id="3" name="Ink 2">
                <a:extLst>
                  <a:ext uri="{FF2B5EF4-FFF2-40B4-BE49-F238E27FC236}">
                    <a16:creationId xmlns:a16="http://schemas.microsoft.com/office/drawing/2014/main" id="{2BFA263B-5DE9-7325-C8E5-3A52C1BE2F45}"/>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95BAB4AE-B941-51AF-E827-FA79E1520528}"/>
                  </a:ext>
                </a:extLst>
              </p14:cNvPr>
              <p14:cNvContentPartPr/>
              <p14:nvPr/>
            </p14:nvContentPartPr>
            <p14:xfrm>
              <a:off x="1473483" y="2105155"/>
              <a:ext cx="3927851" cy="3927851"/>
            </p14:xfrm>
          </p:contentPart>
        </mc:Choice>
        <mc:Fallback xmlns="">
          <p:pic>
            <p:nvPicPr>
              <p:cNvPr id="5" name="Ink 4">
                <a:extLst>
                  <a:ext uri="{FF2B5EF4-FFF2-40B4-BE49-F238E27FC236}">
                    <a16:creationId xmlns:a16="http://schemas.microsoft.com/office/drawing/2014/main" id="{95BAB4AE-B941-51AF-E827-FA79E1520528}"/>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10" name="Straight Connector 9">
            <a:extLst>
              <a:ext uri="{FF2B5EF4-FFF2-40B4-BE49-F238E27FC236}">
                <a16:creationId xmlns:a16="http://schemas.microsoft.com/office/drawing/2014/main" id="{A130B0B8-440A-5AF1-2465-A1D360F7931B}"/>
              </a:ext>
            </a:extLst>
          </p:cNvPr>
          <p:cNvCxnSpPr>
            <a:cxnSpLocks/>
          </p:cNvCxnSpPr>
          <p:nvPr/>
        </p:nvCxnSpPr>
        <p:spPr>
          <a:xfrm>
            <a:off x="1175778" y="4648200"/>
            <a:ext cx="1796021"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8EC2E67-FF38-807F-2117-8ADA3A13C71A}"/>
              </a:ext>
            </a:extLst>
          </p:cNvPr>
          <p:cNvCxnSpPr>
            <a:cxnSpLocks/>
          </p:cNvCxnSpPr>
          <p:nvPr/>
        </p:nvCxnSpPr>
        <p:spPr>
          <a:xfrm>
            <a:off x="2250755" y="5257800"/>
            <a:ext cx="0" cy="9040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A8087F3-038C-87AC-3CF9-2A94CA8211A2}"/>
              </a:ext>
            </a:extLst>
          </p:cNvPr>
          <p:cNvSpPr txBox="1"/>
          <p:nvPr/>
        </p:nvSpPr>
        <p:spPr>
          <a:xfrm>
            <a:off x="547760" y="5073134"/>
            <a:ext cx="519039" cy="369332"/>
          </a:xfrm>
          <a:prstGeom prst="rect">
            <a:avLst/>
          </a:prstGeom>
          <a:noFill/>
        </p:spPr>
        <p:txBody>
          <a:bodyPr wrap="square" rtlCol="0">
            <a:spAutoFit/>
          </a:bodyPr>
          <a:lstStyle/>
          <a:p>
            <a:pPr algn="ctr"/>
            <a:r>
              <a:rPr lang="en-US" dirty="0"/>
              <a:t>$1</a:t>
            </a:r>
          </a:p>
        </p:txBody>
      </p:sp>
      <p:sp>
        <p:nvSpPr>
          <p:cNvPr id="22" name="TextBox 21">
            <a:extLst>
              <a:ext uri="{FF2B5EF4-FFF2-40B4-BE49-F238E27FC236}">
                <a16:creationId xmlns:a16="http://schemas.microsoft.com/office/drawing/2014/main" id="{8D8C1C37-5CA3-8729-35F8-40E425445C2B}"/>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24" name="TextBox 23">
            <a:extLst>
              <a:ext uri="{FF2B5EF4-FFF2-40B4-BE49-F238E27FC236}">
                <a16:creationId xmlns:a16="http://schemas.microsoft.com/office/drawing/2014/main" id="{CB9E3641-2051-27C5-055A-80F4E62BA80F}"/>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26" name="TextBox 25">
            <a:extLst>
              <a:ext uri="{FF2B5EF4-FFF2-40B4-BE49-F238E27FC236}">
                <a16:creationId xmlns:a16="http://schemas.microsoft.com/office/drawing/2014/main" id="{2BCB2551-83E5-D1FA-6C46-6FE4B64434BD}"/>
              </a:ext>
            </a:extLst>
          </p:cNvPr>
          <p:cNvSpPr txBox="1"/>
          <p:nvPr/>
        </p:nvSpPr>
        <p:spPr>
          <a:xfrm>
            <a:off x="1976509" y="6223828"/>
            <a:ext cx="519039" cy="369332"/>
          </a:xfrm>
          <a:prstGeom prst="rect">
            <a:avLst/>
          </a:prstGeom>
          <a:noFill/>
        </p:spPr>
        <p:txBody>
          <a:bodyPr wrap="square" rtlCol="0">
            <a:spAutoFit/>
          </a:bodyPr>
          <a:lstStyle/>
          <a:p>
            <a:pPr algn="ctr"/>
            <a:r>
              <a:rPr lang="en-US" dirty="0"/>
              <a:t>8</a:t>
            </a:r>
          </a:p>
        </p:txBody>
      </p:sp>
      <p:cxnSp>
        <p:nvCxnSpPr>
          <p:cNvPr id="27" name="Straight Connector 26">
            <a:extLst>
              <a:ext uri="{FF2B5EF4-FFF2-40B4-BE49-F238E27FC236}">
                <a16:creationId xmlns:a16="http://schemas.microsoft.com/office/drawing/2014/main" id="{C96CA0D0-4536-A943-60FC-97867F3ADC89}"/>
              </a:ext>
            </a:extLst>
          </p:cNvPr>
          <p:cNvCxnSpPr>
            <a:cxnSpLocks/>
          </p:cNvCxnSpPr>
          <p:nvPr/>
        </p:nvCxnSpPr>
        <p:spPr>
          <a:xfrm>
            <a:off x="2250755" y="5257800"/>
            <a:ext cx="2396097"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F48B8B0-20D4-1987-42F0-2E826CCBD8EF}"/>
              </a:ext>
            </a:extLst>
          </p:cNvPr>
          <p:cNvCxnSpPr>
            <a:cxnSpLocks/>
          </p:cNvCxnSpPr>
          <p:nvPr/>
        </p:nvCxnSpPr>
        <p:spPr>
          <a:xfrm>
            <a:off x="4646852" y="5268139"/>
            <a:ext cx="0" cy="90406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4B1B778C-ABAE-B088-2263-4BD3171FFDB6}"/>
              </a:ext>
            </a:extLst>
          </p:cNvPr>
          <p:cNvSpPr txBox="1"/>
          <p:nvPr/>
        </p:nvSpPr>
        <p:spPr>
          <a:xfrm>
            <a:off x="4518828" y="6214349"/>
            <a:ext cx="519039" cy="369332"/>
          </a:xfrm>
          <a:prstGeom prst="rect">
            <a:avLst/>
          </a:prstGeom>
          <a:noFill/>
        </p:spPr>
        <p:txBody>
          <a:bodyPr wrap="square" rtlCol="0">
            <a:spAutoFit/>
          </a:bodyPr>
          <a:lstStyle/>
          <a:p>
            <a:pPr algn="ctr"/>
            <a:r>
              <a:rPr lang="en-US" dirty="0"/>
              <a:t>38</a:t>
            </a:r>
          </a:p>
        </p:txBody>
      </p:sp>
      <p:sp>
        <p:nvSpPr>
          <p:cNvPr id="32" name="Right Brace 31">
            <a:extLst>
              <a:ext uri="{FF2B5EF4-FFF2-40B4-BE49-F238E27FC236}">
                <a16:creationId xmlns:a16="http://schemas.microsoft.com/office/drawing/2014/main" id="{954E5093-A5D9-32AF-93B6-D76EE4434078}"/>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34" name="TextBox 33">
            <a:extLst>
              <a:ext uri="{FF2B5EF4-FFF2-40B4-BE49-F238E27FC236}">
                <a16:creationId xmlns:a16="http://schemas.microsoft.com/office/drawing/2014/main" id="{0C171158-7AD3-F277-92EF-82071EBC2E52}"/>
              </a:ext>
            </a:extLst>
          </p:cNvPr>
          <p:cNvSpPr txBox="1"/>
          <p:nvPr/>
        </p:nvSpPr>
        <p:spPr>
          <a:xfrm>
            <a:off x="2333746" y="5287412"/>
            <a:ext cx="2230113" cy="646331"/>
          </a:xfrm>
          <a:prstGeom prst="rect">
            <a:avLst/>
          </a:prstGeom>
          <a:noFill/>
        </p:spPr>
        <p:txBody>
          <a:bodyPr wrap="square" rtlCol="0">
            <a:spAutoFit/>
          </a:bodyPr>
          <a:lstStyle/>
          <a:p>
            <a:pPr algn="ctr"/>
            <a:r>
              <a:rPr lang="en-US" dirty="0"/>
              <a:t>Shortage of 30</a:t>
            </a:r>
            <a:br>
              <a:rPr lang="en-US" dirty="0"/>
            </a:br>
            <a:r>
              <a:rPr lang="en-US" dirty="0"/>
              <a:t>need to import 30</a:t>
            </a:r>
          </a:p>
        </p:txBody>
      </p:sp>
      <p:sp>
        <p:nvSpPr>
          <p:cNvPr id="36" name="TextBox 35">
            <a:extLst>
              <a:ext uri="{FF2B5EF4-FFF2-40B4-BE49-F238E27FC236}">
                <a16:creationId xmlns:a16="http://schemas.microsoft.com/office/drawing/2014/main" id="{4BC17060-04FC-1741-05D0-D8A74B6F6132}"/>
              </a:ext>
            </a:extLst>
          </p:cNvPr>
          <p:cNvSpPr txBox="1"/>
          <p:nvPr/>
        </p:nvSpPr>
        <p:spPr>
          <a:xfrm>
            <a:off x="548734" y="4352925"/>
            <a:ext cx="519039" cy="369332"/>
          </a:xfrm>
          <a:prstGeom prst="rect">
            <a:avLst/>
          </a:prstGeom>
          <a:noFill/>
        </p:spPr>
        <p:txBody>
          <a:bodyPr wrap="square" rtlCol="0">
            <a:spAutoFit/>
          </a:bodyPr>
          <a:lstStyle/>
          <a:p>
            <a:pPr algn="ctr"/>
            <a:r>
              <a:rPr lang="en-US" dirty="0">
                <a:solidFill>
                  <a:srgbClr val="FF0000"/>
                </a:solidFill>
                <a:highlight>
                  <a:srgbClr val="FFFF00"/>
                </a:highlight>
              </a:rPr>
              <a:t>$2</a:t>
            </a:r>
          </a:p>
        </p:txBody>
      </p:sp>
      <p:cxnSp>
        <p:nvCxnSpPr>
          <p:cNvPr id="37" name="Straight Connector 36">
            <a:extLst>
              <a:ext uri="{FF2B5EF4-FFF2-40B4-BE49-F238E27FC236}">
                <a16:creationId xmlns:a16="http://schemas.microsoft.com/office/drawing/2014/main" id="{3A54E5BC-C152-B979-6067-D5CE3F0665A2}"/>
              </a:ext>
            </a:extLst>
          </p:cNvPr>
          <p:cNvCxnSpPr>
            <a:cxnSpLocks/>
          </p:cNvCxnSpPr>
          <p:nvPr/>
        </p:nvCxnSpPr>
        <p:spPr>
          <a:xfrm>
            <a:off x="2971800" y="4648200"/>
            <a:ext cx="0" cy="154327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A150FB17-C219-0050-0712-DF0414AEA903}"/>
              </a:ext>
            </a:extLst>
          </p:cNvPr>
          <p:cNvSpPr txBox="1"/>
          <p:nvPr/>
        </p:nvSpPr>
        <p:spPr>
          <a:xfrm>
            <a:off x="2712280" y="6262765"/>
            <a:ext cx="519039" cy="369332"/>
          </a:xfrm>
          <a:prstGeom prst="rect">
            <a:avLst/>
          </a:prstGeom>
          <a:noFill/>
        </p:spPr>
        <p:txBody>
          <a:bodyPr wrap="square" rtlCol="0">
            <a:spAutoFit/>
          </a:bodyPr>
          <a:lstStyle/>
          <a:p>
            <a:pPr algn="ctr"/>
            <a:r>
              <a:rPr lang="en-US" dirty="0">
                <a:solidFill>
                  <a:srgbClr val="FF0000"/>
                </a:solidFill>
                <a:highlight>
                  <a:srgbClr val="FFFF00"/>
                </a:highlight>
              </a:rPr>
              <a:t>16</a:t>
            </a:r>
          </a:p>
        </p:txBody>
      </p:sp>
      <p:cxnSp>
        <p:nvCxnSpPr>
          <p:cNvPr id="41" name="Straight Connector 40">
            <a:extLst>
              <a:ext uri="{FF2B5EF4-FFF2-40B4-BE49-F238E27FC236}">
                <a16:creationId xmlns:a16="http://schemas.microsoft.com/office/drawing/2014/main" id="{69D16DBE-4862-B142-FBAA-1D3EEAC614A2}"/>
              </a:ext>
            </a:extLst>
          </p:cNvPr>
          <p:cNvCxnSpPr>
            <a:cxnSpLocks/>
          </p:cNvCxnSpPr>
          <p:nvPr/>
        </p:nvCxnSpPr>
        <p:spPr>
          <a:xfrm>
            <a:off x="3999789" y="4648200"/>
            <a:ext cx="24076" cy="154327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C0BEC820-C201-587B-654A-544840FC7AB1}"/>
              </a:ext>
            </a:extLst>
          </p:cNvPr>
          <p:cNvSpPr txBox="1"/>
          <p:nvPr/>
        </p:nvSpPr>
        <p:spPr>
          <a:xfrm>
            <a:off x="3764345" y="6230466"/>
            <a:ext cx="519039" cy="369332"/>
          </a:xfrm>
          <a:prstGeom prst="rect">
            <a:avLst/>
          </a:prstGeom>
          <a:noFill/>
        </p:spPr>
        <p:txBody>
          <a:bodyPr wrap="square" rtlCol="0">
            <a:spAutoFit/>
          </a:bodyPr>
          <a:lstStyle/>
          <a:p>
            <a:pPr algn="ctr"/>
            <a:r>
              <a:rPr lang="en-US" dirty="0">
                <a:solidFill>
                  <a:srgbClr val="FF0000"/>
                </a:solidFill>
              </a:rPr>
              <a:t>36</a:t>
            </a:r>
          </a:p>
        </p:txBody>
      </p:sp>
      <p:cxnSp>
        <p:nvCxnSpPr>
          <p:cNvPr id="52" name="Straight Connector 51">
            <a:extLst>
              <a:ext uri="{FF2B5EF4-FFF2-40B4-BE49-F238E27FC236}">
                <a16:creationId xmlns:a16="http://schemas.microsoft.com/office/drawing/2014/main" id="{F27F6522-3340-B39E-2696-239902230798}"/>
              </a:ext>
            </a:extLst>
          </p:cNvPr>
          <p:cNvCxnSpPr>
            <a:cxnSpLocks/>
          </p:cNvCxnSpPr>
          <p:nvPr/>
        </p:nvCxnSpPr>
        <p:spPr>
          <a:xfrm>
            <a:off x="2982326" y="4648200"/>
            <a:ext cx="104153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E2F9FCDB-9FC9-ABBF-C5AE-2F5ED809AA8D}"/>
              </a:ext>
            </a:extLst>
          </p:cNvPr>
          <p:cNvSpPr txBox="1"/>
          <p:nvPr/>
        </p:nvSpPr>
        <p:spPr>
          <a:xfrm>
            <a:off x="6235030" y="5442466"/>
            <a:ext cx="5409210" cy="923330"/>
          </a:xfrm>
          <a:prstGeom prst="rect">
            <a:avLst/>
          </a:prstGeom>
          <a:noFill/>
        </p:spPr>
        <p:txBody>
          <a:bodyPr wrap="square" rtlCol="0">
            <a:spAutoFit/>
          </a:bodyPr>
          <a:lstStyle/>
          <a:p>
            <a:r>
              <a:rPr lang="en-SG" dirty="0">
                <a:solidFill>
                  <a:srgbClr val="FF0000"/>
                </a:solidFill>
                <a:highlight>
                  <a:srgbClr val="FFFF00"/>
                </a:highlight>
              </a:rPr>
              <a:t>So tariffs on imported goods will shrink demand </a:t>
            </a:r>
            <a:r>
              <a:rPr lang="en-SG" dirty="0" err="1">
                <a:solidFill>
                  <a:srgbClr val="FF0000"/>
                </a:solidFill>
                <a:highlight>
                  <a:srgbClr val="FFFF00"/>
                </a:highlight>
              </a:rPr>
              <a:t>cuz</a:t>
            </a:r>
            <a:r>
              <a:rPr lang="en-SG" dirty="0">
                <a:solidFill>
                  <a:srgbClr val="FF0000"/>
                </a:solidFill>
                <a:highlight>
                  <a:srgbClr val="FFFF00"/>
                </a:highlight>
              </a:rPr>
              <a:t> consumers now have to pay $1 more and domestic producers (farmers) will earn more  </a:t>
            </a:r>
          </a:p>
        </p:txBody>
      </p:sp>
      <p:cxnSp>
        <p:nvCxnSpPr>
          <p:cNvPr id="58" name="Straight Connector 57">
            <a:extLst>
              <a:ext uri="{FF2B5EF4-FFF2-40B4-BE49-F238E27FC236}">
                <a16:creationId xmlns:a16="http://schemas.microsoft.com/office/drawing/2014/main" id="{DC6F24E0-054E-391B-17BB-456740EFDFCB}"/>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76750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81C499A-86DD-CC61-46C6-CE6BBBAB7758}"/>
              </a:ext>
            </a:extLst>
          </p:cNvPr>
          <p:cNvSpPr>
            <a:spLocks noGrp="1"/>
          </p:cNvSpPr>
          <p:nvPr>
            <p:ph type="title"/>
          </p:nvPr>
        </p:nvSpPr>
        <p:spPr/>
        <p:txBody>
          <a:bodyPr/>
          <a:lstStyle/>
          <a:p>
            <a:r>
              <a:rPr lang="en-GB" dirty="0"/>
              <a:t>Protectionism acts </a:t>
            </a:r>
            <a:endParaRPr lang="en-SG" dirty="0"/>
          </a:p>
        </p:txBody>
      </p:sp>
      <p:sp>
        <p:nvSpPr>
          <p:cNvPr id="6" name="Text Placeholder 5">
            <a:extLst>
              <a:ext uri="{FF2B5EF4-FFF2-40B4-BE49-F238E27FC236}">
                <a16:creationId xmlns:a16="http://schemas.microsoft.com/office/drawing/2014/main" id="{B8F0E86C-3E96-E8ED-F6F3-866D8A81D7D4}"/>
              </a:ext>
            </a:extLst>
          </p:cNvPr>
          <p:cNvSpPr>
            <a:spLocks noGrp="1"/>
          </p:cNvSpPr>
          <p:nvPr>
            <p:ph type="body" idx="1"/>
          </p:nvPr>
        </p:nvSpPr>
        <p:spPr/>
        <p:txBody>
          <a:bodyPr/>
          <a:lstStyle/>
          <a:p>
            <a:r>
              <a:rPr lang="en-GB" dirty="0"/>
              <a:t>Quota </a:t>
            </a:r>
            <a:endParaRPr lang="en-SG" dirty="0"/>
          </a:p>
        </p:txBody>
      </p:sp>
      <p:sp>
        <p:nvSpPr>
          <p:cNvPr id="3" name="Footer Placeholder 2">
            <a:extLst>
              <a:ext uri="{FF2B5EF4-FFF2-40B4-BE49-F238E27FC236}">
                <a16:creationId xmlns:a16="http://schemas.microsoft.com/office/drawing/2014/main" id="{2D408AEF-B5D4-D391-30B3-BF983A5E669D}"/>
              </a:ext>
            </a:extLst>
          </p:cNvPr>
          <p:cNvSpPr>
            <a:spLocks noGrp="1"/>
          </p:cNvSpPr>
          <p:nvPr>
            <p:ph type="ftr" sz="quarter" idx="11"/>
          </p:nvPr>
        </p:nvSpPr>
        <p:spPr/>
        <p:txBody>
          <a:bodyPr/>
          <a:lstStyle/>
          <a:p>
            <a:pPr>
              <a:defRPr/>
            </a:pPr>
            <a:r>
              <a:rPr lang="en-GB"/>
              <a:t>SIM/UOW/July2024/Clare Kon</a:t>
            </a:r>
            <a:endParaRPr lang="en-US" dirty="0"/>
          </a:p>
        </p:txBody>
      </p:sp>
      <p:sp>
        <p:nvSpPr>
          <p:cNvPr id="4" name="Slide Number Placeholder 3">
            <a:extLst>
              <a:ext uri="{FF2B5EF4-FFF2-40B4-BE49-F238E27FC236}">
                <a16:creationId xmlns:a16="http://schemas.microsoft.com/office/drawing/2014/main" id="{1ABC2443-7BE6-2ECD-B016-699BF853DC42}"/>
              </a:ext>
            </a:extLst>
          </p:cNvPr>
          <p:cNvSpPr>
            <a:spLocks noGrp="1"/>
          </p:cNvSpPr>
          <p:nvPr>
            <p:ph type="sldNum" sz="quarter" idx="12"/>
          </p:nvPr>
        </p:nvSpPr>
        <p:spPr/>
        <p:txBody>
          <a:bodyPr/>
          <a:lstStyle/>
          <a:p>
            <a:pPr>
              <a:defRPr/>
            </a:pPr>
            <a:fld id="{12435390-808E-496C-9001-512058A0016E}" type="slidenum">
              <a:rPr lang="en-US" altLang="en-US" smtClean="0"/>
              <a:pPr>
                <a:defRPr/>
              </a:pPr>
              <a:t>21</a:t>
            </a:fld>
            <a:endParaRPr lang="en-US" altLang="en-US" dirty="0"/>
          </a:p>
        </p:txBody>
      </p:sp>
      <mc:AlternateContent xmlns:mc="http://schemas.openxmlformats.org/markup-compatibility/2006" xmlns:p14="http://schemas.microsoft.com/office/powerpoint/2010/main" xmlns:iact="http://schemas.microsoft.com/office/powerpoint/2014/inkAction">
        <mc:Choice Requires="p14 iact">
          <p:contentPart p14:bwMode="auto" r:id="rId5">
            <p14:nvContentPartPr>
              <p14:cNvPr id="8" name="Ink 7">
                <a:extLst>
                  <a:ext uri="{FF2B5EF4-FFF2-40B4-BE49-F238E27FC236}">
                    <a16:creationId xmlns:a16="http://schemas.microsoft.com/office/drawing/2014/main" id="{5168A20B-832F-DDDD-E2BA-6AA76221A1CF}"/>
                  </a:ext>
                </a:extLst>
              </p14:cNvPr>
              <p14:cNvContentPartPr/>
              <p14:nvPr>
                <p:extLst>
                  <p:ext uri="{42D2F446-02D8-4167-A562-619A0277C38B}">
                    <p15:isNarration xmlns:p15="http://schemas.microsoft.com/office/powerpoint/2012/main" val="1"/>
                  </p:ext>
                </p:extLst>
              </p14:nvPr>
            </p14:nvContentPartPr>
            <p14:xfrm>
              <a:off x="882720" y="4254840"/>
              <a:ext cx="10729440" cy="2364480"/>
            </p14:xfrm>
          </p:contentPart>
        </mc:Choice>
        <mc:Fallback xmlns="">
          <p:pic>
            <p:nvPicPr>
              <p:cNvPr id="8" name="Ink 7">
                <a:extLst>
                  <a:ext uri="{FF2B5EF4-FFF2-40B4-BE49-F238E27FC236}">
                    <a16:creationId xmlns:a16="http://schemas.microsoft.com/office/drawing/2014/main" id="{5168A20B-832F-DDDD-E2BA-6AA76221A1CF}"/>
                  </a:ext>
                </a:extLst>
              </p:cNvPr>
              <p:cNvPicPr>
                <a:picLocks noGrp="1" noRot="1" noChangeAspect="1" noMove="1" noResize="1" noEditPoints="1" noAdjustHandles="1" noChangeArrowheads="1" noChangeShapeType="1"/>
              </p:cNvPicPr>
              <p:nvPr/>
            </p:nvPicPr>
            <p:blipFill>
              <a:blip r:embed="rId6"/>
              <a:stretch>
                <a:fillRect/>
              </a:stretch>
            </p:blipFill>
            <p:spPr>
              <a:xfrm>
                <a:off x="866880" y="4245480"/>
                <a:ext cx="10754640" cy="2383200"/>
              </a:xfrm>
              <a:prstGeom prst="rect">
                <a:avLst/>
              </a:prstGeom>
            </p:spPr>
          </p:pic>
        </mc:Fallback>
      </mc:AlternateContent>
      <p:pic>
        <p:nvPicPr>
          <p:cNvPr id="9" name="Audio 8">
            <a:hlinkClick r:id="" action="ppaction://media"/>
            <a:extLst>
              <a:ext uri="{FF2B5EF4-FFF2-40B4-BE49-F238E27FC236}">
                <a16:creationId xmlns:a16="http://schemas.microsoft.com/office/drawing/2014/main" id="{18F1F0AA-3E7B-7EF0-2713-A8834308FC19}"/>
              </a:ext>
            </a:extLst>
          </p:cNvPr>
          <p:cNvPicPr>
            <a:picLocks noChangeAspect="1"/>
          </p:cNvPicPr>
          <p:nvPr>
            <a:audioFile r:link="rId2"/>
            <p:extLst>
              <p:ext uri="{DAA4B4D4-6D71-4841-9C94-3DE7FCFB9230}">
                <p14:media xmlns:p14="http://schemas.microsoft.com/office/powerpoint/2010/main" r:embed="rId1"/>
              </p:ext>
            </p:extLst>
          </p:nvPr>
        </p:nvPicPr>
        <p:blipFill>
          <a:blip r:embed="rId7"/>
          <a:srcRect l="-287500" t="-287500" r="-287500" b="-287500"/>
          <a:stretch>
            <a:fillRect/>
          </a:stretch>
        </p:blipFill>
        <p:spPr>
          <a:xfrm>
            <a:off x="10052304" y="4718304"/>
            <a:ext cx="2057400" cy="2057400"/>
          </a:xfrm>
          <a:prstGeom prst="ellipse">
            <a:avLst/>
          </a:prstGeom>
        </p:spPr>
      </p:pic>
    </p:spTree>
    <p:extLst>
      <p:ext uri="{BB962C8B-B14F-4D97-AF65-F5344CB8AC3E}">
        <p14:creationId xmlns:p14="http://schemas.microsoft.com/office/powerpoint/2010/main" val="2656889522"/>
      </p:ext>
    </p:extLst>
  </p:cSld>
  <p:clrMapOvr>
    <a:masterClrMapping/>
  </p:clrMapOvr>
  <mc:AlternateContent xmlns:mc="http://schemas.openxmlformats.org/markup-compatibility/2006" xmlns:p14="http://schemas.microsoft.com/office/powerpoint/2010/main">
    <mc:Choice Requires="p14">
      <p:transition spd="slow" p14:dur="2000" advTm="261456"/>
    </mc:Choice>
    <mc:Fallback xmlns="">
      <p:transition spd="slow" advTm="26145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9"/>
                                        </p:tgtEl>
                                      </p:cBhvr>
                                    </p:cmd>
                                  </p:childTnLst>
                                </p:cTn>
                              </p:par>
                              <p:par>
                                <p:cTn id="7" presetID="59"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md type="call" cmd="playFrom(0.0)">
                                      <p:cBhvr>
                                        <p:cTn id="9"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10" fill="hold" display="0">
                  <p:stCondLst>
                    <p:cond delay="indefinite"/>
                  </p:stCondLst>
                  <p:endCondLst>
                    <p:cond evt="onStopAudio" delay="0">
                      <p:tgtEl>
                        <p:sldTgt/>
                      </p:tgtEl>
                    </p:cond>
                  </p:endCondLst>
                </p:cTn>
                <p:tgtEl>
                  <p:spTgt spid="9"/>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E40CD-89D0-EEE8-2CC1-04CC4E81B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3B4E7-9912-E1F7-7D85-BE1A706E03F8}"/>
              </a:ext>
            </a:extLst>
          </p:cNvPr>
          <p:cNvSpPr>
            <a:spLocks noGrp="1"/>
          </p:cNvSpPr>
          <p:nvPr>
            <p:ph type="title"/>
          </p:nvPr>
        </p:nvSpPr>
        <p:spPr>
          <a:xfrm>
            <a:off x="745827" y="186034"/>
            <a:ext cx="9875520" cy="1356360"/>
          </a:xfrm>
        </p:spPr>
        <p:txBody>
          <a:bodyPr anchor="t"/>
          <a:lstStyle/>
          <a:p>
            <a:r>
              <a:rPr lang="en-GB" dirty="0"/>
              <a:t>Effects of Quota (fixed quantity) </a:t>
            </a:r>
            <a:endParaRPr lang="en-SG" dirty="0"/>
          </a:p>
        </p:txBody>
      </p:sp>
      <p:sp>
        <p:nvSpPr>
          <p:cNvPr id="4" name="Slide Number Placeholder 3">
            <a:extLst>
              <a:ext uri="{FF2B5EF4-FFF2-40B4-BE49-F238E27FC236}">
                <a16:creationId xmlns:a16="http://schemas.microsoft.com/office/drawing/2014/main" id="{6C9072A8-AA2F-7BFE-2396-1106B40B4366}"/>
              </a:ext>
            </a:extLst>
          </p:cNvPr>
          <p:cNvSpPr>
            <a:spLocks noGrp="1"/>
          </p:cNvSpPr>
          <p:nvPr>
            <p:ph type="sldNum" sz="quarter" idx="12"/>
          </p:nvPr>
        </p:nvSpPr>
        <p:spPr/>
        <p:txBody>
          <a:bodyPr/>
          <a:lstStyle/>
          <a:p>
            <a:pPr>
              <a:defRPr/>
            </a:pPr>
            <a:fld id="{12435390-808E-496C-9001-512058A0016E}" type="slidenum">
              <a:rPr lang="en-US" altLang="en-US" smtClean="0"/>
              <a:pPr>
                <a:defRPr/>
              </a:pPr>
              <a:t>22</a:t>
            </a:fld>
            <a:endParaRPr lang="en-US" altLang="en-US" dirty="0"/>
          </a:p>
        </p:txBody>
      </p:sp>
      <p:cxnSp>
        <p:nvCxnSpPr>
          <p:cNvPr id="6" name="Straight Connector 5">
            <a:extLst>
              <a:ext uri="{FF2B5EF4-FFF2-40B4-BE49-F238E27FC236}">
                <a16:creationId xmlns:a16="http://schemas.microsoft.com/office/drawing/2014/main" id="{810C931C-6FCE-49F6-6EFA-77C43E314464}"/>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11EFE60-9E29-9BC7-D1CF-943EE00A8CD3}"/>
              </a:ext>
            </a:extLst>
          </p:cNvPr>
          <p:cNvSpPr txBox="1"/>
          <p:nvPr/>
        </p:nvSpPr>
        <p:spPr>
          <a:xfrm>
            <a:off x="6400800" y="1283868"/>
            <a:ext cx="5410197" cy="4524315"/>
          </a:xfrm>
          <a:prstGeom prst="rect">
            <a:avLst/>
          </a:prstGeom>
          <a:noFill/>
        </p:spPr>
        <p:txBody>
          <a:bodyPr wrap="square" rtlCol="0">
            <a:spAutoFit/>
          </a:bodyPr>
          <a:lstStyle/>
          <a:p>
            <a:r>
              <a:rPr lang="en-GB" sz="2400" dirty="0"/>
              <a:t>Case of  free trade ( no tariff)  : import : local demand &gt; Local supply : example P1= $1, import = 30</a:t>
            </a:r>
          </a:p>
          <a:p>
            <a:endParaRPr lang="en-GB" sz="2400" dirty="0"/>
          </a:p>
          <a:p>
            <a:r>
              <a:rPr lang="en-GB" sz="2400" dirty="0">
                <a:solidFill>
                  <a:srgbClr val="FF0000"/>
                </a:solidFill>
              </a:rPr>
              <a:t>Import = (40-2(1)) – 8(1) = 30  </a:t>
            </a:r>
          </a:p>
          <a:p>
            <a:endParaRPr lang="en-GB" sz="2400" dirty="0"/>
          </a:p>
          <a:p>
            <a:r>
              <a:rPr lang="en-GB" sz="2400" dirty="0"/>
              <a:t>Case of restricted trade</a:t>
            </a:r>
          </a:p>
          <a:p>
            <a:r>
              <a:rPr lang="en-GB" sz="2400" dirty="0"/>
              <a:t>Quota = 10 = new import</a:t>
            </a:r>
          </a:p>
          <a:p>
            <a:endParaRPr lang="en-GB" sz="2400" dirty="0"/>
          </a:p>
          <a:p>
            <a:r>
              <a:rPr lang="en-GB" sz="2400" dirty="0"/>
              <a:t>How do we depict this restriction on the diagram?  </a:t>
            </a:r>
            <a:r>
              <a:rPr lang="en-GB" sz="2400" dirty="0">
                <a:solidFill>
                  <a:srgbClr val="FF0000"/>
                </a:solidFill>
                <a:highlight>
                  <a:srgbClr val="FFFF00"/>
                </a:highlight>
              </a:rPr>
              <a:t>Next slide</a:t>
            </a:r>
          </a:p>
          <a:p>
            <a:endParaRPr lang="en-GB" sz="2400" dirty="0">
              <a:solidFill>
                <a:srgbClr val="FF0000"/>
              </a:solidFill>
            </a:endParaRPr>
          </a:p>
        </p:txBody>
      </p:sp>
      <p:sp>
        <p:nvSpPr>
          <p:cNvPr id="11" name="TextBox 10">
            <a:extLst>
              <a:ext uri="{FF2B5EF4-FFF2-40B4-BE49-F238E27FC236}">
                <a16:creationId xmlns:a16="http://schemas.microsoft.com/office/drawing/2014/main" id="{CEA268A1-F40F-9300-0FE1-688ED85E566B}"/>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48" name="Straight Connector 47">
            <a:extLst>
              <a:ext uri="{FF2B5EF4-FFF2-40B4-BE49-F238E27FC236}">
                <a16:creationId xmlns:a16="http://schemas.microsoft.com/office/drawing/2014/main" id="{649821B3-7645-5CD2-51D7-E4A490B71273}"/>
              </a:ext>
            </a:extLst>
          </p:cNvPr>
          <p:cNvCxnSpPr/>
          <p:nvPr/>
        </p:nvCxnSpPr>
        <p:spPr>
          <a:xfrm>
            <a:off x="1066800" y="6172200"/>
            <a:ext cx="381000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2CEA9F00-F3FB-7991-A949-03E6346E189E}"/>
              </a:ext>
            </a:extLst>
          </p:cNvPr>
          <p:cNvSpPr txBox="1"/>
          <p:nvPr/>
        </p:nvSpPr>
        <p:spPr>
          <a:xfrm>
            <a:off x="5257801" y="6223828"/>
            <a:ext cx="609598" cy="369332"/>
          </a:xfrm>
          <a:prstGeom prst="rect">
            <a:avLst/>
          </a:prstGeom>
          <a:noFill/>
        </p:spPr>
        <p:txBody>
          <a:bodyPr wrap="square" rtlCol="0">
            <a:spAutoFit/>
          </a:bodyPr>
          <a:lstStyle/>
          <a:p>
            <a:r>
              <a:rPr lang="en-GB" dirty="0"/>
              <a:t>Qty</a:t>
            </a:r>
            <a:endParaRPr lang="en-SG" dirty="0"/>
          </a:p>
        </p:txBody>
      </p:sp>
      <p:sp>
        <p:nvSpPr>
          <p:cNvPr id="51" name="TextBox 50">
            <a:extLst>
              <a:ext uri="{FF2B5EF4-FFF2-40B4-BE49-F238E27FC236}">
                <a16:creationId xmlns:a16="http://schemas.microsoft.com/office/drawing/2014/main" id="{C4063995-3AA6-35B4-BAA0-1008F00A429E}"/>
              </a:ext>
            </a:extLst>
          </p:cNvPr>
          <p:cNvSpPr txBox="1"/>
          <p:nvPr/>
        </p:nvSpPr>
        <p:spPr>
          <a:xfrm>
            <a:off x="1600200" y="1081670"/>
            <a:ext cx="6096000" cy="646331"/>
          </a:xfrm>
          <a:prstGeom prst="rect">
            <a:avLst/>
          </a:prstGeom>
          <a:noFill/>
        </p:spPr>
        <p:txBody>
          <a:bodyPr wrap="square">
            <a:spAutoFit/>
          </a:bodyPr>
          <a:lstStyle/>
          <a:p>
            <a:r>
              <a:rPr lang="en-GB" dirty="0"/>
              <a:t>Local Supply : Q = 8P			--eqn(1)</a:t>
            </a:r>
          </a:p>
          <a:p>
            <a:r>
              <a:rPr lang="en-GB" dirty="0"/>
              <a:t>Local Demand : Q = 40 – 2P 		-- eqn (2)</a:t>
            </a:r>
          </a:p>
        </p:txBody>
      </p:sp>
      <p:cxnSp>
        <p:nvCxnSpPr>
          <p:cNvPr id="25" name="Straight Connector 24">
            <a:extLst>
              <a:ext uri="{FF2B5EF4-FFF2-40B4-BE49-F238E27FC236}">
                <a16:creationId xmlns:a16="http://schemas.microsoft.com/office/drawing/2014/main" id="{7538C652-CD19-1700-76E2-4E85E831AD0E}"/>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C231D94-C68C-EC42-AF73-EEEA20FF13B2}"/>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28" name="Ink 27">
                <a:extLst>
                  <a:ext uri="{FF2B5EF4-FFF2-40B4-BE49-F238E27FC236}">
                    <a16:creationId xmlns:a16="http://schemas.microsoft.com/office/drawing/2014/main" id="{4CA8E861-76E9-A49B-7908-65B8C0552849}"/>
                  </a:ext>
                </a:extLst>
              </p14:cNvPr>
              <p14:cNvContentPartPr/>
              <p14:nvPr/>
            </p14:nvContentPartPr>
            <p14:xfrm>
              <a:off x="1219201" y="2334914"/>
              <a:ext cx="4499280" cy="3775320"/>
            </p14:xfrm>
          </p:contentPart>
        </mc:Choice>
        <mc:Fallback xmlns="">
          <p:pic>
            <p:nvPicPr>
              <p:cNvPr id="28" name="Ink 27">
                <a:extLst>
                  <a:ext uri="{FF2B5EF4-FFF2-40B4-BE49-F238E27FC236}">
                    <a16:creationId xmlns:a16="http://schemas.microsoft.com/office/drawing/2014/main" id="{4CA8E861-76E9-A49B-7908-65B8C0552849}"/>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25BD6049-DDFD-3243-BE96-562D204443E6}"/>
                  </a:ext>
                </a:extLst>
              </p14:cNvPr>
              <p14:cNvContentPartPr/>
              <p14:nvPr/>
            </p14:nvContentPartPr>
            <p14:xfrm>
              <a:off x="1473483" y="2105155"/>
              <a:ext cx="3927851" cy="3927851"/>
            </p14:xfrm>
          </p:contentPart>
        </mc:Choice>
        <mc:Fallback xmlns="">
          <p:pic>
            <p:nvPicPr>
              <p:cNvPr id="29" name="Ink 28">
                <a:extLst>
                  <a:ext uri="{FF2B5EF4-FFF2-40B4-BE49-F238E27FC236}">
                    <a16:creationId xmlns:a16="http://schemas.microsoft.com/office/drawing/2014/main" id="{25BD6049-DDFD-3243-BE96-562D204443E6}"/>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30" name="Straight Connector 29">
            <a:extLst>
              <a:ext uri="{FF2B5EF4-FFF2-40B4-BE49-F238E27FC236}">
                <a16:creationId xmlns:a16="http://schemas.microsoft.com/office/drawing/2014/main" id="{8EAC291F-1C47-A34A-5C59-98298CCEDF6F}"/>
              </a:ext>
            </a:extLst>
          </p:cNvPr>
          <p:cNvCxnSpPr>
            <a:cxnSpLocks/>
          </p:cNvCxnSpPr>
          <p:nvPr/>
        </p:nvCxnSpPr>
        <p:spPr>
          <a:xfrm>
            <a:off x="1143000" y="4191000"/>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6FA2E909-9864-A3DE-D908-AA227E7047D6}"/>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34" name="TextBox 33">
            <a:extLst>
              <a:ext uri="{FF2B5EF4-FFF2-40B4-BE49-F238E27FC236}">
                <a16:creationId xmlns:a16="http://schemas.microsoft.com/office/drawing/2014/main" id="{EF3173C8-05D3-6CDB-E3CC-7FD67517946B}"/>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39" name="TextBox 38">
            <a:extLst>
              <a:ext uri="{FF2B5EF4-FFF2-40B4-BE49-F238E27FC236}">
                <a16:creationId xmlns:a16="http://schemas.microsoft.com/office/drawing/2014/main" id="{010C6FA0-4468-6A2D-B3EF-FC75AD477726}"/>
              </a:ext>
            </a:extLst>
          </p:cNvPr>
          <p:cNvSpPr txBox="1"/>
          <p:nvPr/>
        </p:nvSpPr>
        <p:spPr>
          <a:xfrm>
            <a:off x="538235" y="3884414"/>
            <a:ext cx="519039" cy="369332"/>
          </a:xfrm>
          <a:prstGeom prst="rect">
            <a:avLst/>
          </a:prstGeom>
          <a:noFill/>
        </p:spPr>
        <p:txBody>
          <a:bodyPr wrap="square" rtlCol="0">
            <a:spAutoFit/>
          </a:bodyPr>
          <a:lstStyle/>
          <a:p>
            <a:pPr algn="ctr"/>
            <a:r>
              <a:rPr lang="en-US" dirty="0"/>
              <a:t>$4</a:t>
            </a:r>
          </a:p>
        </p:txBody>
      </p:sp>
      <p:cxnSp>
        <p:nvCxnSpPr>
          <p:cNvPr id="41" name="Straight Connector 40">
            <a:extLst>
              <a:ext uri="{FF2B5EF4-FFF2-40B4-BE49-F238E27FC236}">
                <a16:creationId xmlns:a16="http://schemas.microsoft.com/office/drawing/2014/main" id="{3A6ABDB3-7C12-C2A3-7F15-E0375EA5EC75}"/>
              </a:ext>
            </a:extLst>
          </p:cNvPr>
          <p:cNvCxnSpPr>
            <a:cxnSpLocks/>
          </p:cNvCxnSpPr>
          <p:nvPr/>
        </p:nvCxnSpPr>
        <p:spPr>
          <a:xfrm>
            <a:off x="3535759" y="4222574"/>
            <a:ext cx="50961" cy="194837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0AFE2E92-D934-5F64-D368-686EB7ABBBBE}"/>
              </a:ext>
            </a:extLst>
          </p:cNvPr>
          <p:cNvSpPr txBox="1"/>
          <p:nvPr/>
        </p:nvSpPr>
        <p:spPr>
          <a:xfrm>
            <a:off x="3327200" y="6155327"/>
            <a:ext cx="519039" cy="369332"/>
          </a:xfrm>
          <a:prstGeom prst="rect">
            <a:avLst/>
          </a:prstGeom>
          <a:noFill/>
        </p:spPr>
        <p:txBody>
          <a:bodyPr wrap="square" rtlCol="0">
            <a:spAutoFit/>
          </a:bodyPr>
          <a:lstStyle/>
          <a:p>
            <a:pPr algn="ctr"/>
            <a:r>
              <a:rPr lang="en-US" dirty="0"/>
              <a:t>32</a:t>
            </a:r>
          </a:p>
        </p:txBody>
      </p:sp>
      <p:cxnSp>
        <p:nvCxnSpPr>
          <p:cNvPr id="47" name="Straight Connector 46">
            <a:extLst>
              <a:ext uri="{FF2B5EF4-FFF2-40B4-BE49-F238E27FC236}">
                <a16:creationId xmlns:a16="http://schemas.microsoft.com/office/drawing/2014/main" id="{125D6806-B073-9DAD-057A-FFCB5E8CE0C7}"/>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40A08157-0C4A-BC09-2D21-FB9416CD400F}"/>
              </a:ext>
            </a:extLst>
          </p:cNvPr>
          <p:cNvCxnSpPr>
            <a:cxnSpLocks/>
          </p:cNvCxnSpPr>
          <p:nvPr/>
        </p:nvCxnSpPr>
        <p:spPr>
          <a:xfrm>
            <a:off x="2249148" y="5270829"/>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810BFF96-9807-317C-32DC-3EB92849B8B8}"/>
              </a:ext>
            </a:extLst>
          </p:cNvPr>
          <p:cNvSpPr txBox="1"/>
          <p:nvPr/>
        </p:nvSpPr>
        <p:spPr>
          <a:xfrm>
            <a:off x="545817" y="5012096"/>
            <a:ext cx="519039" cy="369332"/>
          </a:xfrm>
          <a:prstGeom prst="rect">
            <a:avLst/>
          </a:prstGeom>
          <a:noFill/>
        </p:spPr>
        <p:txBody>
          <a:bodyPr wrap="square" rtlCol="0">
            <a:spAutoFit/>
          </a:bodyPr>
          <a:lstStyle/>
          <a:p>
            <a:pPr algn="ctr"/>
            <a:r>
              <a:rPr lang="en-US" dirty="0"/>
              <a:t>$1</a:t>
            </a:r>
          </a:p>
        </p:txBody>
      </p:sp>
      <p:sp>
        <p:nvSpPr>
          <p:cNvPr id="57" name="TextBox 56">
            <a:extLst>
              <a:ext uri="{FF2B5EF4-FFF2-40B4-BE49-F238E27FC236}">
                <a16:creationId xmlns:a16="http://schemas.microsoft.com/office/drawing/2014/main" id="{54C41401-FA9D-3ADF-2D36-A4A1723FE039}"/>
              </a:ext>
            </a:extLst>
          </p:cNvPr>
          <p:cNvSpPr txBox="1"/>
          <p:nvPr/>
        </p:nvSpPr>
        <p:spPr>
          <a:xfrm>
            <a:off x="2010419" y="6158392"/>
            <a:ext cx="519039" cy="369332"/>
          </a:xfrm>
          <a:prstGeom prst="rect">
            <a:avLst/>
          </a:prstGeom>
          <a:noFill/>
        </p:spPr>
        <p:txBody>
          <a:bodyPr wrap="square" rtlCol="0">
            <a:spAutoFit/>
          </a:bodyPr>
          <a:lstStyle/>
          <a:p>
            <a:pPr algn="ctr"/>
            <a:r>
              <a:rPr lang="en-US" dirty="0"/>
              <a:t>8</a:t>
            </a:r>
          </a:p>
        </p:txBody>
      </p:sp>
      <p:cxnSp>
        <p:nvCxnSpPr>
          <p:cNvPr id="58" name="Straight Connector 57">
            <a:extLst>
              <a:ext uri="{FF2B5EF4-FFF2-40B4-BE49-F238E27FC236}">
                <a16:creationId xmlns:a16="http://schemas.microsoft.com/office/drawing/2014/main" id="{04D7213D-7D73-A9B8-4280-46A0F39859E5}"/>
              </a:ext>
            </a:extLst>
          </p:cNvPr>
          <p:cNvCxnSpPr>
            <a:cxnSpLocks/>
          </p:cNvCxnSpPr>
          <p:nvPr/>
        </p:nvCxnSpPr>
        <p:spPr>
          <a:xfrm>
            <a:off x="4592085" y="5269085"/>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CA9D8F4E-B534-80E5-95F5-AEB60CEDF5B8}"/>
              </a:ext>
            </a:extLst>
          </p:cNvPr>
          <p:cNvSpPr txBox="1"/>
          <p:nvPr/>
        </p:nvSpPr>
        <p:spPr>
          <a:xfrm>
            <a:off x="4345612" y="6163557"/>
            <a:ext cx="519039" cy="369332"/>
          </a:xfrm>
          <a:prstGeom prst="rect">
            <a:avLst/>
          </a:prstGeom>
          <a:noFill/>
        </p:spPr>
        <p:txBody>
          <a:bodyPr wrap="square" rtlCol="0">
            <a:spAutoFit/>
          </a:bodyPr>
          <a:lstStyle/>
          <a:p>
            <a:pPr algn="ctr"/>
            <a:r>
              <a:rPr lang="en-US" dirty="0"/>
              <a:t>38</a:t>
            </a:r>
          </a:p>
        </p:txBody>
      </p:sp>
      <p:cxnSp>
        <p:nvCxnSpPr>
          <p:cNvPr id="61" name="Straight Connector 60">
            <a:extLst>
              <a:ext uri="{FF2B5EF4-FFF2-40B4-BE49-F238E27FC236}">
                <a16:creationId xmlns:a16="http://schemas.microsoft.com/office/drawing/2014/main" id="{06EDDC16-F31A-2B05-7A86-FE5DC95D5D29}"/>
              </a:ext>
            </a:extLst>
          </p:cNvPr>
          <p:cNvCxnSpPr>
            <a:cxnSpLocks/>
          </p:cNvCxnSpPr>
          <p:nvPr/>
        </p:nvCxnSpPr>
        <p:spPr>
          <a:xfrm>
            <a:off x="2246981" y="5269085"/>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63" name="Right Brace 62">
            <a:extLst>
              <a:ext uri="{FF2B5EF4-FFF2-40B4-BE49-F238E27FC236}">
                <a16:creationId xmlns:a16="http://schemas.microsoft.com/office/drawing/2014/main" id="{0A0F97E3-0DAD-E325-47BE-A910D20A2F80}"/>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65" name="TextBox 64">
            <a:extLst>
              <a:ext uri="{FF2B5EF4-FFF2-40B4-BE49-F238E27FC236}">
                <a16:creationId xmlns:a16="http://schemas.microsoft.com/office/drawing/2014/main" id="{9BF42A2A-BD50-CEAB-BBE1-C037DFE975F7}"/>
              </a:ext>
            </a:extLst>
          </p:cNvPr>
          <p:cNvSpPr txBox="1"/>
          <p:nvPr/>
        </p:nvSpPr>
        <p:spPr>
          <a:xfrm>
            <a:off x="2634601" y="5437530"/>
            <a:ext cx="1668479" cy="369332"/>
          </a:xfrm>
          <a:prstGeom prst="rect">
            <a:avLst/>
          </a:prstGeom>
          <a:noFill/>
        </p:spPr>
        <p:txBody>
          <a:bodyPr wrap="square" rtlCol="0">
            <a:spAutoFit/>
          </a:bodyPr>
          <a:lstStyle/>
          <a:p>
            <a:pPr algn="ctr"/>
            <a:r>
              <a:rPr lang="en-US" dirty="0"/>
              <a:t>Import = 30</a:t>
            </a:r>
          </a:p>
        </p:txBody>
      </p:sp>
      <p:sp>
        <p:nvSpPr>
          <p:cNvPr id="67" name="TextBox 66">
            <a:extLst>
              <a:ext uri="{FF2B5EF4-FFF2-40B4-BE49-F238E27FC236}">
                <a16:creationId xmlns:a16="http://schemas.microsoft.com/office/drawing/2014/main" id="{6CE9DD0A-6D92-644B-332D-9E750F167256}"/>
              </a:ext>
            </a:extLst>
          </p:cNvPr>
          <p:cNvSpPr txBox="1"/>
          <p:nvPr/>
        </p:nvSpPr>
        <p:spPr>
          <a:xfrm>
            <a:off x="3468840" y="3968936"/>
            <a:ext cx="1668479" cy="369332"/>
          </a:xfrm>
          <a:prstGeom prst="rect">
            <a:avLst/>
          </a:prstGeom>
          <a:noFill/>
        </p:spPr>
        <p:txBody>
          <a:bodyPr wrap="square" rtlCol="0">
            <a:spAutoFit/>
          </a:bodyPr>
          <a:lstStyle/>
          <a:p>
            <a:pPr algn="ctr"/>
            <a:r>
              <a:rPr lang="en-US" dirty="0"/>
              <a:t>No trade</a:t>
            </a:r>
          </a:p>
        </p:txBody>
      </p:sp>
    </p:spTree>
    <p:extLst>
      <p:ext uri="{BB962C8B-B14F-4D97-AF65-F5344CB8AC3E}">
        <p14:creationId xmlns:p14="http://schemas.microsoft.com/office/powerpoint/2010/main" val="30909632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F0F1B-75B6-FA58-B2D7-908F092F34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6484D-8FED-7210-CFD7-D9CE0019D00B}"/>
              </a:ext>
            </a:extLst>
          </p:cNvPr>
          <p:cNvSpPr>
            <a:spLocks noGrp="1"/>
          </p:cNvSpPr>
          <p:nvPr>
            <p:ph type="title"/>
          </p:nvPr>
        </p:nvSpPr>
        <p:spPr>
          <a:xfrm>
            <a:off x="745827" y="186034"/>
            <a:ext cx="9875520" cy="1356360"/>
          </a:xfrm>
        </p:spPr>
        <p:txBody>
          <a:bodyPr anchor="t"/>
          <a:lstStyle/>
          <a:p>
            <a:r>
              <a:rPr lang="en-GB" dirty="0">
                <a:highlight>
                  <a:srgbClr val="FFFF00"/>
                </a:highlight>
              </a:rPr>
              <a:t>Effects of Quota (fixed quantity) </a:t>
            </a:r>
            <a:endParaRPr lang="en-SG" dirty="0">
              <a:highlight>
                <a:srgbClr val="FFFF00"/>
              </a:highlight>
            </a:endParaRPr>
          </a:p>
        </p:txBody>
      </p:sp>
      <p:sp>
        <p:nvSpPr>
          <p:cNvPr id="4" name="Slide Number Placeholder 3">
            <a:extLst>
              <a:ext uri="{FF2B5EF4-FFF2-40B4-BE49-F238E27FC236}">
                <a16:creationId xmlns:a16="http://schemas.microsoft.com/office/drawing/2014/main" id="{753784F1-F8F0-CD80-0FA4-3EED74BF6F48}"/>
              </a:ext>
            </a:extLst>
          </p:cNvPr>
          <p:cNvSpPr>
            <a:spLocks noGrp="1"/>
          </p:cNvSpPr>
          <p:nvPr>
            <p:ph type="sldNum" sz="quarter" idx="12"/>
          </p:nvPr>
        </p:nvSpPr>
        <p:spPr/>
        <p:txBody>
          <a:bodyPr/>
          <a:lstStyle/>
          <a:p>
            <a:pPr>
              <a:defRPr/>
            </a:pPr>
            <a:fld id="{12435390-808E-496C-9001-512058A0016E}" type="slidenum">
              <a:rPr lang="en-US" altLang="en-US" smtClean="0"/>
              <a:pPr>
                <a:defRPr/>
              </a:pPr>
              <a:t>23</a:t>
            </a:fld>
            <a:endParaRPr lang="en-US" altLang="en-US" dirty="0"/>
          </a:p>
        </p:txBody>
      </p:sp>
      <p:sp>
        <p:nvSpPr>
          <p:cNvPr id="9" name="TextBox 8">
            <a:extLst>
              <a:ext uri="{FF2B5EF4-FFF2-40B4-BE49-F238E27FC236}">
                <a16:creationId xmlns:a16="http://schemas.microsoft.com/office/drawing/2014/main" id="{EDFBD9B5-92CF-6E67-00BE-471F92D8CFC8}"/>
              </a:ext>
            </a:extLst>
          </p:cNvPr>
          <p:cNvSpPr txBox="1"/>
          <p:nvPr/>
        </p:nvSpPr>
        <p:spPr>
          <a:xfrm>
            <a:off x="6286504" y="868037"/>
            <a:ext cx="5410197" cy="5632311"/>
          </a:xfrm>
          <a:prstGeom prst="rect">
            <a:avLst/>
          </a:prstGeom>
          <a:noFill/>
        </p:spPr>
        <p:txBody>
          <a:bodyPr wrap="square" rtlCol="0">
            <a:spAutoFit/>
          </a:bodyPr>
          <a:lstStyle/>
          <a:p>
            <a:r>
              <a:rPr lang="en-GB" sz="2400" dirty="0"/>
              <a:t>Case of restricted trade</a:t>
            </a:r>
          </a:p>
          <a:p>
            <a:r>
              <a:rPr lang="en-GB" sz="2400" dirty="0"/>
              <a:t>Quota = 10 = new import</a:t>
            </a:r>
          </a:p>
          <a:p>
            <a:endParaRPr lang="en-GB" sz="2400" dirty="0">
              <a:solidFill>
                <a:srgbClr val="FF0000"/>
              </a:solidFill>
            </a:endParaRPr>
          </a:p>
          <a:p>
            <a:r>
              <a:rPr lang="en-GB" sz="2400" dirty="0">
                <a:solidFill>
                  <a:srgbClr val="FF0000"/>
                </a:solidFill>
              </a:rPr>
              <a:t>Working backwards</a:t>
            </a:r>
          </a:p>
          <a:p>
            <a:r>
              <a:rPr lang="en-GB" sz="2400" dirty="0">
                <a:solidFill>
                  <a:srgbClr val="FF0000"/>
                </a:solidFill>
              </a:rPr>
              <a:t>Import = Demand – Supply </a:t>
            </a:r>
          </a:p>
          <a:p>
            <a:r>
              <a:rPr lang="en-GB" sz="2400" dirty="0">
                <a:solidFill>
                  <a:srgbClr val="FF0000"/>
                </a:solidFill>
              </a:rPr>
              <a:t>10 = (40-2p) – 8p </a:t>
            </a:r>
          </a:p>
          <a:p>
            <a:r>
              <a:rPr lang="en-GB" sz="2400" dirty="0">
                <a:solidFill>
                  <a:srgbClr val="FF0000"/>
                </a:solidFill>
              </a:rPr>
              <a:t>10 = 40 – 10p</a:t>
            </a:r>
          </a:p>
          <a:p>
            <a:r>
              <a:rPr lang="en-GB" sz="2400" dirty="0">
                <a:solidFill>
                  <a:srgbClr val="FF0000"/>
                </a:solidFill>
              </a:rPr>
              <a:t>10p = 30</a:t>
            </a:r>
          </a:p>
          <a:p>
            <a:r>
              <a:rPr lang="en-GB" sz="2400" dirty="0">
                <a:solidFill>
                  <a:srgbClr val="FF0000"/>
                </a:solidFill>
              </a:rPr>
              <a:t>p = 3</a:t>
            </a:r>
          </a:p>
          <a:p>
            <a:endParaRPr lang="en-GB" sz="2400" dirty="0">
              <a:solidFill>
                <a:srgbClr val="FF0000"/>
              </a:solidFill>
            </a:endParaRPr>
          </a:p>
          <a:p>
            <a:r>
              <a:rPr lang="en-GB" sz="2400" dirty="0"/>
              <a:t>Government tax revenue = </a:t>
            </a:r>
            <a:r>
              <a:rPr lang="en-US" sz="2400" dirty="0">
                <a:solidFill>
                  <a:srgbClr val="FF0000"/>
                </a:solidFill>
                <a:highlight>
                  <a:srgbClr val="FFFF00"/>
                </a:highlight>
              </a:rPr>
              <a:t>With a </a:t>
            </a:r>
            <a:r>
              <a:rPr lang="en-US" sz="2400" b="1" dirty="0">
                <a:solidFill>
                  <a:srgbClr val="FF0000"/>
                </a:solidFill>
                <a:highlight>
                  <a:srgbClr val="FFFF00"/>
                </a:highlight>
              </a:rPr>
              <a:t>quota</a:t>
            </a:r>
            <a:r>
              <a:rPr lang="en-US" sz="2400" dirty="0">
                <a:solidFill>
                  <a:srgbClr val="FF0000"/>
                </a:solidFill>
                <a:highlight>
                  <a:srgbClr val="FFFF00"/>
                </a:highlight>
              </a:rPr>
              <a:t>, there is </a:t>
            </a:r>
            <a:r>
              <a:rPr lang="en-US" sz="2400" b="1" dirty="0">
                <a:solidFill>
                  <a:srgbClr val="FF0000"/>
                </a:solidFill>
                <a:highlight>
                  <a:srgbClr val="FFFF00"/>
                </a:highlight>
              </a:rPr>
              <a:t>no tariff</a:t>
            </a:r>
            <a:r>
              <a:rPr lang="en-US" sz="2400" dirty="0">
                <a:solidFill>
                  <a:srgbClr val="FF0000"/>
                </a:solidFill>
                <a:highlight>
                  <a:srgbClr val="FFFF00"/>
                </a:highlight>
              </a:rPr>
              <a:t>, so $0</a:t>
            </a:r>
            <a:endParaRPr lang="en-GB" sz="2400" dirty="0">
              <a:solidFill>
                <a:srgbClr val="FF0000"/>
              </a:solidFill>
              <a:highlight>
                <a:srgbClr val="FFFF00"/>
              </a:highlight>
            </a:endParaRPr>
          </a:p>
          <a:p>
            <a:endParaRPr lang="en-GB" sz="2400" dirty="0"/>
          </a:p>
          <a:p>
            <a:r>
              <a:rPr lang="en-GB" sz="2400" dirty="0"/>
              <a:t>We will examine ad valorem tax in tutorial discussions </a:t>
            </a:r>
          </a:p>
        </p:txBody>
      </p:sp>
      <p:sp>
        <p:nvSpPr>
          <p:cNvPr id="51" name="TextBox 50">
            <a:extLst>
              <a:ext uri="{FF2B5EF4-FFF2-40B4-BE49-F238E27FC236}">
                <a16:creationId xmlns:a16="http://schemas.microsoft.com/office/drawing/2014/main" id="{38140574-30AB-1E0D-A5EB-BFFD9F66E2EA}"/>
              </a:ext>
            </a:extLst>
          </p:cNvPr>
          <p:cNvSpPr txBox="1"/>
          <p:nvPr/>
        </p:nvSpPr>
        <p:spPr>
          <a:xfrm>
            <a:off x="1600200" y="1081670"/>
            <a:ext cx="6096000" cy="646331"/>
          </a:xfrm>
          <a:prstGeom prst="rect">
            <a:avLst/>
          </a:prstGeom>
          <a:noFill/>
        </p:spPr>
        <p:txBody>
          <a:bodyPr wrap="square">
            <a:spAutoFit/>
          </a:bodyPr>
          <a:lstStyle/>
          <a:p>
            <a:r>
              <a:rPr lang="en-GB" dirty="0"/>
              <a:t>Local Supply : Q = 8P			--eqn(1)</a:t>
            </a:r>
          </a:p>
          <a:p>
            <a:r>
              <a:rPr lang="en-GB" dirty="0"/>
              <a:t>Local Demand : Q = 40 – 2P 		-- eqn (2)</a:t>
            </a:r>
          </a:p>
        </p:txBody>
      </p:sp>
      <p:cxnSp>
        <p:nvCxnSpPr>
          <p:cNvPr id="3" name="Straight Connector 2">
            <a:extLst>
              <a:ext uri="{FF2B5EF4-FFF2-40B4-BE49-F238E27FC236}">
                <a16:creationId xmlns:a16="http://schemas.microsoft.com/office/drawing/2014/main" id="{D636DC77-B35F-05BC-1748-916D88767E2B}"/>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176A443-A295-E4C7-009E-3A5EDAB57A0E}"/>
              </a:ext>
            </a:extLst>
          </p:cNvPr>
          <p:cNvSpPr txBox="1"/>
          <p:nvPr/>
        </p:nvSpPr>
        <p:spPr>
          <a:xfrm>
            <a:off x="495299" y="1357728"/>
            <a:ext cx="1295400" cy="369332"/>
          </a:xfrm>
          <a:prstGeom prst="rect">
            <a:avLst/>
          </a:prstGeom>
          <a:noFill/>
        </p:spPr>
        <p:txBody>
          <a:bodyPr wrap="square" rtlCol="0">
            <a:spAutoFit/>
          </a:bodyPr>
          <a:lstStyle/>
          <a:p>
            <a:r>
              <a:rPr lang="en-GB" dirty="0"/>
              <a:t>Price ($)</a:t>
            </a:r>
            <a:endParaRPr lang="en-SG" dirty="0"/>
          </a:p>
        </p:txBody>
      </p:sp>
      <p:cxnSp>
        <p:nvCxnSpPr>
          <p:cNvPr id="7" name="Straight Connector 6">
            <a:extLst>
              <a:ext uri="{FF2B5EF4-FFF2-40B4-BE49-F238E27FC236}">
                <a16:creationId xmlns:a16="http://schemas.microsoft.com/office/drawing/2014/main" id="{CABC50D0-6200-0805-7086-94D4F9413E25}"/>
              </a:ext>
            </a:extLst>
          </p:cNvPr>
          <p:cNvCxnSpPr/>
          <p:nvPr/>
        </p:nvCxnSpPr>
        <p:spPr>
          <a:xfrm>
            <a:off x="1066800" y="6172200"/>
            <a:ext cx="3810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6CCC9FF-0D34-00D9-7747-0075868919A0}"/>
              </a:ext>
            </a:extLst>
          </p:cNvPr>
          <p:cNvCxnSpPr/>
          <p:nvPr/>
        </p:nvCxnSpPr>
        <p:spPr>
          <a:xfrm>
            <a:off x="1143000" y="1965960"/>
            <a:ext cx="0" cy="443484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3F9ADB1-C938-A102-A821-DFCC6791A948}"/>
              </a:ext>
            </a:extLst>
          </p:cNvPr>
          <p:cNvCxnSpPr>
            <a:cxnSpLocks/>
          </p:cNvCxnSpPr>
          <p:nvPr/>
        </p:nvCxnSpPr>
        <p:spPr>
          <a:xfrm>
            <a:off x="1066800" y="6172200"/>
            <a:ext cx="5105400" cy="0"/>
          </a:xfrm>
          <a:prstGeom prst="line">
            <a:avLst/>
          </a:prstGeom>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Ink 11">
                <a:extLst>
                  <a:ext uri="{FF2B5EF4-FFF2-40B4-BE49-F238E27FC236}">
                    <a16:creationId xmlns:a16="http://schemas.microsoft.com/office/drawing/2014/main" id="{A8ED388D-1F24-4DD9-8A89-D9F089BDAC99}"/>
                  </a:ext>
                </a:extLst>
              </p14:cNvPr>
              <p14:cNvContentPartPr/>
              <p14:nvPr/>
            </p14:nvContentPartPr>
            <p14:xfrm>
              <a:off x="1219201" y="2334914"/>
              <a:ext cx="4499280" cy="3775320"/>
            </p14:xfrm>
          </p:contentPart>
        </mc:Choice>
        <mc:Fallback xmlns="">
          <p:pic>
            <p:nvPicPr>
              <p:cNvPr id="12" name="Ink 11">
                <a:extLst>
                  <a:ext uri="{FF2B5EF4-FFF2-40B4-BE49-F238E27FC236}">
                    <a16:creationId xmlns:a16="http://schemas.microsoft.com/office/drawing/2014/main" id="{A8ED388D-1F24-4DD9-8A89-D9F089BDAC99}"/>
                  </a:ext>
                </a:extLst>
              </p:cNvPr>
              <p:cNvPicPr/>
              <p:nvPr/>
            </p:nvPicPr>
            <p:blipFill>
              <a:blip r:embed="rId4"/>
              <a:stretch>
                <a:fillRect/>
              </a:stretch>
            </p:blipFill>
            <p:spPr>
              <a:xfrm>
                <a:off x="1201201" y="2316914"/>
                <a:ext cx="4534920" cy="381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3" name="Ink 12">
                <a:extLst>
                  <a:ext uri="{FF2B5EF4-FFF2-40B4-BE49-F238E27FC236}">
                    <a16:creationId xmlns:a16="http://schemas.microsoft.com/office/drawing/2014/main" id="{A2B85E19-4735-C2EC-29E3-5D443A84D647}"/>
                  </a:ext>
                </a:extLst>
              </p14:cNvPr>
              <p14:cNvContentPartPr/>
              <p14:nvPr/>
            </p14:nvContentPartPr>
            <p14:xfrm>
              <a:off x="1473483" y="2105155"/>
              <a:ext cx="3927851" cy="3927851"/>
            </p14:xfrm>
          </p:contentPart>
        </mc:Choice>
        <mc:Fallback xmlns="">
          <p:pic>
            <p:nvPicPr>
              <p:cNvPr id="13" name="Ink 12">
                <a:extLst>
                  <a:ext uri="{FF2B5EF4-FFF2-40B4-BE49-F238E27FC236}">
                    <a16:creationId xmlns:a16="http://schemas.microsoft.com/office/drawing/2014/main" id="{A2B85E19-4735-C2EC-29E3-5D443A84D647}"/>
                  </a:ext>
                </a:extLst>
              </p:cNvPr>
              <p:cNvPicPr/>
              <p:nvPr/>
            </p:nvPicPr>
            <p:blipFill>
              <a:blip r:embed="rId6"/>
              <a:stretch>
                <a:fillRect/>
              </a:stretch>
            </p:blipFill>
            <p:spPr>
              <a:xfrm>
                <a:off x="1455483" y="2087155"/>
                <a:ext cx="3963490" cy="3963490"/>
              </a:xfrm>
              <a:prstGeom prst="rect">
                <a:avLst/>
              </a:prstGeom>
            </p:spPr>
          </p:pic>
        </mc:Fallback>
      </mc:AlternateContent>
      <p:cxnSp>
        <p:nvCxnSpPr>
          <p:cNvPr id="14" name="Straight Connector 13">
            <a:extLst>
              <a:ext uri="{FF2B5EF4-FFF2-40B4-BE49-F238E27FC236}">
                <a16:creationId xmlns:a16="http://schemas.microsoft.com/office/drawing/2014/main" id="{D8EF89AB-132C-23ED-7D6D-96ABBF679B24}"/>
              </a:ext>
            </a:extLst>
          </p:cNvPr>
          <p:cNvCxnSpPr>
            <a:cxnSpLocks/>
          </p:cNvCxnSpPr>
          <p:nvPr/>
        </p:nvCxnSpPr>
        <p:spPr>
          <a:xfrm>
            <a:off x="1143000" y="4191000"/>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5673CA5-DDE0-784F-2564-18BB02C184DB}"/>
              </a:ext>
            </a:extLst>
          </p:cNvPr>
          <p:cNvSpPr txBox="1"/>
          <p:nvPr/>
        </p:nvSpPr>
        <p:spPr>
          <a:xfrm>
            <a:off x="1790699" y="2131932"/>
            <a:ext cx="1409698" cy="369332"/>
          </a:xfrm>
          <a:prstGeom prst="rect">
            <a:avLst/>
          </a:prstGeom>
          <a:noFill/>
        </p:spPr>
        <p:txBody>
          <a:bodyPr wrap="square" rtlCol="0">
            <a:spAutoFit/>
          </a:bodyPr>
          <a:lstStyle/>
          <a:p>
            <a:pPr algn="ctr"/>
            <a:r>
              <a:rPr lang="en-US" dirty="0" err="1"/>
              <a:t>Qd</a:t>
            </a:r>
            <a:r>
              <a:rPr lang="en-US" dirty="0"/>
              <a:t> 40 – 2p</a:t>
            </a:r>
          </a:p>
        </p:txBody>
      </p:sp>
      <p:sp>
        <p:nvSpPr>
          <p:cNvPr id="16" name="TextBox 15">
            <a:extLst>
              <a:ext uri="{FF2B5EF4-FFF2-40B4-BE49-F238E27FC236}">
                <a16:creationId xmlns:a16="http://schemas.microsoft.com/office/drawing/2014/main" id="{D027FBBB-8773-8B61-9CB3-C66E5EC40B88}"/>
              </a:ext>
            </a:extLst>
          </p:cNvPr>
          <p:cNvSpPr txBox="1"/>
          <p:nvPr/>
        </p:nvSpPr>
        <p:spPr>
          <a:xfrm>
            <a:off x="4646852" y="2196970"/>
            <a:ext cx="820135" cy="369332"/>
          </a:xfrm>
          <a:prstGeom prst="rect">
            <a:avLst/>
          </a:prstGeom>
          <a:noFill/>
        </p:spPr>
        <p:txBody>
          <a:bodyPr wrap="square" rtlCol="0">
            <a:spAutoFit/>
          </a:bodyPr>
          <a:lstStyle/>
          <a:p>
            <a:pPr algn="ctr"/>
            <a:r>
              <a:rPr lang="en-US" dirty="0"/>
              <a:t>Qs 8p</a:t>
            </a:r>
          </a:p>
        </p:txBody>
      </p:sp>
      <p:sp>
        <p:nvSpPr>
          <p:cNvPr id="17" name="TextBox 16">
            <a:extLst>
              <a:ext uri="{FF2B5EF4-FFF2-40B4-BE49-F238E27FC236}">
                <a16:creationId xmlns:a16="http://schemas.microsoft.com/office/drawing/2014/main" id="{6EB034D4-C334-D05A-3AF0-B233390ED487}"/>
              </a:ext>
            </a:extLst>
          </p:cNvPr>
          <p:cNvSpPr txBox="1"/>
          <p:nvPr/>
        </p:nvSpPr>
        <p:spPr>
          <a:xfrm>
            <a:off x="538235" y="3884414"/>
            <a:ext cx="519039" cy="369332"/>
          </a:xfrm>
          <a:prstGeom prst="rect">
            <a:avLst/>
          </a:prstGeom>
          <a:noFill/>
        </p:spPr>
        <p:txBody>
          <a:bodyPr wrap="square" rtlCol="0">
            <a:spAutoFit/>
          </a:bodyPr>
          <a:lstStyle/>
          <a:p>
            <a:pPr algn="ctr"/>
            <a:r>
              <a:rPr lang="en-US" dirty="0"/>
              <a:t>$4</a:t>
            </a:r>
          </a:p>
        </p:txBody>
      </p:sp>
      <p:cxnSp>
        <p:nvCxnSpPr>
          <p:cNvPr id="18" name="Straight Connector 17">
            <a:extLst>
              <a:ext uri="{FF2B5EF4-FFF2-40B4-BE49-F238E27FC236}">
                <a16:creationId xmlns:a16="http://schemas.microsoft.com/office/drawing/2014/main" id="{A54FE914-2561-845C-188F-44A2B898F0C9}"/>
              </a:ext>
            </a:extLst>
          </p:cNvPr>
          <p:cNvCxnSpPr>
            <a:cxnSpLocks/>
          </p:cNvCxnSpPr>
          <p:nvPr/>
        </p:nvCxnSpPr>
        <p:spPr>
          <a:xfrm>
            <a:off x="3535759" y="4222574"/>
            <a:ext cx="50961" cy="194837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2E7C577-9F31-CFC8-A2BC-7200DAD9CAE0}"/>
              </a:ext>
            </a:extLst>
          </p:cNvPr>
          <p:cNvCxnSpPr>
            <a:cxnSpLocks/>
          </p:cNvCxnSpPr>
          <p:nvPr/>
        </p:nvCxnSpPr>
        <p:spPr>
          <a:xfrm>
            <a:off x="1143000" y="5250467"/>
            <a:ext cx="1107755"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6AE5BBB-6E6C-DAE8-EDFC-E081E7083D96}"/>
              </a:ext>
            </a:extLst>
          </p:cNvPr>
          <p:cNvCxnSpPr>
            <a:cxnSpLocks/>
          </p:cNvCxnSpPr>
          <p:nvPr/>
        </p:nvCxnSpPr>
        <p:spPr>
          <a:xfrm>
            <a:off x="2249148" y="5270829"/>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0E8BDA4-956D-28B3-7E3A-8EB5BE6B46A8}"/>
              </a:ext>
            </a:extLst>
          </p:cNvPr>
          <p:cNvSpPr txBox="1"/>
          <p:nvPr/>
        </p:nvSpPr>
        <p:spPr>
          <a:xfrm>
            <a:off x="545817" y="5012096"/>
            <a:ext cx="519039" cy="369332"/>
          </a:xfrm>
          <a:prstGeom prst="rect">
            <a:avLst/>
          </a:prstGeom>
          <a:noFill/>
        </p:spPr>
        <p:txBody>
          <a:bodyPr wrap="square" rtlCol="0">
            <a:spAutoFit/>
          </a:bodyPr>
          <a:lstStyle/>
          <a:p>
            <a:pPr algn="ctr"/>
            <a:r>
              <a:rPr lang="en-US" dirty="0"/>
              <a:t>$1</a:t>
            </a:r>
          </a:p>
        </p:txBody>
      </p:sp>
      <p:cxnSp>
        <p:nvCxnSpPr>
          <p:cNvPr id="22" name="Straight Connector 21">
            <a:extLst>
              <a:ext uri="{FF2B5EF4-FFF2-40B4-BE49-F238E27FC236}">
                <a16:creationId xmlns:a16="http://schemas.microsoft.com/office/drawing/2014/main" id="{027F71AB-067A-3530-0063-4FA40C5DE7DF}"/>
              </a:ext>
            </a:extLst>
          </p:cNvPr>
          <p:cNvCxnSpPr>
            <a:cxnSpLocks/>
          </p:cNvCxnSpPr>
          <p:nvPr/>
        </p:nvCxnSpPr>
        <p:spPr>
          <a:xfrm>
            <a:off x="4592085" y="5269085"/>
            <a:ext cx="1607" cy="8844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CCB66CEA-8137-E551-E868-05701D9EB5D6}"/>
              </a:ext>
            </a:extLst>
          </p:cNvPr>
          <p:cNvCxnSpPr>
            <a:cxnSpLocks/>
          </p:cNvCxnSpPr>
          <p:nvPr/>
        </p:nvCxnSpPr>
        <p:spPr>
          <a:xfrm>
            <a:off x="2246981" y="5269085"/>
            <a:ext cx="244372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4" name="Right Brace 23">
            <a:extLst>
              <a:ext uri="{FF2B5EF4-FFF2-40B4-BE49-F238E27FC236}">
                <a16:creationId xmlns:a16="http://schemas.microsoft.com/office/drawing/2014/main" id="{B5D524DC-AC90-5755-E5A7-5DBEF9431AAA}"/>
              </a:ext>
            </a:extLst>
          </p:cNvPr>
          <p:cNvSpPr/>
          <p:nvPr/>
        </p:nvSpPr>
        <p:spPr>
          <a:xfrm rot="16200000">
            <a:off x="3353796" y="4868804"/>
            <a:ext cx="190017" cy="2319896"/>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C9A81714-6544-4693-98C3-6A072F517300}"/>
              </a:ext>
            </a:extLst>
          </p:cNvPr>
          <p:cNvSpPr txBox="1"/>
          <p:nvPr/>
        </p:nvSpPr>
        <p:spPr>
          <a:xfrm>
            <a:off x="2634601" y="5437530"/>
            <a:ext cx="1668479" cy="369332"/>
          </a:xfrm>
          <a:prstGeom prst="rect">
            <a:avLst/>
          </a:prstGeom>
          <a:noFill/>
        </p:spPr>
        <p:txBody>
          <a:bodyPr wrap="square" rtlCol="0">
            <a:spAutoFit/>
          </a:bodyPr>
          <a:lstStyle/>
          <a:p>
            <a:pPr algn="ctr"/>
            <a:r>
              <a:rPr lang="en-US" dirty="0"/>
              <a:t>Import = 30</a:t>
            </a:r>
          </a:p>
        </p:txBody>
      </p:sp>
      <p:sp>
        <p:nvSpPr>
          <p:cNvPr id="26" name="TextBox 25">
            <a:extLst>
              <a:ext uri="{FF2B5EF4-FFF2-40B4-BE49-F238E27FC236}">
                <a16:creationId xmlns:a16="http://schemas.microsoft.com/office/drawing/2014/main" id="{335D9BCC-503E-CA66-8201-0F74A0C1D875}"/>
              </a:ext>
            </a:extLst>
          </p:cNvPr>
          <p:cNvSpPr txBox="1"/>
          <p:nvPr/>
        </p:nvSpPr>
        <p:spPr>
          <a:xfrm>
            <a:off x="3468840" y="3968936"/>
            <a:ext cx="1668479" cy="369332"/>
          </a:xfrm>
          <a:prstGeom prst="rect">
            <a:avLst/>
          </a:prstGeom>
          <a:noFill/>
        </p:spPr>
        <p:txBody>
          <a:bodyPr wrap="square" rtlCol="0">
            <a:spAutoFit/>
          </a:bodyPr>
          <a:lstStyle/>
          <a:p>
            <a:pPr algn="ctr"/>
            <a:r>
              <a:rPr lang="en-US" dirty="0"/>
              <a:t>No trade</a:t>
            </a:r>
          </a:p>
        </p:txBody>
      </p:sp>
      <p:sp>
        <p:nvSpPr>
          <p:cNvPr id="35" name="TextBox 34">
            <a:extLst>
              <a:ext uri="{FF2B5EF4-FFF2-40B4-BE49-F238E27FC236}">
                <a16:creationId xmlns:a16="http://schemas.microsoft.com/office/drawing/2014/main" id="{5B255849-41E4-30D9-394D-BD826ED36365}"/>
              </a:ext>
            </a:extLst>
          </p:cNvPr>
          <p:cNvSpPr txBox="1"/>
          <p:nvPr/>
        </p:nvSpPr>
        <p:spPr>
          <a:xfrm>
            <a:off x="5257801" y="6223828"/>
            <a:ext cx="609598" cy="369332"/>
          </a:xfrm>
          <a:prstGeom prst="rect">
            <a:avLst/>
          </a:prstGeom>
          <a:noFill/>
        </p:spPr>
        <p:txBody>
          <a:bodyPr wrap="square" rtlCol="0">
            <a:spAutoFit/>
          </a:bodyPr>
          <a:lstStyle/>
          <a:p>
            <a:r>
              <a:rPr lang="en-GB" dirty="0"/>
              <a:t>Qty</a:t>
            </a:r>
            <a:endParaRPr lang="en-SG" dirty="0"/>
          </a:p>
        </p:txBody>
      </p:sp>
      <p:sp>
        <p:nvSpPr>
          <p:cNvPr id="37" name="TextBox 36">
            <a:extLst>
              <a:ext uri="{FF2B5EF4-FFF2-40B4-BE49-F238E27FC236}">
                <a16:creationId xmlns:a16="http://schemas.microsoft.com/office/drawing/2014/main" id="{DB742466-267F-CAF4-AECA-EE7F6E40E920}"/>
              </a:ext>
            </a:extLst>
          </p:cNvPr>
          <p:cNvSpPr txBox="1"/>
          <p:nvPr/>
        </p:nvSpPr>
        <p:spPr>
          <a:xfrm>
            <a:off x="3327200" y="6155327"/>
            <a:ext cx="519039" cy="369332"/>
          </a:xfrm>
          <a:prstGeom prst="rect">
            <a:avLst/>
          </a:prstGeom>
          <a:noFill/>
        </p:spPr>
        <p:txBody>
          <a:bodyPr wrap="square" rtlCol="0">
            <a:spAutoFit/>
          </a:bodyPr>
          <a:lstStyle/>
          <a:p>
            <a:pPr algn="ctr"/>
            <a:r>
              <a:rPr lang="en-US" dirty="0"/>
              <a:t>32</a:t>
            </a:r>
          </a:p>
        </p:txBody>
      </p:sp>
      <p:sp>
        <p:nvSpPr>
          <p:cNvPr id="39" name="TextBox 38">
            <a:extLst>
              <a:ext uri="{FF2B5EF4-FFF2-40B4-BE49-F238E27FC236}">
                <a16:creationId xmlns:a16="http://schemas.microsoft.com/office/drawing/2014/main" id="{297517A1-3E70-1D1B-EC11-AE96EF993B0A}"/>
              </a:ext>
            </a:extLst>
          </p:cNvPr>
          <p:cNvSpPr txBox="1"/>
          <p:nvPr/>
        </p:nvSpPr>
        <p:spPr>
          <a:xfrm>
            <a:off x="2037458" y="6143886"/>
            <a:ext cx="519039" cy="369332"/>
          </a:xfrm>
          <a:prstGeom prst="rect">
            <a:avLst/>
          </a:prstGeom>
          <a:noFill/>
        </p:spPr>
        <p:txBody>
          <a:bodyPr wrap="square" rtlCol="0">
            <a:spAutoFit/>
          </a:bodyPr>
          <a:lstStyle/>
          <a:p>
            <a:pPr algn="ctr"/>
            <a:r>
              <a:rPr lang="en-US" dirty="0"/>
              <a:t>8</a:t>
            </a:r>
          </a:p>
        </p:txBody>
      </p:sp>
      <p:sp>
        <p:nvSpPr>
          <p:cNvPr id="41" name="TextBox 40">
            <a:extLst>
              <a:ext uri="{FF2B5EF4-FFF2-40B4-BE49-F238E27FC236}">
                <a16:creationId xmlns:a16="http://schemas.microsoft.com/office/drawing/2014/main" id="{BEC25A16-40EE-E5E0-AFBB-B1C3FB4F5D06}"/>
              </a:ext>
            </a:extLst>
          </p:cNvPr>
          <p:cNvSpPr txBox="1"/>
          <p:nvPr/>
        </p:nvSpPr>
        <p:spPr>
          <a:xfrm>
            <a:off x="4345612" y="6163557"/>
            <a:ext cx="519039" cy="369332"/>
          </a:xfrm>
          <a:prstGeom prst="rect">
            <a:avLst/>
          </a:prstGeom>
          <a:noFill/>
        </p:spPr>
        <p:txBody>
          <a:bodyPr wrap="square" rtlCol="0">
            <a:spAutoFit/>
          </a:bodyPr>
          <a:lstStyle/>
          <a:p>
            <a:pPr algn="ctr"/>
            <a:r>
              <a:rPr lang="en-US" dirty="0"/>
              <a:t>38</a:t>
            </a:r>
          </a:p>
        </p:txBody>
      </p:sp>
      <p:cxnSp>
        <p:nvCxnSpPr>
          <p:cNvPr id="42" name="Straight Connector 41">
            <a:extLst>
              <a:ext uri="{FF2B5EF4-FFF2-40B4-BE49-F238E27FC236}">
                <a16:creationId xmlns:a16="http://schemas.microsoft.com/office/drawing/2014/main" id="{109DB8F3-C033-392C-1A51-5CA915B9233D}"/>
              </a:ext>
            </a:extLst>
          </p:cNvPr>
          <p:cNvCxnSpPr>
            <a:cxnSpLocks/>
          </p:cNvCxnSpPr>
          <p:nvPr/>
        </p:nvCxnSpPr>
        <p:spPr>
          <a:xfrm>
            <a:off x="2866013" y="4696389"/>
            <a:ext cx="18473" cy="149268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15F57400-6C40-6EEE-618F-8A67A984C79C}"/>
              </a:ext>
            </a:extLst>
          </p:cNvPr>
          <p:cNvSpPr txBox="1"/>
          <p:nvPr/>
        </p:nvSpPr>
        <p:spPr>
          <a:xfrm>
            <a:off x="2633838" y="6138628"/>
            <a:ext cx="519039" cy="369332"/>
          </a:xfrm>
          <a:prstGeom prst="rect">
            <a:avLst/>
          </a:prstGeom>
          <a:noFill/>
        </p:spPr>
        <p:txBody>
          <a:bodyPr wrap="square" rtlCol="0">
            <a:spAutoFit/>
          </a:bodyPr>
          <a:lstStyle/>
          <a:p>
            <a:pPr algn="ctr"/>
            <a:r>
              <a:rPr lang="en-US" dirty="0">
                <a:solidFill>
                  <a:srgbClr val="FF0000"/>
                </a:solidFill>
              </a:rPr>
              <a:t>24</a:t>
            </a:r>
          </a:p>
        </p:txBody>
      </p:sp>
      <p:cxnSp>
        <p:nvCxnSpPr>
          <p:cNvPr id="47" name="Straight Connector 46">
            <a:extLst>
              <a:ext uri="{FF2B5EF4-FFF2-40B4-BE49-F238E27FC236}">
                <a16:creationId xmlns:a16="http://schemas.microsoft.com/office/drawing/2014/main" id="{BCF06E08-8BD3-AB62-088B-BA93F8F5D241}"/>
              </a:ext>
            </a:extLst>
          </p:cNvPr>
          <p:cNvCxnSpPr>
            <a:cxnSpLocks/>
          </p:cNvCxnSpPr>
          <p:nvPr/>
        </p:nvCxnSpPr>
        <p:spPr>
          <a:xfrm>
            <a:off x="4080166" y="4671078"/>
            <a:ext cx="18473" cy="1492685"/>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E2A34AED-1B5A-B8E5-7943-A9C9A52A35F3}"/>
              </a:ext>
            </a:extLst>
          </p:cNvPr>
          <p:cNvSpPr txBox="1"/>
          <p:nvPr/>
        </p:nvSpPr>
        <p:spPr>
          <a:xfrm>
            <a:off x="3839119" y="6150030"/>
            <a:ext cx="519039" cy="369332"/>
          </a:xfrm>
          <a:prstGeom prst="rect">
            <a:avLst/>
          </a:prstGeom>
          <a:noFill/>
        </p:spPr>
        <p:txBody>
          <a:bodyPr wrap="square" rtlCol="0">
            <a:spAutoFit/>
          </a:bodyPr>
          <a:lstStyle/>
          <a:p>
            <a:pPr algn="ctr"/>
            <a:r>
              <a:rPr lang="en-US" dirty="0">
                <a:solidFill>
                  <a:srgbClr val="FF0000"/>
                </a:solidFill>
              </a:rPr>
              <a:t>34</a:t>
            </a:r>
          </a:p>
        </p:txBody>
      </p:sp>
      <p:sp>
        <p:nvSpPr>
          <p:cNvPr id="54" name="Right Brace 53">
            <a:extLst>
              <a:ext uri="{FF2B5EF4-FFF2-40B4-BE49-F238E27FC236}">
                <a16:creationId xmlns:a16="http://schemas.microsoft.com/office/drawing/2014/main" id="{F031493D-8013-0DD3-51E0-411032278B9A}"/>
              </a:ext>
            </a:extLst>
          </p:cNvPr>
          <p:cNvSpPr/>
          <p:nvPr/>
        </p:nvSpPr>
        <p:spPr>
          <a:xfrm rot="16200000">
            <a:off x="3358594" y="4160443"/>
            <a:ext cx="200531" cy="118568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BBBD27A-99F6-9490-8513-B0FD47D6EEDC}"/>
              </a:ext>
            </a:extLst>
          </p:cNvPr>
          <p:cNvSpPr txBox="1"/>
          <p:nvPr/>
        </p:nvSpPr>
        <p:spPr>
          <a:xfrm>
            <a:off x="3331768" y="4315779"/>
            <a:ext cx="1668479" cy="369332"/>
          </a:xfrm>
          <a:prstGeom prst="rect">
            <a:avLst/>
          </a:prstGeom>
          <a:noFill/>
        </p:spPr>
        <p:txBody>
          <a:bodyPr wrap="square" rtlCol="0">
            <a:spAutoFit/>
          </a:bodyPr>
          <a:lstStyle/>
          <a:p>
            <a:pPr algn="ctr"/>
            <a:r>
              <a:rPr lang="en-US" dirty="0">
                <a:solidFill>
                  <a:srgbClr val="FF0000"/>
                </a:solidFill>
                <a:highlight>
                  <a:srgbClr val="FFFF00"/>
                </a:highlight>
              </a:rPr>
              <a:t>Import = 10</a:t>
            </a:r>
          </a:p>
        </p:txBody>
      </p:sp>
      <p:sp>
        <p:nvSpPr>
          <p:cNvPr id="11" name="TextBox 10">
            <a:extLst>
              <a:ext uri="{FF2B5EF4-FFF2-40B4-BE49-F238E27FC236}">
                <a16:creationId xmlns:a16="http://schemas.microsoft.com/office/drawing/2014/main" id="{DEA1801E-40EE-942C-46F7-6A405B4614E8}"/>
              </a:ext>
            </a:extLst>
          </p:cNvPr>
          <p:cNvSpPr txBox="1"/>
          <p:nvPr/>
        </p:nvSpPr>
        <p:spPr>
          <a:xfrm>
            <a:off x="534921" y="4398002"/>
            <a:ext cx="519039" cy="369332"/>
          </a:xfrm>
          <a:prstGeom prst="rect">
            <a:avLst/>
          </a:prstGeom>
          <a:noFill/>
        </p:spPr>
        <p:txBody>
          <a:bodyPr wrap="square" rtlCol="0">
            <a:spAutoFit/>
          </a:bodyPr>
          <a:lstStyle/>
          <a:p>
            <a:pPr algn="ctr"/>
            <a:r>
              <a:rPr lang="en-US" dirty="0">
                <a:solidFill>
                  <a:srgbClr val="FF0000"/>
                </a:solidFill>
                <a:highlight>
                  <a:srgbClr val="FFFF00"/>
                </a:highlight>
              </a:rPr>
              <a:t>$3</a:t>
            </a:r>
          </a:p>
        </p:txBody>
      </p:sp>
      <p:cxnSp>
        <p:nvCxnSpPr>
          <p:cNvPr id="27" name="Straight Connector 26">
            <a:extLst>
              <a:ext uri="{FF2B5EF4-FFF2-40B4-BE49-F238E27FC236}">
                <a16:creationId xmlns:a16="http://schemas.microsoft.com/office/drawing/2014/main" id="{FEF4A196-D37A-F029-5FE1-67E6CB9CCC88}"/>
              </a:ext>
            </a:extLst>
          </p:cNvPr>
          <p:cNvCxnSpPr>
            <a:cxnSpLocks/>
          </p:cNvCxnSpPr>
          <p:nvPr/>
        </p:nvCxnSpPr>
        <p:spPr>
          <a:xfrm>
            <a:off x="1175780" y="4724400"/>
            <a:ext cx="1708706"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19516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7B767-BC43-1954-50ED-164C51CFA9AC}"/>
              </a:ext>
            </a:extLst>
          </p:cNvPr>
          <p:cNvSpPr>
            <a:spLocks noGrp="1"/>
          </p:cNvSpPr>
          <p:nvPr>
            <p:ph type="title"/>
          </p:nvPr>
        </p:nvSpPr>
        <p:spPr>
          <a:xfrm>
            <a:off x="686160" y="130217"/>
            <a:ext cx="10349587" cy="1356360"/>
          </a:xfrm>
        </p:spPr>
        <p:txBody>
          <a:bodyPr>
            <a:normAutofit/>
          </a:bodyPr>
          <a:lstStyle/>
          <a:p>
            <a:r>
              <a:rPr lang="en-SG" sz="3600" dirty="0"/>
              <a:t>2.1.2 Effects of trade protection  on domestic market </a:t>
            </a:r>
          </a:p>
        </p:txBody>
      </p:sp>
      <p:sp>
        <p:nvSpPr>
          <p:cNvPr id="3" name="Footer Placeholder 2">
            <a:extLst>
              <a:ext uri="{FF2B5EF4-FFF2-40B4-BE49-F238E27FC236}">
                <a16:creationId xmlns:a16="http://schemas.microsoft.com/office/drawing/2014/main" id="{19F598B9-1E67-61B9-5C99-824D3202C109}"/>
              </a:ext>
            </a:extLst>
          </p:cNvPr>
          <p:cNvSpPr>
            <a:spLocks noGrp="1"/>
          </p:cNvSpPr>
          <p:nvPr>
            <p:ph type="ftr" sz="quarter" idx="11"/>
          </p:nvPr>
        </p:nvSpPr>
        <p:spPr/>
        <p:txBody>
          <a:bodyPr/>
          <a:lstStyle/>
          <a:p>
            <a:pPr>
              <a:defRPr/>
            </a:pPr>
            <a:r>
              <a:rPr lang="en-GB" dirty="0"/>
              <a:t>SIM/UOW/July2020/Clare Kon</a:t>
            </a:r>
            <a:endParaRPr lang="en-US" dirty="0"/>
          </a:p>
        </p:txBody>
      </p:sp>
      <p:sp>
        <p:nvSpPr>
          <p:cNvPr id="4" name="Slide Number Placeholder 3">
            <a:extLst>
              <a:ext uri="{FF2B5EF4-FFF2-40B4-BE49-F238E27FC236}">
                <a16:creationId xmlns:a16="http://schemas.microsoft.com/office/drawing/2014/main" id="{906169EE-EB7D-A35D-2A4C-BF2B8D6891EE}"/>
              </a:ext>
            </a:extLst>
          </p:cNvPr>
          <p:cNvSpPr>
            <a:spLocks noGrp="1"/>
          </p:cNvSpPr>
          <p:nvPr>
            <p:ph type="sldNum" sz="quarter" idx="12"/>
          </p:nvPr>
        </p:nvSpPr>
        <p:spPr/>
        <p:txBody>
          <a:bodyPr/>
          <a:lstStyle/>
          <a:p>
            <a:pPr>
              <a:defRPr/>
            </a:pPr>
            <a:fld id="{12435390-808E-496C-9001-512058A0016E}" type="slidenum">
              <a:rPr lang="en-US" altLang="en-US" smtClean="0"/>
              <a:pPr>
                <a:defRPr/>
              </a:pPr>
              <a:t>24</a:t>
            </a:fld>
            <a:endParaRPr lang="en-US" altLang="en-US" dirty="0"/>
          </a:p>
        </p:txBody>
      </p:sp>
      <p:graphicFrame>
        <p:nvGraphicFramePr>
          <p:cNvPr id="5" name="Diagram 4">
            <a:extLst>
              <a:ext uri="{FF2B5EF4-FFF2-40B4-BE49-F238E27FC236}">
                <a16:creationId xmlns:a16="http://schemas.microsoft.com/office/drawing/2014/main" id="{0C32738C-03C7-ACD4-B3BE-74E2FF7931EA}"/>
              </a:ext>
            </a:extLst>
          </p:cNvPr>
          <p:cNvGraphicFramePr/>
          <p:nvPr>
            <p:extLst>
              <p:ext uri="{D42A27DB-BD31-4B8C-83A1-F6EECF244321}">
                <p14:modId xmlns:p14="http://schemas.microsoft.com/office/powerpoint/2010/main" val="502275027"/>
              </p:ext>
            </p:extLst>
          </p:nvPr>
        </p:nvGraphicFramePr>
        <p:xfrm>
          <a:off x="-114852" y="10668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18217A97-F8D8-2C11-08F7-E8F1DB461AA6}"/>
                  </a:ext>
                </a:extLst>
              </p14:cNvPr>
              <p14:cNvContentPartPr/>
              <p14:nvPr/>
            </p14:nvContentPartPr>
            <p14:xfrm>
              <a:off x="354415" y="1462691"/>
              <a:ext cx="360" cy="360"/>
            </p14:xfrm>
          </p:contentPart>
        </mc:Choice>
        <mc:Fallback xmlns="">
          <p:pic>
            <p:nvPicPr>
              <p:cNvPr id="10" name="Ink 9">
                <a:extLst>
                  <a:ext uri="{FF2B5EF4-FFF2-40B4-BE49-F238E27FC236}">
                    <a16:creationId xmlns:a16="http://schemas.microsoft.com/office/drawing/2014/main" id="{18217A97-F8D8-2C11-08F7-E8F1DB461AA6}"/>
                  </a:ext>
                </a:extLst>
              </p:cNvPr>
              <p:cNvPicPr/>
              <p:nvPr/>
            </p:nvPicPr>
            <p:blipFill>
              <a:blip r:embed="rId12"/>
              <a:stretch>
                <a:fillRect/>
              </a:stretch>
            </p:blipFill>
            <p:spPr>
              <a:xfrm>
                <a:off x="345415" y="1453691"/>
                <a:ext cx="18000" cy="18000"/>
              </a:xfrm>
              <a:prstGeom prst="rect">
                <a:avLst/>
              </a:prstGeom>
            </p:spPr>
          </p:pic>
        </mc:Fallback>
      </mc:AlternateContent>
      <p:sp>
        <p:nvSpPr>
          <p:cNvPr id="21" name="Arrow: Down 20">
            <a:extLst>
              <a:ext uri="{FF2B5EF4-FFF2-40B4-BE49-F238E27FC236}">
                <a16:creationId xmlns:a16="http://schemas.microsoft.com/office/drawing/2014/main" id="{7CE65897-DB6E-E3B4-D1ED-0E5B6E610C3F}"/>
              </a:ext>
            </a:extLst>
          </p:cNvPr>
          <p:cNvSpPr/>
          <p:nvPr/>
        </p:nvSpPr>
        <p:spPr>
          <a:xfrm rot="16200000">
            <a:off x="7231023" y="4529729"/>
            <a:ext cx="1261106" cy="1345648"/>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GB" sz="1200" dirty="0"/>
              <a:t>Effects</a:t>
            </a:r>
            <a:endParaRPr lang="en-SG" sz="1200" dirty="0"/>
          </a:p>
        </p:txBody>
      </p:sp>
      <p:sp>
        <p:nvSpPr>
          <p:cNvPr id="22" name="TextBox 21">
            <a:extLst>
              <a:ext uri="{FF2B5EF4-FFF2-40B4-BE49-F238E27FC236}">
                <a16:creationId xmlns:a16="http://schemas.microsoft.com/office/drawing/2014/main" id="{C8255E9F-54CD-7D7B-3C93-2B6EB7721A0E}"/>
              </a:ext>
            </a:extLst>
          </p:cNvPr>
          <p:cNvSpPr txBox="1"/>
          <p:nvPr/>
        </p:nvSpPr>
        <p:spPr>
          <a:xfrm>
            <a:off x="8382000" y="4385305"/>
            <a:ext cx="3112052" cy="2031325"/>
          </a:xfrm>
          <a:prstGeom prst="rect">
            <a:avLst/>
          </a:prstGeom>
          <a:noFill/>
        </p:spPr>
        <p:txBody>
          <a:bodyPr wrap="square" rtlCol="0">
            <a:spAutoFit/>
          </a:bodyPr>
          <a:lstStyle/>
          <a:p>
            <a:r>
              <a:rPr lang="en-GB" dirty="0"/>
              <a:t>Lack or limited competition</a:t>
            </a:r>
          </a:p>
          <a:p>
            <a:pPr marL="285750" indent="-285750">
              <a:buFont typeface="Arial" panose="020B0604020202020204" pitchFamily="34" charset="0"/>
              <a:buChar char="•"/>
            </a:pPr>
            <a:r>
              <a:rPr lang="en-GB" dirty="0">
                <a:solidFill>
                  <a:srgbClr val="0070C0"/>
                </a:solidFill>
              </a:rPr>
              <a:t>Firms become complacent </a:t>
            </a:r>
          </a:p>
          <a:p>
            <a:pPr marL="285750" indent="-285750">
              <a:buFont typeface="Arial" panose="020B0604020202020204" pitchFamily="34" charset="0"/>
              <a:buChar char="•"/>
            </a:pPr>
            <a:r>
              <a:rPr lang="en-GB" dirty="0">
                <a:solidFill>
                  <a:srgbClr val="0070C0"/>
                </a:solidFill>
              </a:rPr>
              <a:t>Produce poor quality goods</a:t>
            </a:r>
          </a:p>
          <a:p>
            <a:pPr marL="285750" indent="-285750">
              <a:buFont typeface="Arial" panose="020B0604020202020204" pitchFamily="34" charset="0"/>
              <a:buChar char="•"/>
            </a:pPr>
            <a:r>
              <a:rPr lang="en-GB" dirty="0">
                <a:solidFill>
                  <a:srgbClr val="0070C0"/>
                </a:solidFill>
              </a:rPr>
              <a:t>Direct resources towards protected industries [ i.e. where prices rise more rapidly] </a:t>
            </a:r>
            <a:endParaRPr lang="en-SG" dirty="0">
              <a:solidFill>
                <a:srgbClr val="0070C0"/>
              </a:solidFill>
            </a:endParaRPr>
          </a:p>
        </p:txBody>
      </p:sp>
      <p:sp>
        <p:nvSpPr>
          <p:cNvPr id="7" name="TextBox 6">
            <a:extLst>
              <a:ext uri="{FF2B5EF4-FFF2-40B4-BE49-F238E27FC236}">
                <a16:creationId xmlns:a16="http://schemas.microsoft.com/office/drawing/2014/main" id="{379E9E57-6AE1-6BBA-3AAE-4097B166139C}"/>
              </a:ext>
            </a:extLst>
          </p:cNvPr>
          <p:cNvSpPr txBox="1"/>
          <p:nvPr/>
        </p:nvSpPr>
        <p:spPr>
          <a:xfrm>
            <a:off x="7300211" y="3257947"/>
            <a:ext cx="4511664" cy="923330"/>
          </a:xfrm>
          <a:prstGeom prst="rect">
            <a:avLst/>
          </a:prstGeom>
          <a:noFill/>
        </p:spPr>
        <p:txBody>
          <a:bodyPr wrap="square">
            <a:spAutoFit/>
          </a:bodyPr>
          <a:lstStyle/>
          <a:p>
            <a:r>
              <a:rPr lang="en-US" dirty="0">
                <a:solidFill>
                  <a:srgbClr val="FF0000"/>
                </a:solidFill>
                <a:highlight>
                  <a:srgbClr val="FFFF00"/>
                </a:highlight>
              </a:rPr>
              <a:t>there will be consumer who are forced to buy from domestic producers because of govt import controls</a:t>
            </a:r>
          </a:p>
        </p:txBody>
      </p:sp>
    </p:spTree>
    <p:extLst>
      <p:ext uri="{BB962C8B-B14F-4D97-AF65-F5344CB8AC3E}">
        <p14:creationId xmlns:p14="http://schemas.microsoft.com/office/powerpoint/2010/main" val="296916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8FE8-8330-0738-0D40-9525B448C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B44A88-E3A4-96C0-ECBD-00FD5C8C14D9}"/>
              </a:ext>
            </a:extLst>
          </p:cNvPr>
          <p:cNvSpPr>
            <a:spLocks noGrp="1"/>
          </p:cNvSpPr>
          <p:nvPr>
            <p:ph type="title"/>
          </p:nvPr>
        </p:nvSpPr>
        <p:spPr>
          <a:xfrm>
            <a:off x="686160" y="130217"/>
            <a:ext cx="10349587" cy="1356360"/>
          </a:xfrm>
        </p:spPr>
        <p:txBody>
          <a:bodyPr>
            <a:normAutofit/>
          </a:bodyPr>
          <a:lstStyle/>
          <a:p>
            <a:r>
              <a:rPr lang="en-SG" sz="3600" dirty="0"/>
              <a:t>2.1.2 Effects of trade protection  on domestic market </a:t>
            </a:r>
          </a:p>
        </p:txBody>
      </p:sp>
      <p:sp>
        <p:nvSpPr>
          <p:cNvPr id="3" name="Footer Placeholder 2">
            <a:extLst>
              <a:ext uri="{FF2B5EF4-FFF2-40B4-BE49-F238E27FC236}">
                <a16:creationId xmlns:a16="http://schemas.microsoft.com/office/drawing/2014/main" id="{A731DC94-2545-92AF-77DE-F31E7F32FDE7}"/>
              </a:ext>
            </a:extLst>
          </p:cNvPr>
          <p:cNvSpPr>
            <a:spLocks noGrp="1"/>
          </p:cNvSpPr>
          <p:nvPr>
            <p:ph type="ftr" sz="quarter" idx="11"/>
          </p:nvPr>
        </p:nvSpPr>
        <p:spPr/>
        <p:txBody>
          <a:bodyPr/>
          <a:lstStyle/>
          <a:p>
            <a:pPr>
              <a:defRPr/>
            </a:pPr>
            <a:r>
              <a:rPr lang="en-GB" dirty="0"/>
              <a:t>SIM/UOW/July2020/Clare Kon</a:t>
            </a:r>
            <a:endParaRPr lang="en-US" dirty="0"/>
          </a:p>
        </p:txBody>
      </p:sp>
      <p:sp>
        <p:nvSpPr>
          <p:cNvPr id="4" name="Slide Number Placeholder 3">
            <a:extLst>
              <a:ext uri="{FF2B5EF4-FFF2-40B4-BE49-F238E27FC236}">
                <a16:creationId xmlns:a16="http://schemas.microsoft.com/office/drawing/2014/main" id="{2ECC9A67-6DA5-3190-610A-8C7B4939A3AB}"/>
              </a:ext>
            </a:extLst>
          </p:cNvPr>
          <p:cNvSpPr>
            <a:spLocks noGrp="1"/>
          </p:cNvSpPr>
          <p:nvPr>
            <p:ph type="sldNum" sz="quarter" idx="12"/>
          </p:nvPr>
        </p:nvSpPr>
        <p:spPr/>
        <p:txBody>
          <a:bodyPr/>
          <a:lstStyle/>
          <a:p>
            <a:pPr>
              <a:defRPr/>
            </a:pPr>
            <a:fld id="{12435390-808E-496C-9001-512058A0016E}" type="slidenum">
              <a:rPr lang="en-US" altLang="en-US" smtClean="0"/>
              <a:pPr>
                <a:defRPr/>
              </a:pPr>
              <a:t>25</a:t>
            </a:fld>
            <a:endParaRPr lang="en-US" altLang="en-US" dirty="0"/>
          </a:p>
        </p:txBody>
      </p:sp>
      <p:graphicFrame>
        <p:nvGraphicFramePr>
          <p:cNvPr id="5" name="Diagram 4">
            <a:extLst>
              <a:ext uri="{FF2B5EF4-FFF2-40B4-BE49-F238E27FC236}">
                <a16:creationId xmlns:a16="http://schemas.microsoft.com/office/drawing/2014/main" id="{DFFF06ED-3637-0498-5523-FF76A6915C0E}"/>
              </a:ext>
            </a:extLst>
          </p:cNvPr>
          <p:cNvGraphicFramePr/>
          <p:nvPr/>
        </p:nvGraphicFramePr>
        <p:xfrm>
          <a:off x="-114852" y="10668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0721780E-5BDB-EC76-3E2C-1F7A4149F99F}"/>
                  </a:ext>
                </a:extLst>
              </p14:cNvPr>
              <p14:cNvContentPartPr/>
              <p14:nvPr/>
            </p14:nvContentPartPr>
            <p14:xfrm>
              <a:off x="354415" y="1462691"/>
              <a:ext cx="360" cy="360"/>
            </p14:xfrm>
          </p:contentPart>
        </mc:Choice>
        <mc:Fallback xmlns="">
          <p:pic>
            <p:nvPicPr>
              <p:cNvPr id="10" name="Ink 9">
                <a:extLst>
                  <a:ext uri="{FF2B5EF4-FFF2-40B4-BE49-F238E27FC236}">
                    <a16:creationId xmlns:a16="http://schemas.microsoft.com/office/drawing/2014/main" id="{0721780E-5BDB-EC76-3E2C-1F7A4149F99F}"/>
                  </a:ext>
                </a:extLst>
              </p:cNvPr>
              <p:cNvPicPr/>
              <p:nvPr/>
            </p:nvPicPr>
            <p:blipFill>
              <a:blip r:embed="rId9"/>
              <a:stretch>
                <a:fillRect/>
              </a:stretch>
            </p:blipFill>
            <p:spPr>
              <a:xfrm>
                <a:off x="345415" y="1453691"/>
                <a:ext cx="18000" cy="18000"/>
              </a:xfrm>
              <a:prstGeom prst="rect">
                <a:avLst/>
              </a:prstGeom>
            </p:spPr>
          </p:pic>
        </mc:Fallback>
      </mc:AlternateContent>
      <p:sp>
        <p:nvSpPr>
          <p:cNvPr id="13" name="Arrow: Down 12">
            <a:extLst>
              <a:ext uri="{FF2B5EF4-FFF2-40B4-BE49-F238E27FC236}">
                <a16:creationId xmlns:a16="http://schemas.microsoft.com/office/drawing/2014/main" id="{0734F457-737E-9AF1-B6A7-A6C232F6990F}"/>
              </a:ext>
            </a:extLst>
          </p:cNvPr>
          <p:cNvSpPr/>
          <p:nvPr/>
        </p:nvSpPr>
        <p:spPr>
          <a:xfrm rot="16200000">
            <a:off x="6629400" y="1600200"/>
            <a:ext cx="1447800" cy="10668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p>
        </p:txBody>
      </p:sp>
      <p:sp>
        <p:nvSpPr>
          <p:cNvPr id="15" name="TextBox 14">
            <a:extLst>
              <a:ext uri="{FF2B5EF4-FFF2-40B4-BE49-F238E27FC236}">
                <a16:creationId xmlns:a16="http://schemas.microsoft.com/office/drawing/2014/main" id="{FEA7FCFA-02A5-8BFE-CDB3-5E371967DAA1}"/>
              </a:ext>
            </a:extLst>
          </p:cNvPr>
          <p:cNvSpPr txBox="1"/>
          <p:nvPr/>
        </p:nvSpPr>
        <p:spPr>
          <a:xfrm>
            <a:off x="8013148" y="1409699"/>
            <a:ext cx="3112052" cy="1477328"/>
          </a:xfrm>
          <a:prstGeom prst="rect">
            <a:avLst/>
          </a:prstGeom>
          <a:noFill/>
        </p:spPr>
        <p:txBody>
          <a:bodyPr wrap="square" rtlCol="0">
            <a:spAutoFit/>
          </a:bodyPr>
          <a:lstStyle/>
          <a:p>
            <a:r>
              <a:rPr lang="en-GB" dirty="0"/>
              <a:t>Loss of consumer sovereignty : Choices: ‘forced to buy the more expensive and/or poor quality locally produced item</a:t>
            </a:r>
          </a:p>
          <a:p>
            <a:endParaRPr lang="en-SG" dirty="0"/>
          </a:p>
        </p:txBody>
      </p:sp>
    </p:spTree>
    <p:extLst>
      <p:ext uri="{BB962C8B-B14F-4D97-AF65-F5344CB8AC3E}">
        <p14:creationId xmlns:p14="http://schemas.microsoft.com/office/powerpoint/2010/main" val="13604059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B13BBB-2553-0660-242D-D7D1966CC76A}"/>
              </a:ext>
            </a:extLst>
          </p:cNvPr>
          <p:cNvSpPr>
            <a:spLocks noGrp="1"/>
          </p:cNvSpPr>
          <p:nvPr>
            <p:ph type="title"/>
          </p:nvPr>
        </p:nvSpPr>
        <p:spPr/>
        <p:txBody>
          <a:bodyPr/>
          <a:lstStyle/>
          <a:p>
            <a:r>
              <a:rPr lang="en-GB" dirty="0"/>
              <a:t>2.1.4 Effects of trade protection </a:t>
            </a:r>
            <a:endParaRPr lang="en-SG" dirty="0"/>
          </a:p>
        </p:txBody>
      </p:sp>
      <p:sp>
        <p:nvSpPr>
          <p:cNvPr id="3" name="Footer Placeholder 2">
            <a:extLst>
              <a:ext uri="{FF2B5EF4-FFF2-40B4-BE49-F238E27FC236}">
                <a16:creationId xmlns:a16="http://schemas.microsoft.com/office/drawing/2014/main" id="{E314E8F4-7DC5-9DE7-5DF4-2122D6A0298C}"/>
              </a:ext>
            </a:extLst>
          </p:cNvPr>
          <p:cNvSpPr>
            <a:spLocks noGrp="1"/>
          </p:cNvSpPr>
          <p:nvPr>
            <p:ph type="ftr" sz="quarter" idx="11"/>
          </p:nvPr>
        </p:nvSpPr>
        <p:spPr/>
        <p:txBody>
          <a:bodyPr/>
          <a:lstStyle/>
          <a:p>
            <a:pPr>
              <a:defRPr/>
            </a:pPr>
            <a:r>
              <a:rPr lang="en-GB"/>
              <a:t>SIM/UOW/July2024/Clare Kon</a:t>
            </a:r>
            <a:endParaRPr lang="en-US" dirty="0"/>
          </a:p>
        </p:txBody>
      </p:sp>
      <p:sp>
        <p:nvSpPr>
          <p:cNvPr id="4" name="Slide Number Placeholder 3">
            <a:extLst>
              <a:ext uri="{FF2B5EF4-FFF2-40B4-BE49-F238E27FC236}">
                <a16:creationId xmlns:a16="http://schemas.microsoft.com/office/drawing/2014/main" id="{9532285E-EE56-FC18-9E01-74C07101C3B3}"/>
              </a:ext>
            </a:extLst>
          </p:cNvPr>
          <p:cNvSpPr>
            <a:spLocks noGrp="1"/>
          </p:cNvSpPr>
          <p:nvPr>
            <p:ph type="sldNum" sz="quarter" idx="12"/>
          </p:nvPr>
        </p:nvSpPr>
        <p:spPr/>
        <p:txBody>
          <a:bodyPr/>
          <a:lstStyle/>
          <a:p>
            <a:pPr>
              <a:defRPr/>
            </a:pPr>
            <a:fld id="{12435390-808E-496C-9001-512058A0016E}" type="slidenum">
              <a:rPr lang="en-US" altLang="en-US" smtClean="0"/>
              <a:pPr>
                <a:defRPr/>
              </a:pPr>
              <a:t>26</a:t>
            </a:fld>
            <a:endParaRPr lang="en-US" altLang="en-US" dirty="0"/>
          </a:p>
        </p:txBody>
      </p:sp>
      <p:graphicFrame>
        <p:nvGraphicFramePr>
          <p:cNvPr id="6" name="Diagram 5">
            <a:extLst>
              <a:ext uri="{FF2B5EF4-FFF2-40B4-BE49-F238E27FC236}">
                <a16:creationId xmlns:a16="http://schemas.microsoft.com/office/drawing/2014/main" id="{083EFABD-50E1-3A64-36AD-F5729390D2EE}"/>
              </a:ext>
            </a:extLst>
          </p:cNvPr>
          <p:cNvGraphicFramePr/>
          <p:nvPr>
            <p:extLst>
              <p:ext uri="{D42A27DB-BD31-4B8C-83A1-F6EECF244321}">
                <p14:modId xmlns:p14="http://schemas.microsoft.com/office/powerpoint/2010/main" val="4192345847"/>
              </p:ext>
            </p:extLst>
          </p:nvPr>
        </p:nvGraphicFramePr>
        <p:xfrm>
          <a:off x="203200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9B8567D6-D157-AEE1-D218-FE26A12055E5}"/>
              </a:ext>
            </a:extLst>
          </p:cNvPr>
          <p:cNvSpPr txBox="1"/>
          <p:nvPr/>
        </p:nvSpPr>
        <p:spPr>
          <a:xfrm>
            <a:off x="5410200" y="2971800"/>
            <a:ext cx="1219200" cy="646331"/>
          </a:xfrm>
          <a:prstGeom prst="rect">
            <a:avLst/>
          </a:prstGeom>
          <a:noFill/>
        </p:spPr>
        <p:txBody>
          <a:bodyPr wrap="square" rtlCol="0">
            <a:spAutoFit/>
          </a:bodyPr>
          <a:lstStyle/>
          <a:p>
            <a:pPr algn="ctr"/>
            <a:r>
              <a:rPr lang="en-GB" b="1" dirty="0"/>
              <a:t>RGDP</a:t>
            </a:r>
          </a:p>
          <a:p>
            <a:pPr algn="ctr"/>
            <a:r>
              <a:rPr lang="en-GB" b="1" dirty="0"/>
              <a:t>Rises </a:t>
            </a:r>
            <a:endParaRPr lang="en-SG" b="1" dirty="0"/>
          </a:p>
        </p:txBody>
      </p:sp>
      <p:graphicFrame>
        <p:nvGraphicFramePr>
          <p:cNvPr id="8" name="Diagram 7">
            <a:extLst>
              <a:ext uri="{FF2B5EF4-FFF2-40B4-BE49-F238E27FC236}">
                <a16:creationId xmlns:a16="http://schemas.microsoft.com/office/drawing/2014/main" id="{B22FE694-9FBA-58E6-2358-E9BFD69F9312}"/>
              </a:ext>
            </a:extLst>
          </p:cNvPr>
          <p:cNvGraphicFramePr/>
          <p:nvPr>
            <p:extLst>
              <p:ext uri="{D42A27DB-BD31-4B8C-83A1-F6EECF244321}">
                <p14:modId xmlns:p14="http://schemas.microsoft.com/office/powerpoint/2010/main" val="3952308111"/>
              </p:ext>
            </p:extLst>
          </p:nvPr>
        </p:nvGraphicFramePr>
        <p:xfrm>
          <a:off x="2032000" y="5334000"/>
          <a:ext cx="8636000" cy="804333"/>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840991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49" name="Rectangle 48">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50" name="Straight Connector 49">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E3AA470-3B69-490E-97A2-0A6A6AB583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2100" cy="6377939"/>
          </a:xfrm>
          <a:prstGeom prst="rect">
            <a:avLst/>
          </a:prstGeom>
          <a:solidFill>
            <a:schemeClr val="bg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useBgFill="1">
        <p:nvSpPr>
          <p:cNvPr id="52" name="Rectangle 51">
            <a:extLst>
              <a:ext uri="{FF2B5EF4-FFF2-40B4-BE49-F238E27FC236}">
                <a16:creationId xmlns:a16="http://schemas.microsoft.com/office/drawing/2014/main" id="{0713BAD8-E33C-42AC-A8E6-8F3D8B3766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2944" y="246887"/>
            <a:ext cx="4397755" cy="6377939"/>
          </a:xfrm>
          <a:prstGeom prst="rect">
            <a:avLst/>
          </a:prstGeom>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53" name="Straight Connector 52">
            <a:extLst>
              <a:ext uri="{FF2B5EF4-FFF2-40B4-BE49-F238E27FC236}">
                <a16:creationId xmlns:a16="http://schemas.microsoft.com/office/drawing/2014/main" id="{632979E2-B89C-40AF-BC3B-F1B518211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370284" y="4405863"/>
            <a:ext cx="2763075"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2D195C48-3B53-4363-9FA7-58E5976EA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6888"/>
            <a:ext cx="11724640" cy="6377939"/>
          </a:xfrm>
          <a:prstGeom prst="rect">
            <a:avLst/>
          </a:prstGeom>
          <a:no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2" name="Title 1">
            <a:extLst>
              <a:ext uri="{FF2B5EF4-FFF2-40B4-BE49-F238E27FC236}">
                <a16:creationId xmlns:a16="http://schemas.microsoft.com/office/drawing/2014/main" id="{BE072E50-7203-4FA0-BB83-8BC856EBA4C2}"/>
              </a:ext>
            </a:extLst>
          </p:cNvPr>
          <p:cNvSpPr>
            <a:spLocks noGrp="1"/>
          </p:cNvSpPr>
          <p:nvPr>
            <p:ph type="title"/>
          </p:nvPr>
        </p:nvSpPr>
        <p:spPr>
          <a:xfrm>
            <a:off x="8195138" y="857675"/>
            <a:ext cx="3113366" cy="3622844"/>
          </a:xfrm>
        </p:spPr>
        <p:txBody>
          <a:bodyPr vert="horz" lIns="91440" tIns="45720" rIns="91440" bIns="45720" rtlCol="0" anchor="b">
            <a:normAutofit/>
          </a:bodyPr>
          <a:lstStyle/>
          <a:p>
            <a:pPr algn="ctr">
              <a:lnSpc>
                <a:spcPct val="85000"/>
              </a:lnSpc>
            </a:pPr>
            <a:r>
              <a:rPr lang="en-US" sz="3400" b="1" cap="all" dirty="0">
                <a:solidFill>
                  <a:srgbClr val="FFFFFF"/>
                </a:solidFill>
              </a:rPr>
              <a:t>2.2 . Inward Orientation Growth Strategies </a:t>
            </a:r>
            <a:br>
              <a:rPr lang="en-US" sz="3400" b="1" cap="all" dirty="0">
                <a:solidFill>
                  <a:srgbClr val="FFFFFF"/>
                </a:solidFill>
              </a:rPr>
            </a:br>
            <a:br>
              <a:rPr lang="en-US" sz="3400" b="1" cap="all" dirty="0">
                <a:solidFill>
                  <a:srgbClr val="FFFFFF"/>
                </a:solidFill>
              </a:rPr>
            </a:br>
            <a:r>
              <a:rPr lang="en-US" sz="3400" b="1" i="1" cap="all" dirty="0">
                <a:solidFill>
                  <a:srgbClr val="FFFFFF"/>
                </a:solidFill>
              </a:rPr>
              <a:t>Overvalue local currency </a:t>
            </a:r>
          </a:p>
        </p:txBody>
      </p:sp>
      <p:pic>
        <p:nvPicPr>
          <p:cNvPr id="5" name="Picture 4" descr="A person pumping a balloon with a dollar sign&#10;&#10;AI-generated content may be incorrect.">
            <a:extLst>
              <a:ext uri="{FF2B5EF4-FFF2-40B4-BE49-F238E27FC236}">
                <a16:creationId xmlns:a16="http://schemas.microsoft.com/office/drawing/2014/main" id="{4B61E181-AF00-FD27-4421-158A5F5A748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b="14968"/>
          <a:stretch>
            <a:fillRect/>
          </a:stretch>
        </p:blipFill>
        <p:spPr>
          <a:xfrm>
            <a:off x="872064" y="857675"/>
            <a:ext cx="6045576" cy="5140669"/>
          </a:xfrm>
          <a:prstGeom prst="rect">
            <a:avLst/>
          </a:prstGeom>
        </p:spPr>
      </p:pic>
      <p:sp>
        <p:nvSpPr>
          <p:cNvPr id="4" name="Slide Number Placeholder 3">
            <a:extLst>
              <a:ext uri="{FF2B5EF4-FFF2-40B4-BE49-F238E27FC236}">
                <a16:creationId xmlns:a16="http://schemas.microsoft.com/office/drawing/2014/main" id="{A654B22C-DF55-468C-9969-D6FB67FC1B16}"/>
              </a:ext>
            </a:extLst>
          </p:cNvPr>
          <p:cNvSpPr>
            <a:spLocks noGrp="1"/>
          </p:cNvSpPr>
          <p:nvPr>
            <p:ph type="sldNum" sz="quarter" idx="12"/>
          </p:nvPr>
        </p:nvSpPr>
        <p:spPr>
          <a:xfrm>
            <a:off x="10510980" y="6223828"/>
            <a:ext cx="797523"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a:solidFill>
                  <a:srgbClr val="FFFFFF"/>
                </a:solidFill>
              </a:rPr>
              <a:pPr defTabSz="914400">
                <a:spcAft>
                  <a:spcPts val="600"/>
                </a:spcAft>
                <a:defRPr/>
              </a:pPr>
              <a:t>27</a:t>
            </a:fld>
            <a:endParaRPr lang="en-US" altLang="en-US" dirty="0">
              <a:solidFill>
                <a:srgbClr val="FFFFFF"/>
              </a:solidFill>
            </a:endParaRPr>
          </a:p>
        </p:txBody>
      </p:sp>
    </p:spTree>
    <p:extLst>
      <p:ext uri="{BB962C8B-B14F-4D97-AF65-F5344CB8AC3E}">
        <p14:creationId xmlns:p14="http://schemas.microsoft.com/office/powerpoint/2010/main" val="32199906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p:txBody>
          <a:bodyPr>
            <a:normAutofit/>
          </a:bodyPr>
          <a:lstStyle/>
          <a:p>
            <a:r>
              <a:rPr lang="en-GB" dirty="0"/>
              <a:t>2.3 .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5892895" y="1694594"/>
            <a:ext cx="5969369" cy="4800600"/>
          </a:xfrm>
        </p:spPr>
        <p:txBody>
          <a:bodyPr>
            <a:noAutofit/>
          </a:bodyPr>
          <a:lstStyle/>
          <a:p>
            <a:r>
              <a:rPr lang="en-GB" sz="1800" dirty="0">
                <a:solidFill>
                  <a:schemeClr val="tx1"/>
                </a:solidFill>
              </a:rPr>
              <a:t>Effects of an </a:t>
            </a:r>
            <a:r>
              <a:rPr lang="en-GB" sz="1800" b="1" dirty="0">
                <a:solidFill>
                  <a:schemeClr val="tx1"/>
                </a:solidFill>
              </a:rPr>
              <a:t>OVER VALUED CURRENCY </a:t>
            </a:r>
          </a:p>
          <a:p>
            <a:r>
              <a:rPr lang="en-GB" sz="1800" dirty="0">
                <a:solidFill>
                  <a:schemeClr val="tx1"/>
                </a:solidFill>
              </a:rPr>
              <a:t>-Example </a:t>
            </a:r>
          </a:p>
          <a:p>
            <a:pPr algn="ctr">
              <a:spcBef>
                <a:spcPts val="0"/>
              </a:spcBef>
              <a:spcAft>
                <a:spcPts val="0"/>
              </a:spcAft>
            </a:pPr>
            <a:r>
              <a:rPr lang="en-GB" sz="1800" dirty="0">
                <a:solidFill>
                  <a:schemeClr val="tx1"/>
                </a:solidFill>
              </a:rPr>
              <a:t>Brazilian Real  1 = USD 0.20</a:t>
            </a:r>
          </a:p>
          <a:p>
            <a:pPr algn="ctr">
              <a:spcBef>
                <a:spcPts val="0"/>
              </a:spcBef>
              <a:spcAft>
                <a:spcPts val="0"/>
              </a:spcAft>
            </a:pPr>
            <a:r>
              <a:rPr lang="en-GB" sz="1800" dirty="0">
                <a:solidFill>
                  <a:schemeClr val="tx1"/>
                </a:solidFill>
              </a:rPr>
              <a:t>Brazilian Real  1 = USD 0.40</a:t>
            </a:r>
          </a:p>
          <a:p>
            <a:r>
              <a:rPr lang="en-GB" sz="2000" dirty="0">
                <a:solidFill>
                  <a:schemeClr val="tx1"/>
                </a:solidFill>
              </a:rPr>
              <a:t>In other words, the Brazilian govt will buy up the Local currency and sell USD [ imagine she has a pot of currency comprise of local and different foreign international currency]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lstStyle/>
          <a:p>
            <a:pPr>
              <a:defRPr/>
            </a:pPr>
            <a:fld id="{58ACFF92-4814-4263-A32E-C81EDC494371}" type="slidenum">
              <a:rPr lang="en-US" altLang="en-US" smtClean="0"/>
              <a:pPr>
                <a:defRPr/>
              </a:pPr>
              <a:t>28</a:t>
            </a:fld>
            <a:endParaRPr lang="en-US" altLang="en-US" dirty="0"/>
          </a:p>
        </p:txBody>
      </p:sp>
      <p:sp>
        <p:nvSpPr>
          <p:cNvPr id="4" name="Arrow: Right 3">
            <a:extLst>
              <a:ext uri="{FF2B5EF4-FFF2-40B4-BE49-F238E27FC236}">
                <a16:creationId xmlns:a16="http://schemas.microsoft.com/office/drawing/2014/main" id="{BB3FBD11-95BF-4B3D-B4F1-2202D93102F3}"/>
              </a:ext>
            </a:extLst>
          </p:cNvPr>
          <p:cNvSpPr/>
          <p:nvPr/>
        </p:nvSpPr>
        <p:spPr>
          <a:xfrm>
            <a:off x="5160266" y="2438400"/>
            <a:ext cx="19812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Key Focus </a:t>
            </a:r>
            <a:endParaRPr lang="en-SG" dirty="0"/>
          </a:p>
        </p:txBody>
      </p:sp>
      <p:pic>
        <p:nvPicPr>
          <p:cNvPr id="11" name="Picture 10" descr="A close-up of a coin&#10;&#10;Description automatically generated">
            <a:extLst>
              <a:ext uri="{FF2B5EF4-FFF2-40B4-BE49-F238E27FC236}">
                <a16:creationId xmlns:a16="http://schemas.microsoft.com/office/drawing/2014/main" id="{BFE0FF01-3983-40FD-57F3-ADFC9997FC60}"/>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985615" y="1965960"/>
            <a:ext cx="4063536" cy="3047652"/>
          </a:xfrm>
          <a:prstGeom prst="rect">
            <a:avLst/>
          </a:prstGeom>
        </p:spPr>
      </p:pic>
      <p:sp>
        <p:nvSpPr>
          <p:cNvPr id="6" name="TextBox 5">
            <a:extLst>
              <a:ext uri="{FF2B5EF4-FFF2-40B4-BE49-F238E27FC236}">
                <a16:creationId xmlns:a16="http://schemas.microsoft.com/office/drawing/2014/main" id="{0619B000-1CD3-E8BA-BE07-F4DB4F727712}"/>
              </a:ext>
            </a:extLst>
          </p:cNvPr>
          <p:cNvSpPr txBox="1"/>
          <p:nvPr/>
        </p:nvSpPr>
        <p:spPr>
          <a:xfrm>
            <a:off x="5105400" y="4446165"/>
            <a:ext cx="5858254" cy="1477328"/>
          </a:xfrm>
          <a:prstGeom prst="rect">
            <a:avLst/>
          </a:prstGeom>
          <a:solidFill>
            <a:srgbClr val="C5D3FF"/>
          </a:solidFill>
        </p:spPr>
        <p:txBody>
          <a:bodyPr wrap="square" rtlCol="0">
            <a:spAutoFit/>
          </a:bodyPr>
          <a:lstStyle/>
          <a:p>
            <a:r>
              <a:rPr lang="en-GB" dirty="0"/>
              <a:t>Example : A metal cutting machine from USA cost USD 2000</a:t>
            </a:r>
          </a:p>
          <a:p>
            <a:endParaRPr lang="en-GB" dirty="0"/>
          </a:p>
          <a:p>
            <a:r>
              <a:rPr lang="en-GB" dirty="0"/>
              <a:t>Before revaluation , the Brazilian pay (2000/0.2) = 10, 000 real</a:t>
            </a:r>
          </a:p>
          <a:p>
            <a:r>
              <a:rPr lang="en-GB" dirty="0"/>
              <a:t>With revaluation, the Brazilian pays (2000/0.4) = 5,000 real </a:t>
            </a:r>
            <a:endParaRPr lang="en-SG" dirty="0"/>
          </a:p>
        </p:txBody>
      </p:sp>
      <p:sp>
        <p:nvSpPr>
          <p:cNvPr id="7" name="Speech Bubble: Rectangle with Corners Rounded 6">
            <a:extLst>
              <a:ext uri="{FF2B5EF4-FFF2-40B4-BE49-F238E27FC236}">
                <a16:creationId xmlns:a16="http://schemas.microsoft.com/office/drawing/2014/main" id="{1DC93505-68E6-61DB-001C-83D8CE785157}"/>
              </a:ext>
            </a:extLst>
          </p:cNvPr>
          <p:cNvSpPr/>
          <p:nvPr/>
        </p:nvSpPr>
        <p:spPr>
          <a:xfrm>
            <a:off x="1143000" y="5163406"/>
            <a:ext cx="2209800" cy="1060422"/>
          </a:xfrm>
          <a:prstGeom prst="wedgeRoundRectCallout">
            <a:avLst>
              <a:gd name="adj1" fmla="val 126126"/>
              <a:gd name="adj2" fmla="val -498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A common practise by newly industrialised nations </a:t>
            </a:r>
            <a:endParaRPr lang="en-SG" dirty="0"/>
          </a:p>
        </p:txBody>
      </p:sp>
    </p:spTree>
    <p:extLst>
      <p:ext uri="{BB962C8B-B14F-4D97-AF65-F5344CB8AC3E}">
        <p14:creationId xmlns:p14="http://schemas.microsoft.com/office/powerpoint/2010/main" val="37480829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p:txBody>
          <a:bodyPr>
            <a:normAutofit/>
          </a:bodyPr>
          <a:lstStyle/>
          <a:p>
            <a:r>
              <a:rPr lang="en-GB" dirty="0"/>
              <a:t>2.3 .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5892895" y="1694594"/>
            <a:ext cx="5969369" cy="4800600"/>
          </a:xfrm>
        </p:spPr>
        <p:txBody>
          <a:bodyPr>
            <a:noAutofit/>
          </a:bodyPr>
          <a:lstStyle/>
          <a:p>
            <a:r>
              <a:rPr lang="en-GB" sz="1800" dirty="0">
                <a:solidFill>
                  <a:schemeClr val="tx1"/>
                </a:solidFill>
              </a:rPr>
              <a:t>Effects of an </a:t>
            </a:r>
            <a:r>
              <a:rPr lang="en-GB" sz="1800" b="1" dirty="0">
                <a:solidFill>
                  <a:schemeClr val="tx1"/>
                </a:solidFill>
              </a:rPr>
              <a:t>OVER VALUED CURRENCY </a:t>
            </a:r>
          </a:p>
          <a:p>
            <a:pPr>
              <a:spcBef>
                <a:spcPts val="0"/>
              </a:spcBef>
              <a:spcAft>
                <a:spcPts val="0"/>
              </a:spcAft>
            </a:pPr>
            <a:endParaRPr lang="en-GB" sz="1800" dirty="0">
              <a:solidFill>
                <a:schemeClr val="tx1"/>
              </a:solidFill>
            </a:endParaRPr>
          </a:p>
          <a:p>
            <a:pPr>
              <a:spcBef>
                <a:spcPts val="0"/>
              </a:spcBef>
              <a:spcAft>
                <a:spcPts val="0"/>
              </a:spcAft>
            </a:pPr>
            <a:r>
              <a:rPr lang="en-GB" sz="1800" dirty="0">
                <a:solidFill>
                  <a:schemeClr val="tx1"/>
                </a:solidFill>
              </a:rPr>
              <a:t>A rise in imports where the </a:t>
            </a:r>
            <a:r>
              <a:rPr lang="en-GB" sz="1800" dirty="0">
                <a:solidFill>
                  <a:schemeClr val="tx1"/>
                </a:solidFill>
                <a:highlight>
                  <a:srgbClr val="FFFF00"/>
                </a:highlight>
              </a:rPr>
              <a:t>strong local currency </a:t>
            </a:r>
            <a:r>
              <a:rPr lang="en-GB" sz="1800" dirty="0">
                <a:solidFill>
                  <a:schemeClr val="tx1"/>
                </a:solidFill>
              </a:rPr>
              <a:t>allows local firms to acquire intermediate goods , machinery for supporting the local production </a:t>
            </a:r>
          </a:p>
          <a:p>
            <a:pPr marL="45720" indent="0">
              <a:spcBef>
                <a:spcPts val="0"/>
              </a:spcBef>
              <a:spcAft>
                <a:spcPts val="0"/>
              </a:spcAft>
              <a:buNone/>
            </a:pPr>
            <a:endParaRPr lang="en-GB" sz="1800" dirty="0">
              <a:solidFill>
                <a:schemeClr val="tx1"/>
              </a:solidFill>
            </a:endParaRPr>
          </a:p>
          <a:p>
            <a:pPr marL="45720" indent="0">
              <a:spcBef>
                <a:spcPts val="0"/>
              </a:spcBef>
              <a:spcAft>
                <a:spcPts val="0"/>
              </a:spcAft>
              <a:buNone/>
            </a:pPr>
            <a:r>
              <a:rPr lang="en-GB" sz="2400" dirty="0">
                <a:solidFill>
                  <a:srgbClr val="0070C0"/>
                </a:solidFill>
              </a:rPr>
              <a:t>But what if the US$ appreciates ?</a:t>
            </a:r>
          </a:p>
          <a:p>
            <a:pPr marL="45720" indent="0">
              <a:spcBef>
                <a:spcPts val="0"/>
              </a:spcBef>
              <a:spcAft>
                <a:spcPts val="0"/>
              </a:spcAft>
              <a:buNone/>
            </a:pPr>
            <a:r>
              <a:rPr lang="en-GB" sz="2400" dirty="0">
                <a:solidFill>
                  <a:srgbClr val="0070C0"/>
                </a:solidFill>
              </a:rPr>
              <a:t>1. That means the Brazilian govt will have to buy up more local currency with more US$ - Rapid depletion of reserves will land up in a currency crisis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lstStyle/>
          <a:p>
            <a:pPr>
              <a:defRPr/>
            </a:pPr>
            <a:fld id="{58ACFF92-4814-4263-A32E-C81EDC494371}" type="slidenum">
              <a:rPr lang="en-US" altLang="en-US" smtClean="0"/>
              <a:pPr>
                <a:defRPr/>
              </a:pPr>
              <a:t>29</a:t>
            </a:fld>
            <a:endParaRPr lang="en-US" altLang="en-US" dirty="0"/>
          </a:p>
        </p:txBody>
      </p:sp>
      <p:sp>
        <p:nvSpPr>
          <p:cNvPr id="4" name="Arrow: Right 3">
            <a:extLst>
              <a:ext uri="{FF2B5EF4-FFF2-40B4-BE49-F238E27FC236}">
                <a16:creationId xmlns:a16="http://schemas.microsoft.com/office/drawing/2014/main" id="{BB3FBD11-95BF-4B3D-B4F1-2202D93102F3}"/>
              </a:ext>
            </a:extLst>
          </p:cNvPr>
          <p:cNvSpPr/>
          <p:nvPr/>
        </p:nvSpPr>
        <p:spPr>
          <a:xfrm>
            <a:off x="2819400" y="5105400"/>
            <a:ext cx="1981200" cy="533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Key Focus </a:t>
            </a:r>
            <a:endParaRPr lang="en-SG" dirty="0"/>
          </a:p>
        </p:txBody>
      </p:sp>
      <p:pic>
        <p:nvPicPr>
          <p:cNvPr id="11" name="Picture 10" descr="A close-up of a coin&#10;&#10;Description automatically generated">
            <a:extLst>
              <a:ext uri="{FF2B5EF4-FFF2-40B4-BE49-F238E27FC236}">
                <a16:creationId xmlns:a16="http://schemas.microsoft.com/office/drawing/2014/main" id="{BFE0FF01-3983-40FD-57F3-ADFC9997FC60}"/>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329736" y="1974273"/>
            <a:ext cx="5004264" cy="3753198"/>
          </a:xfrm>
          <a:prstGeom prst="rect">
            <a:avLst/>
          </a:prstGeom>
        </p:spPr>
      </p:pic>
      <p:sp>
        <p:nvSpPr>
          <p:cNvPr id="7" name="TextBox 6">
            <a:extLst>
              <a:ext uri="{FF2B5EF4-FFF2-40B4-BE49-F238E27FC236}">
                <a16:creationId xmlns:a16="http://schemas.microsoft.com/office/drawing/2014/main" id="{25E25FC7-1386-DAF1-FD95-F462F16FD315}"/>
              </a:ext>
            </a:extLst>
          </p:cNvPr>
          <p:cNvSpPr txBox="1"/>
          <p:nvPr/>
        </p:nvSpPr>
        <p:spPr>
          <a:xfrm>
            <a:off x="5764407" y="4901334"/>
            <a:ext cx="6094140" cy="1477328"/>
          </a:xfrm>
          <a:prstGeom prst="rect">
            <a:avLst/>
          </a:prstGeom>
          <a:noFill/>
        </p:spPr>
        <p:txBody>
          <a:bodyPr wrap="square">
            <a:spAutoFit/>
          </a:bodyPr>
          <a:lstStyle/>
          <a:p>
            <a:r>
              <a:rPr lang="en-US" dirty="0">
                <a:solidFill>
                  <a:srgbClr val="FF0000"/>
                </a:solidFill>
                <a:highlight>
                  <a:srgbClr val="FFFF00"/>
                </a:highlight>
              </a:rPr>
              <a:t>Suppose investors around the world suddenly want more US dollars. USD demand go up and Brazilian real demand go down, to stop real from falling, Brazil need to intervene even more by buying even more reals and sell even more USD from its reserves leading to currency </a:t>
            </a:r>
            <a:r>
              <a:rPr lang="en-US" dirty="0" err="1">
                <a:solidFill>
                  <a:srgbClr val="FF0000"/>
                </a:solidFill>
                <a:highlight>
                  <a:srgbClr val="FFFF00"/>
                </a:highlight>
              </a:rPr>
              <a:t>crsis</a:t>
            </a:r>
            <a:endParaRPr lang="en-US" dirty="0">
              <a:solidFill>
                <a:srgbClr val="FF0000"/>
              </a:solidFill>
              <a:highlight>
                <a:srgbClr val="FFFF00"/>
              </a:highlight>
            </a:endParaRPr>
          </a:p>
        </p:txBody>
      </p:sp>
    </p:spTree>
    <p:extLst>
      <p:ext uri="{BB962C8B-B14F-4D97-AF65-F5344CB8AC3E}">
        <p14:creationId xmlns:p14="http://schemas.microsoft.com/office/powerpoint/2010/main" val="19659159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281F1-311C-426B-A2E5-E08EA48EE2EB}"/>
              </a:ext>
            </a:extLst>
          </p:cNvPr>
          <p:cNvSpPr>
            <a:spLocks noGrp="1"/>
          </p:cNvSpPr>
          <p:nvPr>
            <p:ph type="title"/>
          </p:nvPr>
        </p:nvSpPr>
        <p:spPr>
          <a:xfrm>
            <a:off x="4441783" y="609600"/>
            <a:ext cx="6693061" cy="1356360"/>
          </a:xfrm>
        </p:spPr>
        <p:txBody>
          <a:bodyPr>
            <a:normAutofit/>
          </a:bodyPr>
          <a:lstStyle/>
          <a:p>
            <a:r>
              <a:rPr lang="en-GB" dirty="0"/>
              <a:t>2.3.1 Inward Orientation and over valued currency </a:t>
            </a:r>
          </a:p>
        </p:txBody>
      </p:sp>
      <p:sp>
        <p:nvSpPr>
          <p:cNvPr id="3" name="Content Placeholder 2">
            <a:extLst>
              <a:ext uri="{FF2B5EF4-FFF2-40B4-BE49-F238E27FC236}">
                <a16:creationId xmlns:a16="http://schemas.microsoft.com/office/drawing/2014/main" id="{28A59829-C8AA-41D4-AE14-685AD63F7EF2}"/>
              </a:ext>
            </a:extLst>
          </p:cNvPr>
          <p:cNvSpPr>
            <a:spLocks noGrp="1"/>
          </p:cNvSpPr>
          <p:nvPr>
            <p:ph idx="1"/>
          </p:nvPr>
        </p:nvSpPr>
        <p:spPr>
          <a:xfrm>
            <a:off x="4441783" y="2057400"/>
            <a:ext cx="6693061" cy="4038600"/>
          </a:xfrm>
        </p:spPr>
        <p:txBody>
          <a:bodyPr>
            <a:normAutofit/>
          </a:bodyPr>
          <a:lstStyle/>
          <a:p>
            <a:pPr marL="0" indent="0">
              <a:spcBef>
                <a:spcPts val="0"/>
              </a:spcBef>
              <a:spcAft>
                <a:spcPts val="600"/>
              </a:spcAft>
              <a:buNone/>
            </a:pPr>
            <a:endParaRPr lang="en-GB" sz="3600" b="1" i="1" dirty="0">
              <a:solidFill>
                <a:schemeClr val="tx1"/>
              </a:solidFill>
            </a:endParaRPr>
          </a:p>
          <a:p>
            <a:pPr marL="0" indent="0">
              <a:spcBef>
                <a:spcPts val="0"/>
              </a:spcBef>
              <a:spcAft>
                <a:spcPts val="600"/>
              </a:spcAft>
              <a:buNone/>
            </a:pPr>
            <a:r>
              <a:rPr lang="en-GB" sz="3600" b="1" i="1" dirty="0">
                <a:solidFill>
                  <a:schemeClr val="tx1"/>
                </a:solidFill>
              </a:rPr>
              <a:t>Key Problems</a:t>
            </a:r>
          </a:p>
          <a:p>
            <a:pPr marL="0" indent="0">
              <a:spcBef>
                <a:spcPts val="0"/>
              </a:spcBef>
              <a:spcAft>
                <a:spcPts val="600"/>
              </a:spcAft>
              <a:buNone/>
            </a:pPr>
            <a:endParaRPr lang="en-GB" dirty="0">
              <a:solidFill>
                <a:schemeClr val="tx1"/>
              </a:solidFill>
            </a:endParaRPr>
          </a:p>
          <a:p>
            <a:pPr>
              <a:spcBef>
                <a:spcPts val="0"/>
              </a:spcBef>
              <a:spcAft>
                <a:spcPts val="600"/>
              </a:spcAft>
            </a:pPr>
            <a:r>
              <a:rPr lang="en-GB" dirty="0">
                <a:solidFill>
                  <a:schemeClr val="tx1"/>
                </a:solidFill>
              </a:rPr>
              <a:t>The country require </a:t>
            </a:r>
            <a:r>
              <a:rPr lang="en-GB" dirty="0">
                <a:solidFill>
                  <a:schemeClr val="tx1"/>
                </a:solidFill>
                <a:highlight>
                  <a:srgbClr val="FFFF00"/>
                </a:highlight>
              </a:rPr>
              <a:t>reserves to maintain the exchange rate</a:t>
            </a:r>
            <a:r>
              <a:rPr lang="en-GB" dirty="0">
                <a:solidFill>
                  <a:schemeClr val="tx1"/>
                </a:solidFill>
              </a:rPr>
              <a:t> i.e. to buy up the local currency </a:t>
            </a:r>
          </a:p>
          <a:p>
            <a:pPr>
              <a:spcBef>
                <a:spcPts val="0"/>
              </a:spcBef>
              <a:spcAft>
                <a:spcPts val="600"/>
              </a:spcAft>
            </a:pPr>
            <a:r>
              <a:rPr lang="en-GB" dirty="0">
                <a:solidFill>
                  <a:schemeClr val="tx1"/>
                </a:solidFill>
              </a:rPr>
              <a:t>This is the </a:t>
            </a:r>
            <a:r>
              <a:rPr lang="en-GB" b="1" u="sng" dirty="0">
                <a:solidFill>
                  <a:schemeClr val="tx1"/>
                </a:solidFill>
              </a:rPr>
              <a:t>key challenge </a:t>
            </a:r>
            <a:r>
              <a:rPr lang="en-GB" dirty="0">
                <a:solidFill>
                  <a:schemeClr val="tx1"/>
                </a:solidFill>
              </a:rPr>
              <a:t>faced by poor developing countries </a:t>
            </a:r>
          </a:p>
        </p:txBody>
      </p:sp>
      <p:sp>
        <p:nvSpPr>
          <p:cNvPr id="5" name="Slide Number Placeholder 4">
            <a:extLst>
              <a:ext uri="{FF2B5EF4-FFF2-40B4-BE49-F238E27FC236}">
                <a16:creationId xmlns:a16="http://schemas.microsoft.com/office/drawing/2014/main" id="{8AA3560D-3D76-4B2E-9972-B861D0E2E9DB}"/>
              </a:ext>
            </a:extLst>
          </p:cNvPr>
          <p:cNvSpPr>
            <a:spLocks noGrp="1"/>
          </p:cNvSpPr>
          <p:nvPr>
            <p:ph type="sldNum" sz="quarter" idx="12"/>
          </p:nvPr>
        </p:nvSpPr>
        <p:spPr/>
        <p:txBody>
          <a:bodyPr>
            <a:normAutofit/>
          </a:bodyPr>
          <a:lstStyle/>
          <a:p>
            <a:pPr>
              <a:spcAft>
                <a:spcPts val="600"/>
              </a:spcAft>
              <a:defRPr/>
            </a:pPr>
            <a:fld id="{58ACFF92-4814-4263-A32E-C81EDC494371}" type="slidenum">
              <a:rPr lang="en-US" altLang="en-US" smtClean="0"/>
              <a:pPr>
                <a:spcAft>
                  <a:spcPts val="600"/>
                </a:spcAft>
                <a:defRPr/>
              </a:pPr>
              <a:t>30</a:t>
            </a:fld>
            <a:endParaRPr lang="en-US" altLang="en-US" dirty="0"/>
          </a:p>
        </p:txBody>
      </p:sp>
      <p:pic>
        <p:nvPicPr>
          <p:cNvPr id="8" name="Picture 7" descr="A close-up of a coin&#10;&#10;Description automatically generated">
            <a:extLst>
              <a:ext uri="{FF2B5EF4-FFF2-40B4-BE49-F238E27FC236}">
                <a16:creationId xmlns:a16="http://schemas.microsoft.com/office/drawing/2014/main" id="{8D9BA9E4-1C75-F882-2F3B-0174842C6BF2}"/>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37115" r="20001" b="1"/>
          <a:stretch/>
        </p:blipFill>
        <p:spPr>
          <a:xfrm>
            <a:off x="223336" y="243840"/>
            <a:ext cx="3646837" cy="6377939"/>
          </a:xfrm>
          <a:prstGeom prst="rect">
            <a:avLst/>
          </a:prstGeom>
        </p:spPr>
      </p:pic>
    </p:spTree>
    <p:extLst>
      <p:ext uri="{BB962C8B-B14F-4D97-AF65-F5344CB8AC3E}">
        <p14:creationId xmlns:p14="http://schemas.microsoft.com/office/powerpoint/2010/main" val="37173652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C0DD7BF-8F3D-4D34-A37A-85563D3D62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sp>
        <p:nvSpPr>
          <p:cNvPr id="12" name="Rectangle 11">
            <a:extLst>
              <a:ext uri="{FF2B5EF4-FFF2-40B4-BE49-F238E27FC236}">
                <a16:creationId xmlns:a16="http://schemas.microsoft.com/office/drawing/2014/main" id="{A82C64D9-D855-4343-BB40-3E465EFFA0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dirty="0"/>
          </a:p>
        </p:txBody>
      </p:sp>
      <p:cxnSp>
        <p:nvCxnSpPr>
          <p:cNvPr id="14" name="Straight Connector 13">
            <a:extLst>
              <a:ext uri="{FF2B5EF4-FFF2-40B4-BE49-F238E27FC236}">
                <a16:creationId xmlns:a16="http://schemas.microsoft.com/office/drawing/2014/main" id="{106D061A-80BB-4A08-8350-176FFFDCC32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3E92BB3-3613-4DC5-97E0-299B04C46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E072E50-7203-4FA0-BB83-8BC856EBA4C2}"/>
              </a:ext>
            </a:extLst>
          </p:cNvPr>
          <p:cNvSpPr>
            <a:spLocks noGrp="1"/>
          </p:cNvSpPr>
          <p:nvPr>
            <p:ph type="title"/>
          </p:nvPr>
        </p:nvSpPr>
        <p:spPr>
          <a:xfrm>
            <a:off x="1109980" y="4208424"/>
            <a:ext cx="9966960" cy="1325880"/>
          </a:xfrm>
        </p:spPr>
        <p:txBody>
          <a:bodyPr vert="horz" lIns="91440" tIns="45720" rIns="91440" bIns="45720" rtlCol="0" anchor="b">
            <a:normAutofit/>
          </a:bodyPr>
          <a:lstStyle/>
          <a:p>
            <a:pPr algn="ctr">
              <a:lnSpc>
                <a:spcPct val="85000"/>
              </a:lnSpc>
            </a:pPr>
            <a:r>
              <a:rPr lang="en-US" sz="3100" b="1" cap="all" dirty="0">
                <a:solidFill>
                  <a:srgbClr val="FFFFFF"/>
                </a:solidFill>
              </a:rPr>
              <a:t>2.3 . Inward Orientation Growth Strategies </a:t>
            </a:r>
            <a:br>
              <a:rPr lang="en-US" sz="3100" b="1" cap="all" dirty="0">
                <a:solidFill>
                  <a:srgbClr val="FFFFFF"/>
                </a:solidFill>
              </a:rPr>
            </a:br>
            <a:br>
              <a:rPr lang="en-US" sz="3100" b="1" cap="all" dirty="0">
                <a:solidFill>
                  <a:srgbClr val="FFFFFF"/>
                </a:solidFill>
              </a:rPr>
            </a:br>
            <a:r>
              <a:rPr lang="en-US" sz="3100" b="1" i="1" cap="all" dirty="0">
                <a:solidFill>
                  <a:srgbClr val="FFFFFF"/>
                </a:solidFill>
              </a:rPr>
              <a:t>Government assistance </a:t>
            </a:r>
          </a:p>
        </p:txBody>
      </p:sp>
      <p:pic>
        <p:nvPicPr>
          <p:cNvPr id="5" name="Picture 4" descr="Close-up of several signs on a rack&#10;&#10;AI-generated content may be incorrect.">
            <a:extLst>
              <a:ext uri="{FF2B5EF4-FFF2-40B4-BE49-F238E27FC236}">
                <a16:creationId xmlns:a16="http://schemas.microsoft.com/office/drawing/2014/main" id="{D81053C5-B0D4-81B6-983B-E09770BAC483}"/>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8876" r="1" b="35434"/>
          <a:stretch>
            <a:fillRect/>
          </a:stretch>
        </p:blipFill>
        <p:spPr>
          <a:xfrm>
            <a:off x="243840" y="256540"/>
            <a:ext cx="11704320" cy="3764276"/>
          </a:xfrm>
          <a:prstGeom prst="rect">
            <a:avLst/>
          </a:prstGeom>
        </p:spPr>
      </p:pic>
      <p:sp>
        <p:nvSpPr>
          <p:cNvPr id="4" name="Slide Number Placeholder 3">
            <a:extLst>
              <a:ext uri="{FF2B5EF4-FFF2-40B4-BE49-F238E27FC236}">
                <a16:creationId xmlns:a16="http://schemas.microsoft.com/office/drawing/2014/main" id="{A654B22C-DF55-468C-9969-D6FB67FC1B16}"/>
              </a:ext>
            </a:extLst>
          </p:cNvPr>
          <p:cNvSpPr>
            <a:spLocks noGrp="1"/>
          </p:cNvSpPr>
          <p:nvPr>
            <p:ph type="sldNum" sz="quarter" idx="12"/>
          </p:nvPr>
        </p:nvSpPr>
        <p:spPr>
          <a:xfrm>
            <a:off x="9329530" y="6223828"/>
            <a:ext cx="1706217" cy="365125"/>
          </a:xfrm>
        </p:spPr>
        <p:txBody>
          <a:bodyPr vert="horz" lIns="91440" tIns="45720" rIns="91440" bIns="45720" rtlCol="0" anchor="ctr">
            <a:normAutofit/>
          </a:bodyPr>
          <a:lstStyle/>
          <a:p>
            <a:pPr defTabSz="914400">
              <a:spcAft>
                <a:spcPts val="600"/>
              </a:spcAft>
              <a:defRPr/>
            </a:pPr>
            <a:fld id="{12435390-808E-496C-9001-512058A0016E}" type="slidenum">
              <a:rPr lang="en-US" altLang="en-US">
                <a:solidFill>
                  <a:srgbClr val="FFFFFF"/>
                </a:solidFill>
              </a:rPr>
              <a:pPr defTabSz="914400">
                <a:spcAft>
                  <a:spcPts val="600"/>
                </a:spcAft>
                <a:defRPr/>
              </a:pPr>
              <a:t>31</a:t>
            </a:fld>
            <a:endParaRPr lang="en-US" altLang="en-US" dirty="0">
              <a:solidFill>
                <a:srgbClr val="FFFFFF"/>
              </a:solidFill>
            </a:endParaRPr>
          </a:p>
        </p:txBody>
      </p:sp>
    </p:spTree>
    <p:extLst>
      <p:ext uri="{BB962C8B-B14F-4D97-AF65-F5344CB8AC3E}">
        <p14:creationId xmlns:p14="http://schemas.microsoft.com/office/powerpoint/2010/main" val="12217822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7DB93-0833-4640-A4DD-043B78D00269}"/>
              </a:ext>
            </a:extLst>
          </p:cNvPr>
          <p:cNvSpPr>
            <a:spLocks noGrp="1"/>
          </p:cNvSpPr>
          <p:nvPr>
            <p:ph type="title"/>
          </p:nvPr>
        </p:nvSpPr>
        <p:spPr/>
        <p:txBody>
          <a:bodyPr/>
          <a:lstStyle/>
          <a:p>
            <a:r>
              <a:rPr lang="en-GB" dirty="0"/>
              <a:t>2.4 . Govt assistance scheme </a:t>
            </a:r>
          </a:p>
        </p:txBody>
      </p:sp>
      <p:sp>
        <p:nvSpPr>
          <p:cNvPr id="5" name="Slide Number Placeholder 4">
            <a:extLst>
              <a:ext uri="{FF2B5EF4-FFF2-40B4-BE49-F238E27FC236}">
                <a16:creationId xmlns:a16="http://schemas.microsoft.com/office/drawing/2014/main" id="{24F59229-7722-4A20-A8A0-80DDDE161C66}"/>
              </a:ext>
            </a:extLst>
          </p:cNvPr>
          <p:cNvSpPr>
            <a:spLocks noGrp="1"/>
          </p:cNvSpPr>
          <p:nvPr>
            <p:ph type="sldNum" sz="quarter" idx="12"/>
          </p:nvPr>
        </p:nvSpPr>
        <p:spPr/>
        <p:txBody>
          <a:bodyPr/>
          <a:lstStyle/>
          <a:p>
            <a:pPr>
              <a:defRPr/>
            </a:pPr>
            <a:fld id="{58ACFF92-4814-4263-A32E-C81EDC494371}" type="slidenum">
              <a:rPr lang="en-US" altLang="en-US" smtClean="0"/>
              <a:pPr>
                <a:defRPr/>
              </a:pPr>
              <a:t>32</a:t>
            </a:fld>
            <a:endParaRPr lang="en-US" altLang="en-US" dirty="0"/>
          </a:p>
        </p:txBody>
      </p:sp>
      <p:grpSp>
        <p:nvGrpSpPr>
          <p:cNvPr id="6" name="Group 1027">
            <a:extLst>
              <a:ext uri="{FF2B5EF4-FFF2-40B4-BE49-F238E27FC236}">
                <a16:creationId xmlns:a16="http://schemas.microsoft.com/office/drawing/2014/main" id="{71ADCF91-2292-4B54-A374-64B816114C96}"/>
              </a:ext>
            </a:extLst>
          </p:cNvPr>
          <p:cNvGrpSpPr>
            <a:grpSpLocks/>
          </p:cNvGrpSpPr>
          <p:nvPr/>
        </p:nvGrpSpPr>
        <p:grpSpPr bwMode="auto">
          <a:xfrm>
            <a:off x="4800600" y="1295400"/>
            <a:ext cx="7154160" cy="4302000"/>
            <a:chOff x="720" y="1248"/>
            <a:chExt cx="4512" cy="2640"/>
          </a:xfrm>
          <a:noFill/>
        </p:grpSpPr>
        <p:sp>
          <p:nvSpPr>
            <p:cNvPr id="7" name="AutoShape 1028">
              <a:extLst>
                <a:ext uri="{FF2B5EF4-FFF2-40B4-BE49-F238E27FC236}">
                  <a16:creationId xmlns:a16="http://schemas.microsoft.com/office/drawing/2014/main" id="{269BA992-AA60-42A2-832B-335D347D03A3}"/>
                </a:ext>
              </a:extLst>
            </p:cNvPr>
            <p:cNvSpPr>
              <a:spLocks noChangeArrowheads="1"/>
            </p:cNvSpPr>
            <p:nvPr/>
          </p:nvSpPr>
          <p:spPr bwMode="auto">
            <a:xfrm>
              <a:off x="2256" y="2160"/>
              <a:ext cx="1584" cy="720"/>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2000" dirty="0">
                  <a:latin typeface="Comic Sans MS" panose="030F0702030302020204" pitchFamily="66" charset="0"/>
                </a:rPr>
                <a:t>Government </a:t>
              </a:r>
            </a:p>
            <a:p>
              <a:pPr algn="ctr">
                <a:spcBef>
                  <a:spcPct val="0"/>
                </a:spcBef>
                <a:buClrTx/>
                <a:buNone/>
                <a:defRPr/>
              </a:pPr>
              <a:r>
                <a:rPr kumimoji="0" lang="en-US" altLang="en-US" sz="2000" dirty="0">
                  <a:latin typeface="Comic Sans MS" panose="030F0702030302020204" pitchFamily="66" charset="0"/>
                </a:rPr>
                <a:t>payment to a </a:t>
              </a:r>
            </a:p>
            <a:p>
              <a:pPr algn="ctr">
                <a:spcBef>
                  <a:spcPct val="0"/>
                </a:spcBef>
                <a:buClrTx/>
                <a:buNone/>
                <a:defRPr/>
              </a:pPr>
              <a:r>
                <a:rPr kumimoji="0" lang="en-US" altLang="en-US" sz="2000" dirty="0">
                  <a:latin typeface="Comic Sans MS" panose="030F0702030302020204" pitchFamily="66" charset="0"/>
                </a:rPr>
                <a:t>domestic producer</a:t>
              </a:r>
            </a:p>
          </p:txBody>
        </p:sp>
        <p:sp>
          <p:nvSpPr>
            <p:cNvPr id="8" name="AutoShape 1029">
              <a:extLst>
                <a:ext uri="{FF2B5EF4-FFF2-40B4-BE49-F238E27FC236}">
                  <a16:creationId xmlns:a16="http://schemas.microsoft.com/office/drawing/2014/main" id="{6955FE37-4B87-42E7-8F02-00C815BD0DF5}"/>
                </a:ext>
              </a:extLst>
            </p:cNvPr>
            <p:cNvSpPr>
              <a:spLocks noChangeArrowheads="1"/>
            </p:cNvSpPr>
            <p:nvPr/>
          </p:nvSpPr>
          <p:spPr bwMode="auto">
            <a:xfrm>
              <a:off x="720" y="2256"/>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Cash Grants</a:t>
              </a:r>
            </a:p>
          </p:txBody>
        </p:sp>
        <p:sp>
          <p:nvSpPr>
            <p:cNvPr id="9" name="AutoShape 1030">
              <a:extLst>
                <a:ext uri="{FF2B5EF4-FFF2-40B4-BE49-F238E27FC236}">
                  <a16:creationId xmlns:a16="http://schemas.microsoft.com/office/drawing/2014/main" id="{ACB51B5C-668E-4537-B56F-24C5F658F994}"/>
                </a:ext>
              </a:extLst>
            </p:cNvPr>
            <p:cNvSpPr>
              <a:spLocks noChangeArrowheads="1"/>
            </p:cNvSpPr>
            <p:nvPr/>
          </p:nvSpPr>
          <p:spPr bwMode="auto">
            <a:xfrm>
              <a:off x="2592" y="1248"/>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Tax Breaks</a:t>
              </a:r>
            </a:p>
          </p:txBody>
        </p:sp>
        <p:sp>
          <p:nvSpPr>
            <p:cNvPr id="10" name="AutoShape 1031">
              <a:extLst>
                <a:ext uri="{FF2B5EF4-FFF2-40B4-BE49-F238E27FC236}">
                  <a16:creationId xmlns:a16="http://schemas.microsoft.com/office/drawing/2014/main" id="{979650AB-FA96-4E7B-807C-130881DD7384}"/>
                </a:ext>
              </a:extLst>
            </p:cNvPr>
            <p:cNvSpPr>
              <a:spLocks noChangeArrowheads="1"/>
            </p:cNvSpPr>
            <p:nvPr/>
          </p:nvSpPr>
          <p:spPr bwMode="auto">
            <a:xfrm>
              <a:off x="4320" y="2208"/>
              <a:ext cx="912" cy="528"/>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Low Interest</a:t>
              </a:r>
            </a:p>
            <a:p>
              <a:pPr algn="ctr">
                <a:spcBef>
                  <a:spcPct val="0"/>
                </a:spcBef>
                <a:buClrTx/>
                <a:buNone/>
                <a:defRPr/>
              </a:pPr>
              <a:r>
                <a:rPr kumimoji="0" lang="en-US" altLang="en-US" sz="1800" dirty="0">
                  <a:latin typeface="Comic Sans MS" panose="030F0702030302020204" pitchFamily="66" charset="0"/>
                </a:rPr>
                <a:t>Loans</a:t>
              </a:r>
            </a:p>
          </p:txBody>
        </p:sp>
        <p:sp>
          <p:nvSpPr>
            <p:cNvPr id="11" name="AutoShape 1032">
              <a:extLst>
                <a:ext uri="{FF2B5EF4-FFF2-40B4-BE49-F238E27FC236}">
                  <a16:creationId xmlns:a16="http://schemas.microsoft.com/office/drawing/2014/main" id="{356E719C-64A5-4797-A11B-E15BF1806A56}"/>
                </a:ext>
              </a:extLst>
            </p:cNvPr>
            <p:cNvSpPr>
              <a:spLocks noChangeArrowheads="1"/>
            </p:cNvSpPr>
            <p:nvPr/>
          </p:nvSpPr>
          <p:spPr bwMode="auto">
            <a:xfrm>
              <a:off x="2544" y="3264"/>
              <a:ext cx="1008" cy="624"/>
            </a:xfrm>
            <a:prstGeom prst="roundRect">
              <a:avLst>
                <a:gd name="adj" fmla="val 16667"/>
              </a:avLst>
            </a:prstGeom>
            <a:grpFill/>
            <a:ln w="9525">
              <a:solidFill>
                <a:schemeClr val="tx1"/>
              </a:solidFill>
              <a:round/>
              <a:headEnd/>
              <a:tailEnd/>
            </a:ln>
          </p:spPr>
          <p:txBody>
            <a:bodyPr wrap="none" anchor="ctr">
              <a:flatTx/>
            </a:bodyPr>
            <a:lstStyle>
              <a:lvl1pPr>
                <a:spcBef>
                  <a:spcPct val="20000"/>
                </a:spcBef>
                <a:buClr>
                  <a:schemeClr val="accent2"/>
                </a:buClr>
                <a:buFont typeface="Monotype Sorts" pitchFamily="2" charset="2"/>
                <a:buChar char="z"/>
                <a:defRPr kumimoji="1" sz="3200">
                  <a:solidFill>
                    <a:schemeClr val="tx1"/>
                  </a:solidFill>
                  <a:latin typeface="Tahoma" panose="020B0604030504040204" pitchFamily="34" charset="0"/>
                </a:defRPr>
              </a:lvl1pPr>
              <a:lvl2pPr marL="742950" indent="-285750">
                <a:spcBef>
                  <a:spcPct val="20000"/>
                </a:spcBef>
                <a:buClr>
                  <a:schemeClr val="accent2"/>
                </a:buClr>
                <a:buFont typeface="Monotype Sorts" pitchFamily="2" charset="2"/>
                <a:buChar char="y"/>
                <a:defRPr kumimoji="1" sz="2800">
                  <a:solidFill>
                    <a:schemeClr val="tx1"/>
                  </a:solidFill>
                  <a:latin typeface="Tahoma" panose="020B0604030504040204" pitchFamily="34" charset="0"/>
                </a:defRPr>
              </a:lvl2pPr>
              <a:lvl3pPr marL="1143000" indent="-228600">
                <a:spcBef>
                  <a:spcPct val="20000"/>
                </a:spcBef>
                <a:buClr>
                  <a:schemeClr val="accent2"/>
                </a:buClr>
                <a:buFont typeface="Monotype Sorts" pitchFamily="2" charset="2"/>
                <a:buChar char="x"/>
                <a:defRPr kumimoji="1" sz="2400">
                  <a:solidFill>
                    <a:schemeClr val="tx1"/>
                  </a:solidFill>
                  <a:latin typeface="Tahoma" panose="020B0604030504040204" pitchFamily="34" charset="0"/>
                </a:defRPr>
              </a:lvl3pPr>
              <a:lvl4pPr marL="1600200" indent="-228600">
                <a:spcBef>
                  <a:spcPct val="20000"/>
                </a:spcBef>
                <a:buClr>
                  <a:schemeClr val="accent2"/>
                </a:buClr>
                <a:buChar char="•"/>
                <a:defRPr kumimoji="1" sz="2000">
                  <a:solidFill>
                    <a:schemeClr val="tx1"/>
                  </a:solidFill>
                  <a:latin typeface="Tahoma" panose="020B0604030504040204" pitchFamily="34" charset="0"/>
                </a:defRPr>
              </a:lvl4pPr>
              <a:lvl5pPr marL="2057400" indent="-228600">
                <a:spcBef>
                  <a:spcPct val="20000"/>
                </a:spcBef>
                <a:buClr>
                  <a:schemeClr val="accent2"/>
                </a:buClr>
                <a:buChar char="–"/>
                <a:defRPr kumimoji="1" sz="2000">
                  <a:solidFill>
                    <a:schemeClr val="tx1"/>
                  </a:solidFill>
                  <a:latin typeface="Tahoma" panose="020B0604030504040204" pitchFamily="34" charset="0"/>
                </a:defRPr>
              </a:lvl5pPr>
              <a:lvl6pPr marL="25146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6pPr>
              <a:lvl7pPr marL="29718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7pPr>
              <a:lvl8pPr marL="34290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8pPr>
              <a:lvl9pPr marL="3886200" indent="-228600" eaLnBrk="0" fontAlgn="base" hangingPunct="0">
                <a:spcBef>
                  <a:spcPct val="20000"/>
                </a:spcBef>
                <a:spcAft>
                  <a:spcPct val="0"/>
                </a:spcAft>
                <a:buClr>
                  <a:schemeClr val="accent2"/>
                </a:buClr>
                <a:buChar char="–"/>
                <a:defRPr kumimoji="1" sz="2000">
                  <a:solidFill>
                    <a:schemeClr val="tx1"/>
                  </a:solidFill>
                  <a:latin typeface="Tahoma" panose="020B0604030504040204" pitchFamily="34" charset="0"/>
                </a:defRPr>
              </a:lvl9pPr>
            </a:lstStyle>
            <a:p>
              <a:pPr algn="ctr">
                <a:spcBef>
                  <a:spcPct val="0"/>
                </a:spcBef>
                <a:buClrTx/>
                <a:buNone/>
                <a:defRPr/>
              </a:pPr>
              <a:r>
                <a:rPr kumimoji="0" lang="en-US" altLang="en-US" sz="1800" dirty="0">
                  <a:latin typeface="Comic Sans MS" panose="030F0702030302020204" pitchFamily="66" charset="0"/>
                </a:rPr>
                <a:t>Government</a:t>
              </a:r>
            </a:p>
            <a:p>
              <a:pPr algn="ctr">
                <a:spcBef>
                  <a:spcPct val="0"/>
                </a:spcBef>
                <a:buClrTx/>
                <a:buNone/>
                <a:defRPr/>
              </a:pPr>
              <a:r>
                <a:rPr kumimoji="0" lang="en-US" altLang="en-US" sz="1800" dirty="0">
                  <a:latin typeface="Comic Sans MS" panose="030F0702030302020204" pitchFamily="66" charset="0"/>
                </a:rPr>
                <a:t>Equity</a:t>
              </a:r>
            </a:p>
            <a:p>
              <a:pPr algn="ctr">
                <a:spcBef>
                  <a:spcPct val="0"/>
                </a:spcBef>
                <a:buClrTx/>
                <a:buNone/>
                <a:defRPr/>
              </a:pPr>
              <a:r>
                <a:rPr kumimoji="0" lang="en-US" altLang="en-US" sz="1800" dirty="0">
                  <a:latin typeface="Comic Sans MS" panose="030F0702030302020204" pitchFamily="66" charset="0"/>
                </a:rPr>
                <a:t>Participation</a:t>
              </a:r>
            </a:p>
          </p:txBody>
        </p:sp>
        <p:sp>
          <p:nvSpPr>
            <p:cNvPr id="12" name="Line 1033">
              <a:extLst>
                <a:ext uri="{FF2B5EF4-FFF2-40B4-BE49-F238E27FC236}">
                  <a16:creationId xmlns:a16="http://schemas.microsoft.com/office/drawing/2014/main" id="{1473765D-EBD9-49F5-9222-AED6BF86ACDE}"/>
                </a:ext>
              </a:extLst>
            </p:cNvPr>
            <p:cNvSpPr>
              <a:spLocks noChangeShapeType="1"/>
            </p:cNvSpPr>
            <p:nvPr/>
          </p:nvSpPr>
          <p:spPr bwMode="auto">
            <a:xfrm>
              <a:off x="3072" y="2976"/>
              <a:ext cx="0" cy="24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3" name="Line 1034">
              <a:extLst>
                <a:ext uri="{FF2B5EF4-FFF2-40B4-BE49-F238E27FC236}">
                  <a16:creationId xmlns:a16="http://schemas.microsoft.com/office/drawing/2014/main" id="{39FA359B-6DD5-40E7-BB2A-B4613A3B4979}"/>
                </a:ext>
              </a:extLst>
            </p:cNvPr>
            <p:cNvSpPr>
              <a:spLocks noChangeShapeType="1"/>
            </p:cNvSpPr>
            <p:nvPr/>
          </p:nvSpPr>
          <p:spPr bwMode="auto">
            <a:xfrm flipV="1">
              <a:off x="3072" y="1872"/>
              <a:ext cx="0" cy="24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4" name="Line 1035">
              <a:extLst>
                <a:ext uri="{FF2B5EF4-FFF2-40B4-BE49-F238E27FC236}">
                  <a16:creationId xmlns:a16="http://schemas.microsoft.com/office/drawing/2014/main" id="{E5A2ABBC-21FC-4F85-9EAA-4AF57B47E04A}"/>
                </a:ext>
              </a:extLst>
            </p:cNvPr>
            <p:cNvSpPr>
              <a:spLocks noChangeShapeType="1"/>
            </p:cNvSpPr>
            <p:nvPr/>
          </p:nvSpPr>
          <p:spPr bwMode="auto">
            <a:xfrm>
              <a:off x="3936" y="2496"/>
              <a:ext cx="336" cy="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sp>
          <p:nvSpPr>
            <p:cNvPr id="15" name="Line 1036">
              <a:extLst>
                <a:ext uri="{FF2B5EF4-FFF2-40B4-BE49-F238E27FC236}">
                  <a16:creationId xmlns:a16="http://schemas.microsoft.com/office/drawing/2014/main" id="{D91C1D1C-04FF-4F3C-91A9-296819309530}"/>
                </a:ext>
              </a:extLst>
            </p:cNvPr>
            <p:cNvSpPr>
              <a:spLocks noChangeShapeType="1"/>
            </p:cNvSpPr>
            <p:nvPr/>
          </p:nvSpPr>
          <p:spPr bwMode="auto">
            <a:xfrm flipH="1">
              <a:off x="1776" y="2544"/>
              <a:ext cx="384" cy="0"/>
            </a:xfrm>
            <a:prstGeom prst="line">
              <a:avLst/>
            </a:prstGeom>
            <a:grpFill/>
            <a:ln w="38100">
              <a:solidFill>
                <a:schemeClr val="tx1"/>
              </a:solidFill>
              <a:round/>
              <a:headEnd/>
              <a:tailEnd type="triangle" w="med" len="med"/>
            </a:ln>
          </p:spPr>
          <p:txBody>
            <a:bodyPr wrap="none" anchor="ctr">
              <a:flatTx/>
            </a:bodyPr>
            <a:lstStyle/>
            <a:p>
              <a:pPr>
                <a:defRPr/>
              </a:pPr>
              <a:endParaRPr lang="en-GB" dirty="0"/>
            </a:p>
          </p:txBody>
        </p:sp>
      </p:grpSp>
      <mc:AlternateContent xmlns:mc="http://schemas.openxmlformats.org/markup-compatibility/2006" xmlns:p14="http://schemas.microsoft.com/office/powerpoint/2010/main">
        <mc:Choice Requires="p14">
          <p:contentPart p14:bwMode="auto" r:id="rId2">
            <p14:nvContentPartPr>
              <p14:cNvPr id="16" name="Ink 15">
                <a:extLst>
                  <a:ext uri="{FF2B5EF4-FFF2-40B4-BE49-F238E27FC236}">
                    <a16:creationId xmlns:a16="http://schemas.microsoft.com/office/drawing/2014/main" id="{79F0A7EE-5744-4C3C-9468-6F13B0AF8AEB}"/>
                  </a:ext>
                </a:extLst>
              </p14:cNvPr>
              <p14:cNvContentPartPr/>
              <p14:nvPr/>
            </p14:nvContentPartPr>
            <p14:xfrm>
              <a:off x="9699050" y="6253081"/>
              <a:ext cx="8640" cy="41400"/>
            </p14:xfrm>
          </p:contentPart>
        </mc:Choice>
        <mc:Fallback xmlns="">
          <p:pic>
            <p:nvPicPr>
              <p:cNvPr id="16" name="Ink 15">
                <a:extLst>
                  <a:ext uri="{FF2B5EF4-FFF2-40B4-BE49-F238E27FC236}">
                    <a16:creationId xmlns:a16="http://schemas.microsoft.com/office/drawing/2014/main" id="{79F0A7EE-5744-4C3C-9468-6F13B0AF8AEB}"/>
                  </a:ext>
                </a:extLst>
              </p:cNvPr>
              <p:cNvPicPr/>
              <p:nvPr/>
            </p:nvPicPr>
            <p:blipFill>
              <a:blip r:embed="rId8"/>
              <a:stretch>
                <a:fillRect/>
              </a:stretch>
            </p:blipFill>
            <p:spPr>
              <a:xfrm>
                <a:off x="9690050" y="6244441"/>
                <a:ext cx="26280" cy="59040"/>
              </a:xfrm>
              <a:prstGeom prst="rect">
                <a:avLst/>
              </a:prstGeom>
            </p:spPr>
          </p:pic>
        </mc:Fallback>
      </mc:AlternateContent>
      <p:pic>
        <p:nvPicPr>
          <p:cNvPr id="19" name="Graphic 18">
            <a:extLst>
              <a:ext uri="{FF2B5EF4-FFF2-40B4-BE49-F238E27FC236}">
                <a16:creationId xmlns:a16="http://schemas.microsoft.com/office/drawing/2014/main" id="{DE735887-F88D-FB4F-FD51-7F856A51776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 uri="{837473B0-CC2E-450A-ABE3-18F120FF3D39}">
                <a1611:picAttrSrcUrl xmlns:a1611="http://schemas.microsoft.com/office/drawing/2016/11/main" r:id="rId10"/>
              </a:ext>
            </a:extLst>
          </a:blip>
          <a:stretch>
            <a:fillRect/>
          </a:stretch>
        </p:blipFill>
        <p:spPr>
          <a:xfrm>
            <a:off x="618519" y="1600200"/>
            <a:ext cx="3651709" cy="2821678"/>
          </a:xfrm>
          <a:prstGeom prst="rect">
            <a:avLst/>
          </a:prstGeom>
        </p:spPr>
      </p:pic>
    </p:spTree>
    <p:extLst>
      <p:ext uri="{BB962C8B-B14F-4D97-AF65-F5344CB8AC3E}">
        <p14:creationId xmlns:p14="http://schemas.microsoft.com/office/powerpoint/2010/main" val="28038094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171A1-0DFE-45AD-ADC7-6FF433BBB990}"/>
              </a:ext>
            </a:extLst>
          </p:cNvPr>
          <p:cNvSpPr>
            <a:spLocks noGrp="1"/>
          </p:cNvSpPr>
          <p:nvPr>
            <p:ph type="title"/>
          </p:nvPr>
        </p:nvSpPr>
        <p:spPr/>
        <p:txBody>
          <a:bodyPr>
            <a:normAutofit/>
          </a:bodyPr>
          <a:lstStyle/>
          <a:p>
            <a:pPr algn="l"/>
            <a:r>
              <a:rPr lang="en-GB" dirty="0"/>
              <a:t>2.4.1 . Arguments government funding and assistance </a:t>
            </a:r>
          </a:p>
        </p:txBody>
      </p:sp>
      <p:sp>
        <p:nvSpPr>
          <p:cNvPr id="4" name="Slide Number Placeholder 3">
            <a:extLst>
              <a:ext uri="{FF2B5EF4-FFF2-40B4-BE49-F238E27FC236}">
                <a16:creationId xmlns:a16="http://schemas.microsoft.com/office/drawing/2014/main" id="{86E6F892-4F77-426F-A7BF-66BD2612EB29}"/>
              </a:ext>
            </a:extLst>
          </p:cNvPr>
          <p:cNvSpPr>
            <a:spLocks noGrp="1"/>
          </p:cNvSpPr>
          <p:nvPr>
            <p:ph type="sldNum" sz="quarter" idx="12"/>
          </p:nvPr>
        </p:nvSpPr>
        <p:spPr/>
        <p:txBody>
          <a:bodyPr/>
          <a:lstStyle/>
          <a:p>
            <a:pPr>
              <a:defRPr/>
            </a:pPr>
            <a:fld id="{12435390-808E-496C-9001-512058A0016E}" type="slidenum">
              <a:rPr lang="en-US" altLang="en-US" smtClean="0"/>
              <a:pPr>
                <a:defRPr/>
              </a:pPr>
              <a:t>33</a:t>
            </a:fld>
            <a:endParaRPr lang="en-US" altLang="en-US" dirty="0"/>
          </a:p>
        </p:txBody>
      </p:sp>
      <p:sp>
        <p:nvSpPr>
          <p:cNvPr id="6" name="TextBox 5">
            <a:extLst>
              <a:ext uri="{FF2B5EF4-FFF2-40B4-BE49-F238E27FC236}">
                <a16:creationId xmlns:a16="http://schemas.microsoft.com/office/drawing/2014/main" id="{D9283789-09BD-49FD-8C7D-CE669CD602D3}"/>
              </a:ext>
            </a:extLst>
          </p:cNvPr>
          <p:cNvSpPr txBox="1"/>
          <p:nvPr/>
        </p:nvSpPr>
        <p:spPr>
          <a:xfrm>
            <a:off x="4572000" y="2075000"/>
            <a:ext cx="7315200" cy="5016758"/>
          </a:xfrm>
          <a:prstGeom prst="rect">
            <a:avLst/>
          </a:prstGeom>
          <a:noFill/>
        </p:spPr>
        <p:txBody>
          <a:bodyPr wrap="square" rtlCol="0">
            <a:spAutoFit/>
          </a:bodyPr>
          <a:lstStyle/>
          <a:p>
            <a:pPr marL="742950" lvl="1" indent="-285750">
              <a:buFont typeface="Arial" panose="020B0604020202020204" pitchFamily="34" charset="0"/>
              <a:buChar char="•"/>
            </a:pPr>
            <a:r>
              <a:rPr lang="en-GB" sz="3200" dirty="0"/>
              <a:t>High cash grants and subsidy = </a:t>
            </a:r>
            <a:r>
              <a:rPr lang="en-GB" sz="3200" dirty="0">
                <a:highlight>
                  <a:srgbClr val="FFFF00"/>
                </a:highlight>
              </a:rPr>
              <a:t>high government spending (G rises) </a:t>
            </a:r>
          </a:p>
          <a:p>
            <a:pPr marL="742950" lvl="1" indent="-285750">
              <a:buFont typeface="Arial" panose="020B0604020202020204" pitchFamily="34" charset="0"/>
              <a:buChar char="•"/>
            </a:pPr>
            <a:r>
              <a:rPr lang="en-GB" sz="3200" dirty="0"/>
              <a:t>Low taxes or tax credit for firms (T falls)  </a:t>
            </a:r>
          </a:p>
          <a:p>
            <a:pPr marL="742950" lvl="1" indent="-285750">
              <a:buFont typeface="Arial" panose="020B0604020202020204" pitchFamily="34" charset="0"/>
              <a:buChar char="•"/>
            </a:pPr>
            <a:r>
              <a:rPr lang="en-GB" sz="3200" dirty="0">
                <a:solidFill>
                  <a:srgbClr val="FF0000"/>
                </a:solidFill>
              </a:rPr>
              <a:t>Budget deficit </a:t>
            </a:r>
          </a:p>
          <a:p>
            <a:pPr marL="742950" lvl="1" indent="-285750">
              <a:buFont typeface="Arial" panose="020B0604020202020204" pitchFamily="34" charset="0"/>
              <a:buChar char="•"/>
            </a:pPr>
            <a:r>
              <a:rPr lang="en-GB" sz="3200" dirty="0"/>
              <a:t>Note: Impact on  government’s  budget (= T – G)   as T falls, G rises </a:t>
            </a:r>
          </a:p>
          <a:p>
            <a:pPr marL="742950" lvl="1" indent="-285750">
              <a:buFont typeface="Arial" panose="020B0604020202020204" pitchFamily="34" charset="0"/>
              <a:buChar char="•"/>
            </a:pPr>
            <a:r>
              <a:rPr lang="en-GB" sz="3200" dirty="0"/>
              <a:t>Corruption ? Red tapes? </a:t>
            </a:r>
            <a:br>
              <a:rPr lang="en-GB" sz="3200" dirty="0"/>
            </a:br>
            <a:endParaRPr lang="en-GB" sz="3200" dirty="0"/>
          </a:p>
          <a:p>
            <a:pPr lvl="1"/>
            <a:r>
              <a:rPr lang="en-GB" sz="3200" dirty="0"/>
              <a:t> </a:t>
            </a:r>
          </a:p>
        </p:txBody>
      </p:sp>
      <p:sp>
        <p:nvSpPr>
          <p:cNvPr id="5" name="Text Placeholder 2">
            <a:extLst>
              <a:ext uri="{FF2B5EF4-FFF2-40B4-BE49-F238E27FC236}">
                <a16:creationId xmlns:a16="http://schemas.microsoft.com/office/drawing/2014/main" id="{A086BD71-C93A-4DBA-8C57-2C0A1E210611}"/>
              </a:ext>
            </a:extLst>
          </p:cNvPr>
          <p:cNvSpPr txBox="1">
            <a:spLocks/>
          </p:cNvSpPr>
          <p:nvPr/>
        </p:nvSpPr>
        <p:spPr bwMode="auto">
          <a:xfrm>
            <a:off x="5105400" y="6017453"/>
            <a:ext cx="7543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defTabSz="914400" eaLnBrk="1" hangingPunct="1">
              <a:defRPr/>
            </a:pPr>
            <a:r>
              <a:rPr lang="en-GB" dirty="0">
                <a:solidFill>
                  <a:schemeClr val="tx1"/>
                </a:solidFill>
              </a:rPr>
              <a:t>Video Link: </a:t>
            </a:r>
            <a:r>
              <a:rPr lang="en-GB" dirty="0">
                <a:solidFill>
                  <a:schemeClr val="tx1"/>
                </a:solidFill>
                <a:hlinkClick r:id="rId2" tooltip="Share link">
                  <a:extLst>
                    <a:ext uri="{A12FA001-AC4F-418D-AE19-62706E023703}">
                      <ahyp:hlinkClr xmlns:ahyp="http://schemas.microsoft.com/office/drawing/2018/hyperlinkcolor" val="tx"/>
                    </a:ext>
                  </a:extLst>
                </a:hlinkClick>
              </a:rPr>
              <a:t>https://youtu.be/mnjgjdwo-Gc</a:t>
            </a:r>
            <a:endParaRPr lang="en-GB" dirty="0">
              <a:solidFill>
                <a:schemeClr val="tx1"/>
              </a:solidFill>
            </a:endParaRPr>
          </a:p>
        </p:txBody>
      </p:sp>
      <p:sp>
        <p:nvSpPr>
          <p:cNvPr id="7" name="Speech Bubble: Rectangle with Corners Rounded 6">
            <a:extLst>
              <a:ext uri="{FF2B5EF4-FFF2-40B4-BE49-F238E27FC236}">
                <a16:creationId xmlns:a16="http://schemas.microsoft.com/office/drawing/2014/main" id="{4E6698BE-D581-4D16-A9D0-6E59416250C1}"/>
              </a:ext>
            </a:extLst>
          </p:cNvPr>
          <p:cNvSpPr/>
          <p:nvPr/>
        </p:nvSpPr>
        <p:spPr>
          <a:xfrm>
            <a:off x="1524000" y="5895915"/>
            <a:ext cx="3276600" cy="1143000"/>
          </a:xfrm>
          <a:prstGeom prst="wedgeRoundRectCallout">
            <a:avLst>
              <a:gd name="adj1" fmla="val -45107"/>
              <a:gd name="adj2" fmla="val -7619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Case study : Latin America </a:t>
            </a:r>
            <a:endParaRPr lang="en-SG" dirty="0"/>
          </a:p>
        </p:txBody>
      </p:sp>
      <p:pic>
        <p:nvPicPr>
          <p:cNvPr id="8" name="Picture 7" descr="A green house with a dollar sign&#10;&#10;Description automatically generated">
            <a:extLst>
              <a:ext uri="{FF2B5EF4-FFF2-40B4-BE49-F238E27FC236}">
                <a16:creationId xmlns:a16="http://schemas.microsoft.com/office/drawing/2014/main" id="{9D6B5DF5-F390-8FBE-F848-9B65E2F2EF78}"/>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1905000" y="2095045"/>
            <a:ext cx="1985998" cy="3010355"/>
          </a:xfrm>
          <a:prstGeom prst="rect">
            <a:avLst/>
          </a:prstGeom>
        </p:spPr>
      </p:pic>
    </p:spTree>
    <p:extLst>
      <p:ext uri="{BB962C8B-B14F-4D97-AF65-F5344CB8AC3E}">
        <p14:creationId xmlns:p14="http://schemas.microsoft.com/office/powerpoint/2010/main" val="11804773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E428-0AA2-81E5-841A-F4B665DE4892}"/>
              </a:ext>
            </a:extLst>
          </p:cNvPr>
          <p:cNvSpPr>
            <a:spLocks noGrp="1"/>
          </p:cNvSpPr>
          <p:nvPr>
            <p:ph type="ctrTitle"/>
          </p:nvPr>
        </p:nvSpPr>
        <p:spPr/>
        <p:txBody>
          <a:bodyPr/>
          <a:lstStyle/>
          <a:p>
            <a:r>
              <a:rPr lang="en-SG" dirty="0"/>
              <a:t>A Quick summary </a:t>
            </a:r>
          </a:p>
        </p:txBody>
      </p:sp>
      <p:sp>
        <p:nvSpPr>
          <p:cNvPr id="3" name="Subtitle 2">
            <a:extLst>
              <a:ext uri="{FF2B5EF4-FFF2-40B4-BE49-F238E27FC236}">
                <a16:creationId xmlns:a16="http://schemas.microsoft.com/office/drawing/2014/main" id="{A1ED737E-6FB0-4F75-2A90-15B18976C454}"/>
              </a:ext>
            </a:extLst>
          </p:cNvPr>
          <p:cNvSpPr>
            <a:spLocks noGrp="1"/>
          </p:cNvSpPr>
          <p:nvPr>
            <p:ph type="subTitle" idx="1"/>
          </p:nvPr>
        </p:nvSpPr>
        <p:spPr/>
        <p:txBody>
          <a:bodyPr/>
          <a:lstStyle/>
          <a:p>
            <a:endParaRPr lang="en-SG" dirty="0"/>
          </a:p>
        </p:txBody>
      </p:sp>
      <p:sp>
        <p:nvSpPr>
          <p:cNvPr id="5" name="Slide Number Placeholder 4">
            <a:extLst>
              <a:ext uri="{FF2B5EF4-FFF2-40B4-BE49-F238E27FC236}">
                <a16:creationId xmlns:a16="http://schemas.microsoft.com/office/drawing/2014/main" id="{684F30EE-3983-D493-7B8D-03D2FE229489}"/>
              </a:ext>
            </a:extLst>
          </p:cNvPr>
          <p:cNvSpPr>
            <a:spLocks noGrp="1"/>
          </p:cNvSpPr>
          <p:nvPr>
            <p:ph type="sldNum" sz="quarter" idx="12"/>
          </p:nvPr>
        </p:nvSpPr>
        <p:spPr/>
        <p:txBody>
          <a:bodyPr/>
          <a:lstStyle/>
          <a:p>
            <a:pPr>
              <a:defRPr/>
            </a:pPr>
            <a:fld id="{7325DB18-2A95-42C9-A42F-9689D5553440}" type="slidenum">
              <a:rPr lang="en-US" altLang="en-US" smtClean="0"/>
              <a:pPr>
                <a:defRPr/>
              </a:pPr>
              <a:t>34</a:t>
            </a:fld>
            <a:endParaRPr lang="en-US" altLang="en-US" dirty="0"/>
          </a:p>
        </p:txBody>
      </p:sp>
      <p:graphicFrame>
        <p:nvGraphicFramePr>
          <p:cNvPr id="6" name="Diagram 5">
            <a:extLst>
              <a:ext uri="{FF2B5EF4-FFF2-40B4-BE49-F238E27FC236}">
                <a16:creationId xmlns:a16="http://schemas.microsoft.com/office/drawing/2014/main" id="{95D10F8A-0027-8CDC-71AC-CA9E5706C9BC}"/>
              </a:ext>
            </a:extLst>
          </p:cNvPr>
          <p:cNvGraphicFramePr/>
          <p:nvPr>
            <p:extLst>
              <p:ext uri="{D42A27DB-BD31-4B8C-83A1-F6EECF244321}">
                <p14:modId xmlns:p14="http://schemas.microsoft.com/office/powerpoint/2010/main" val="1980702284"/>
              </p:ext>
            </p:extLst>
          </p:nvPr>
        </p:nvGraphicFramePr>
        <p:xfrm>
          <a:off x="1156252" y="1905000"/>
          <a:ext cx="9920687" cy="5647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924811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BDA3488C-4067-4EE1-9581-4F6E912F97AA}"/>
              </a:ext>
            </a:extLst>
          </p:cNvPr>
          <p:cNvSpPr>
            <a:spLocks noGrp="1" noChangeArrowheads="1"/>
          </p:cNvSpPr>
          <p:nvPr>
            <p:ph type="title"/>
          </p:nvPr>
        </p:nvSpPr>
        <p:spPr>
          <a:xfrm>
            <a:off x="762001" y="2349925"/>
            <a:ext cx="3625610" cy="2456442"/>
          </a:xfrm>
        </p:spPr>
        <p:txBody>
          <a:bodyPr>
            <a:normAutofit fontScale="90000"/>
          </a:bodyPr>
          <a:lstStyle/>
          <a:p>
            <a:pPr>
              <a:defRPr/>
            </a:pPr>
            <a:r>
              <a:rPr lang="en-US" altLang="en-US" dirty="0">
                <a:solidFill>
                  <a:schemeClr val="tx1">
                    <a:lumMod val="75000"/>
                    <a:lumOff val="25000"/>
                  </a:schemeClr>
                </a:solidFill>
              </a:rPr>
              <a:t>Development Strategies : </a:t>
            </a:r>
            <a:br>
              <a:rPr lang="en-US" altLang="en-US" dirty="0">
                <a:solidFill>
                  <a:schemeClr val="tx1">
                    <a:lumMod val="75000"/>
                    <a:lumOff val="25000"/>
                  </a:schemeClr>
                </a:solidFill>
              </a:rPr>
            </a:br>
            <a:br>
              <a:rPr lang="en-US" altLang="en-US" dirty="0">
                <a:solidFill>
                  <a:schemeClr val="tx1">
                    <a:lumMod val="75000"/>
                    <a:lumOff val="25000"/>
                  </a:schemeClr>
                </a:solidFill>
              </a:rPr>
            </a:br>
            <a:r>
              <a:rPr lang="en-US" altLang="en-US" dirty="0">
                <a:solidFill>
                  <a:schemeClr val="tx1">
                    <a:lumMod val="75000"/>
                    <a:lumOff val="25000"/>
                  </a:schemeClr>
                </a:solidFill>
              </a:rPr>
              <a:t>Inward vs Outward </a:t>
            </a:r>
          </a:p>
        </p:txBody>
      </p:sp>
      <p:sp>
        <p:nvSpPr>
          <p:cNvPr id="5" name="Slide Number Placeholder 4">
            <a:extLst>
              <a:ext uri="{FF2B5EF4-FFF2-40B4-BE49-F238E27FC236}">
                <a16:creationId xmlns:a16="http://schemas.microsoft.com/office/drawing/2014/main" id="{685DF953-68D8-4014-B1F0-C3A718618947}"/>
              </a:ext>
            </a:extLst>
          </p:cNvPr>
          <p:cNvSpPr>
            <a:spLocks noGrp="1"/>
          </p:cNvSpPr>
          <p:nvPr>
            <p:ph type="sldNum" sz="quarter" idx="12"/>
          </p:nvPr>
        </p:nvSpPr>
        <p:spPr/>
        <p:txBody>
          <a:bodyPr/>
          <a:lstStyle/>
          <a:p>
            <a:pPr>
              <a:defRPr/>
            </a:pPr>
            <a:fld id="{3F58B4A4-1AA4-46D5-A719-CBB502BE0F04}" type="slidenum">
              <a:rPr lang="en-US" altLang="en-US" smtClean="0"/>
              <a:pPr>
                <a:defRPr/>
              </a:pPr>
              <a:t>35</a:t>
            </a:fld>
            <a:endParaRPr lang="en-US" altLang="en-US" dirty="0"/>
          </a:p>
        </p:txBody>
      </p:sp>
      <p:graphicFrame>
        <p:nvGraphicFramePr>
          <p:cNvPr id="2" name="Diagram 1">
            <a:extLst>
              <a:ext uri="{FF2B5EF4-FFF2-40B4-BE49-F238E27FC236}">
                <a16:creationId xmlns:a16="http://schemas.microsoft.com/office/drawing/2014/main" id="{C135019D-99AE-4343-B809-0AE1D28FC2F6}"/>
              </a:ext>
            </a:extLst>
          </p:cNvPr>
          <p:cNvGraphicFramePr/>
          <p:nvPr>
            <p:extLst>
              <p:ext uri="{D42A27DB-BD31-4B8C-83A1-F6EECF244321}">
                <p14:modId xmlns:p14="http://schemas.microsoft.com/office/powerpoint/2010/main" val="1293319137"/>
              </p:ext>
            </p:extLst>
          </p:nvPr>
        </p:nvGraphicFramePr>
        <p:xfrm>
          <a:off x="4307128" y="2027091"/>
          <a:ext cx="6994525" cy="4114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6BB67D54-9D06-2C79-9156-E43E624DAFEF}"/>
              </a:ext>
            </a:extLst>
          </p:cNvPr>
          <p:cNvSpPr txBox="1"/>
          <p:nvPr/>
        </p:nvSpPr>
        <p:spPr>
          <a:xfrm>
            <a:off x="685800" y="381000"/>
            <a:ext cx="10210800" cy="1508105"/>
          </a:xfrm>
          <a:prstGeom prst="rect">
            <a:avLst/>
          </a:prstGeom>
          <a:noFill/>
        </p:spPr>
        <p:txBody>
          <a:bodyPr wrap="square" rtlCol="0">
            <a:spAutoFit/>
          </a:bodyPr>
          <a:lstStyle/>
          <a:p>
            <a:r>
              <a:rPr lang="en-GB" dirty="0"/>
              <a:t>All in all, these inward orientation industries of the structuralist approach failed. </a:t>
            </a:r>
          </a:p>
          <a:p>
            <a:r>
              <a:rPr lang="en-GB" dirty="0"/>
              <a:t>Many researched showed the dismal economic performance of the </a:t>
            </a:r>
            <a:r>
              <a:rPr lang="en-GB" sz="2800" b="1" dirty="0"/>
              <a:t>Latin America economies </a:t>
            </a:r>
            <a:endParaRPr lang="en-GB" b="1" dirty="0"/>
          </a:p>
          <a:p>
            <a:r>
              <a:rPr lang="en-GB" dirty="0"/>
              <a:t>Now we consider the alternative – Outward Oriented approach which was adopted in the Asia economies </a:t>
            </a:r>
            <a:endParaRPr lang="en-SG" dirty="0"/>
          </a:p>
        </p:txBody>
      </p:sp>
      <p:pic>
        <p:nvPicPr>
          <p:cNvPr id="6" name="Graphic 5" descr="Thumbs Down with solid fill">
            <a:extLst>
              <a:ext uri="{FF2B5EF4-FFF2-40B4-BE49-F238E27FC236}">
                <a16:creationId xmlns:a16="http://schemas.microsoft.com/office/drawing/2014/main" id="{9F2C0CCF-7810-2340-FB8A-FDAA7FF0D06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69328" y="3782945"/>
            <a:ext cx="1138844" cy="1138844"/>
          </a:xfrm>
          <a:prstGeom prst="rect">
            <a:avLst/>
          </a:prstGeom>
        </p:spPr>
      </p:pic>
      <p:sp>
        <p:nvSpPr>
          <p:cNvPr id="3" name="TextBox 2">
            <a:extLst>
              <a:ext uri="{FF2B5EF4-FFF2-40B4-BE49-F238E27FC236}">
                <a16:creationId xmlns:a16="http://schemas.microsoft.com/office/drawing/2014/main" id="{A01ACC0D-13AD-0A11-C77E-B992D18BD8AD}"/>
              </a:ext>
            </a:extLst>
          </p:cNvPr>
          <p:cNvSpPr txBox="1"/>
          <p:nvPr/>
        </p:nvSpPr>
        <p:spPr>
          <a:xfrm>
            <a:off x="7964728" y="6081231"/>
            <a:ext cx="3429000" cy="369332"/>
          </a:xfrm>
          <a:prstGeom prst="rect">
            <a:avLst/>
          </a:prstGeom>
          <a:solidFill>
            <a:srgbClr val="C5D3FF"/>
          </a:solidFill>
        </p:spPr>
        <p:txBody>
          <a:bodyPr wrap="square" rtlCol="0">
            <a:spAutoFit/>
          </a:bodyPr>
          <a:lstStyle/>
          <a:p>
            <a:pPr algn="r"/>
            <a:r>
              <a:rPr lang="en-GB" dirty="0"/>
              <a:t>Topic 04 </a:t>
            </a:r>
            <a:endParaRPr lang="en-SG" dirty="0"/>
          </a:p>
        </p:txBody>
      </p:sp>
    </p:spTree>
    <p:extLst>
      <p:ext uri="{BB962C8B-B14F-4D97-AF65-F5344CB8AC3E}">
        <p14:creationId xmlns:p14="http://schemas.microsoft.com/office/powerpoint/2010/main" val="1834279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CEA9C-5120-49E4-8284-6D551B6E74D5}"/>
              </a:ext>
            </a:extLst>
          </p:cNvPr>
          <p:cNvSpPr>
            <a:spLocks noGrp="1"/>
          </p:cNvSpPr>
          <p:nvPr>
            <p:ph type="title"/>
          </p:nvPr>
        </p:nvSpPr>
        <p:spPr>
          <a:xfrm>
            <a:off x="870736" y="562301"/>
            <a:ext cx="7210396" cy="810704"/>
          </a:xfrm>
        </p:spPr>
        <p:txBody>
          <a:bodyPr>
            <a:normAutofit/>
          </a:bodyPr>
          <a:lstStyle/>
          <a:p>
            <a:r>
              <a:rPr lang="en-GB" dirty="0"/>
              <a:t>3. An overview </a:t>
            </a:r>
          </a:p>
        </p:txBody>
      </p:sp>
      <p:graphicFrame>
        <p:nvGraphicFramePr>
          <p:cNvPr id="4" name="Content Placeholder 3">
            <a:extLst>
              <a:ext uri="{FF2B5EF4-FFF2-40B4-BE49-F238E27FC236}">
                <a16:creationId xmlns:a16="http://schemas.microsoft.com/office/drawing/2014/main" id="{44920351-DD60-4469-9636-5E78952F032F}"/>
              </a:ext>
            </a:extLst>
          </p:cNvPr>
          <p:cNvGraphicFramePr>
            <a:graphicFrameLocks noGrp="1"/>
          </p:cNvGraphicFramePr>
          <p:nvPr>
            <p:ph idx="1"/>
            <p:extLst>
              <p:ext uri="{D42A27DB-BD31-4B8C-83A1-F6EECF244321}">
                <p14:modId xmlns:p14="http://schemas.microsoft.com/office/powerpoint/2010/main" val="1782320843"/>
              </p:ext>
            </p:extLst>
          </p:nvPr>
        </p:nvGraphicFramePr>
        <p:xfrm>
          <a:off x="3441469" y="2291500"/>
          <a:ext cx="10083338" cy="281251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7" descr="A yellow sign on a pole&#10;&#10;Description automatically generated">
            <a:extLst>
              <a:ext uri="{FF2B5EF4-FFF2-40B4-BE49-F238E27FC236}">
                <a16:creationId xmlns:a16="http://schemas.microsoft.com/office/drawing/2014/main" id="{49C681DB-642B-4907-8EC7-78B84DA9A108}"/>
              </a:ext>
            </a:extLst>
          </p:cNvPr>
          <p:cNvPicPr>
            <a:picLocks noChangeAspect="1"/>
          </p:cNvPicPr>
          <p:nvPr/>
        </p:nvPicPr>
        <p:blipFill rotWithShape="1">
          <a:blip r:embed="rId8">
            <a:extLst>
              <a:ext uri="{837473B0-CC2E-450A-ABE3-18F120FF3D39}">
                <a1611:picAttrSrcUrl xmlns:a1611="http://schemas.microsoft.com/office/drawing/2016/11/main" r:id="rId9"/>
              </a:ext>
            </a:extLst>
          </a:blip>
          <a:srcRect l="26484" t="-2208"/>
          <a:stretch/>
        </p:blipFill>
        <p:spPr>
          <a:xfrm>
            <a:off x="448887" y="1679170"/>
            <a:ext cx="4661066" cy="4860175"/>
          </a:xfrm>
          <a:prstGeom prst="rect">
            <a:avLst/>
          </a:prstGeom>
        </p:spPr>
      </p:pic>
      <p:sp>
        <p:nvSpPr>
          <p:cNvPr id="9" name="TextBox 8">
            <a:extLst>
              <a:ext uri="{FF2B5EF4-FFF2-40B4-BE49-F238E27FC236}">
                <a16:creationId xmlns:a16="http://schemas.microsoft.com/office/drawing/2014/main" id="{D8C8D52B-E5D5-448F-93E1-2503E0B7C7C9}"/>
              </a:ext>
            </a:extLst>
          </p:cNvPr>
          <p:cNvSpPr txBox="1"/>
          <p:nvPr/>
        </p:nvSpPr>
        <p:spPr>
          <a:xfrm>
            <a:off x="863809" y="6239263"/>
            <a:ext cx="2340864" cy="300082"/>
          </a:xfrm>
          <a:prstGeom prst="rect">
            <a:avLst/>
          </a:prstGeom>
          <a:noFill/>
        </p:spPr>
        <p:txBody>
          <a:bodyPr wrap="square" rtlCol="0">
            <a:spAutoFit/>
          </a:bodyPr>
          <a:lstStyle/>
          <a:p>
            <a:r>
              <a:rPr lang="en-GB" sz="675" dirty="0">
                <a:hlinkClick r:id="rId9" tooltip="http://luistorodupouy.blogspot.com/2010_11_01_archive.html"/>
              </a:rPr>
              <a:t>This Photo</a:t>
            </a:r>
            <a:r>
              <a:rPr lang="en-GB" sz="675" dirty="0"/>
              <a:t> by Unknown Author is licensed under </a:t>
            </a:r>
            <a:r>
              <a:rPr lang="en-GB" sz="675" dirty="0">
                <a:hlinkClick r:id="rId10" tooltip="https://creativecommons.org/licenses/by-nc-sa/3.0/"/>
              </a:rPr>
              <a:t>CC BY-SA-NC</a:t>
            </a:r>
            <a:endParaRPr lang="en-GB" sz="675" dirty="0"/>
          </a:p>
        </p:txBody>
      </p:sp>
      <p:sp>
        <p:nvSpPr>
          <p:cNvPr id="3" name="Arrow: Right 2">
            <a:extLst>
              <a:ext uri="{FF2B5EF4-FFF2-40B4-BE49-F238E27FC236}">
                <a16:creationId xmlns:a16="http://schemas.microsoft.com/office/drawing/2014/main" id="{9D0A15C7-ADE5-8B76-F53C-9CE046A736BA}"/>
              </a:ext>
            </a:extLst>
          </p:cNvPr>
          <p:cNvSpPr/>
          <p:nvPr/>
        </p:nvSpPr>
        <p:spPr>
          <a:xfrm>
            <a:off x="7696200" y="4876800"/>
            <a:ext cx="3657600" cy="6858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bg1"/>
                </a:solidFill>
              </a:rPr>
              <a:t>Trade liberalisation</a:t>
            </a:r>
            <a:endParaRPr lang="en-SG" dirty="0">
              <a:solidFill>
                <a:schemeClr val="bg1"/>
              </a:solidFill>
            </a:endParaRPr>
          </a:p>
        </p:txBody>
      </p:sp>
    </p:spTree>
    <p:extLst>
      <p:ext uri="{BB962C8B-B14F-4D97-AF65-F5344CB8AC3E}">
        <p14:creationId xmlns:p14="http://schemas.microsoft.com/office/powerpoint/2010/main" val="26005043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F8840E-5C5A-4C3A-99DE-ED9D6BC3FCD5}"/>
              </a:ext>
            </a:extLst>
          </p:cNvPr>
          <p:cNvSpPr>
            <a:spLocks noGrp="1"/>
          </p:cNvSpPr>
          <p:nvPr>
            <p:ph type="title"/>
          </p:nvPr>
        </p:nvSpPr>
        <p:spPr/>
        <p:txBody>
          <a:bodyPr/>
          <a:lstStyle/>
          <a:p>
            <a:r>
              <a:rPr lang="en-GB" dirty="0"/>
              <a:t>3.1 Outward Orientated growth </a:t>
            </a:r>
          </a:p>
        </p:txBody>
      </p:sp>
      <p:sp>
        <p:nvSpPr>
          <p:cNvPr id="7" name="TextBox 6">
            <a:extLst>
              <a:ext uri="{FF2B5EF4-FFF2-40B4-BE49-F238E27FC236}">
                <a16:creationId xmlns:a16="http://schemas.microsoft.com/office/drawing/2014/main" id="{A4D40E43-7B11-4AFA-96FD-CBBA269584EC}"/>
              </a:ext>
            </a:extLst>
          </p:cNvPr>
          <p:cNvSpPr txBox="1"/>
          <p:nvPr/>
        </p:nvSpPr>
        <p:spPr>
          <a:xfrm>
            <a:off x="1371600" y="1965961"/>
            <a:ext cx="6392386" cy="3785652"/>
          </a:xfrm>
          <a:prstGeom prst="rect">
            <a:avLst/>
          </a:prstGeom>
          <a:noFill/>
        </p:spPr>
        <p:txBody>
          <a:bodyPr wrap="square">
            <a:spAutoFit/>
          </a:bodyPr>
          <a:lstStyle/>
          <a:p>
            <a:pPr marL="285750" indent="-285750" algn="just">
              <a:buFont typeface="Arial" panose="020B0604020202020204" pitchFamily="34" charset="0"/>
              <a:buChar char="•"/>
            </a:pPr>
            <a:r>
              <a:rPr lang="en-GB" sz="4000" dirty="0"/>
              <a:t>Also known as the  </a:t>
            </a:r>
            <a:r>
              <a:rPr lang="en-GB" sz="4000" dirty="0">
                <a:highlight>
                  <a:srgbClr val="FFFF00"/>
                </a:highlight>
              </a:rPr>
              <a:t>NEOCLASSICAL Approach </a:t>
            </a:r>
            <a:r>
              <a:rPr lang="en-GB" sz="4000" dirty="0"/>
              <a:t>of theory of Industrialisation</a:t>
            </a:r>
          </a:p>
          <a:p>
            <a:pPr marL="285750" indent="-285750" algn="just">
              <a:buFont typeface="Arial" panose="020B0604020202020204" pitchFamily="34" charset="0"/>
              <a:buChar char="•"/>
            </a:pPr>
            <a:r>
              <a:rPr lang="en-GB" sz="4000" dirty="0"/>
              <a:t>Vs Structuralist approach [ Inward orientation + high degree of govt intervention]</a:t>
            </a:r>
          </a:p>
        </p:txBody>
      </p:sp>
      <p:sp>
        <p:nvSpPr>
          <p:cNvPr id="8" name="TextBox 7">
            <a:extLst>
              <a:ext uri="{FF2B5EF4-FFF2-40B4-BE49-F238E27FC236}">
                <a16:creationId xmlns:a16="http://schemas.microsoft.com/office/drawing/2014/main" id="{12F2414F-5D17-45C3-B45C-40E9D2B130C5}"/>
              </a:ext>
            </a:extLst>
          </p:cNvPr>
          <p:cNvSpPr txBox="1"/>
          <p:nvPr/>
        </p:nvSpPr>
        <p:spPr>
          <a:xfrm>
            <a:off x="216516" y="6085217"/>
            <a:ext cx="6096670" cy="369332"/>
          </a:xfrm>
          <a:prstGeom prst="rect">
            <a:avLst/>
          </a:prstGeom>
          <a:noFill/>
        </p:spPr>
        <p:txBody>
          <a:bodyPr wrap="square">
            <a:spAutoFit/>
          </a:bodyPr>
          <a:lstStyle/>
          <a:p>
            <a:pPr>
              <a:defRPr/>
            </a:pPr>
            <a:r>
              <a:rPr lang="en-AU" altLang="en-US" b="1" dirty="0">
                <a:solidFill>
                  <a:srgbClr val="FF0000"/>
                </a:solidFill>
                <a:latin typeface="+mj-lt"/>
                <a:cs typeface="Times New Roman" pitchFamily="18" charset="0"/>
                <a:hlinkClick r:id="rId2"/>
              </a:rPr>
              <a:t>https://youtu.be/qUtv3PoRhhw</a:t>
            </a:r>
            <a:r>
              <a:rPr lang="en-AU" altLang="en-US" b="1" dirty="0">
                <a:solidFill>
                  <a:srgbClr val="FF0000"/>
                </a:solidFill>
                <a:latin typeface="+mj-lt"/>
                <a:cs typeface="Times New Roman" pitchFamily="18" charset="0"/>
              </a:rPr>
              <a:t> </a:t>
            </a:r>
          </a:p>
        </p:txBody>
      </p:sp>
      <p:pic>
        <p:nvPicPr>
          <p:cNvPr id="3" name="Graphic 2" descr="Postit Notes outline">
            <a:extLst>
              <a:ext uri="{FF2B5EF4-FFF2-40B4-BE49-F238E27FC236}">
                <a16:creationId xmlns:a16="http://schemas.microsoft.com/office/drawing/2014/main" id="{8402F24E-8AF5-E3E2-A1B0-613CA02C57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8464" y="1715956"/>
            <a:ext cx="2876901" cy="2876901"/>
          </a:xfrm>
          <a:prstGeom prst="rect">
            <a:avLst/>
          </a:prstGeom>
        </p:spPr>
      </p:pic>
      <p:sp>
        <p:nvSpPr>
          <p:cNvPr id="5" name="TextBox 4">
            <a:extLst>
              <a:ext uri="{FF2B5EF4-FFF2-40B4-BE49-F238E27FC236}">
                <a16:creationId xmlns:a16="http://schemas.microsoft.com/office/drawing/2014/main" id="{CF5B579C-C08C-D682-5DA4-5BE95BAF5D38}"/>
              </a:ext>
            </a:extLst>
          </p:cNvPr>
          <p:cNvSpPr txBox="1"/>
          <p:nvPr/>
        </p:nvSpPr>
        <p:spPr>
          <a:xfrm>
            <a:off x="9652908" y="2967335"/>
            <a:ext cx="1542699" cy="923330"/>
          </a:xfrm>
          <a:prstGeom prst="rect">
            <a:avLst/>
          </a:prstGeom>
          <a:noFill/>
        </p:spPr>
        <p:txBody>
          <a:bodyPr wrap="square" rtlCol="0">
            <a:spAutoFit/>
          </a:bodyPr>
          <a:lstStyle/>
          <a:p>
            <a:r>
              <a:rPr lang="en-SG" dirty="0"/>
              <a:t>Vs Structuralist approach </a:t>
            </a:r>
          </a:p>
        </p:txBody>
      </p:sp>
    </p:spTree>
    <p:extLst>
      <p:ext uri="{BB962C8B-B14F-4D97-AF65-F5344CB8AC3E}">
        <p14:creationId xmlns:p14="http://schemas.microsoft.com/office/powerpoint/2010/main" val="32171084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solidFill>
          <a:schemeClr val="accent1"/>
        </a:solidFill>
        <a:effectLst/>
      </p:bgPr>
    </p:bg>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2595B955-2017-48E3-8DA9-66D6D8886C25}"/>
              </a:ext>
            </a:extLst>
          </p:cNvPr>
          <p:cNvSpPr>
            <a:spLocks noGrp="1" noChangeArrowheads="1"/>
          </p:cNvSpPr>
          <p:nvPr>
            <p:ph type="title"/>
          </p:nvPr>
        </p:nvSpPr>
        <p:spPr>
          <a:xfrm>
            <a:off x="4648404" y="609600"/>
            <a:ext cx="6822744" cy="1356360"/>
          </a:xfrm>
        </p:spPr>
        <p:txBody>
          <a:bodyPr>
            <a:normAutofit/>
          </a:bodyPr>
          <a:lstStyle/>
          <a:p>
            <a:pPr eaLnBrk="1" fontAlgn="auto" hangingPunct="1">
              <a:spcAft>
                <a:spcPts val="0"/>
              </a:spcAft>
              <a:defRPr/>
            </a:pPr>
            <a:r>
              <a:rPr lang="en-US" altLang="en-US" dirty="0">
                <a:solidFill>
                  <a:schemeClr val="tx1"/>
                </a:solidFill>
              </a:rPr>
              <a:t>Reference</a:t>
            </a:r>
          </a:p>
        </p:txBody>
      </p:sp>
      <p:sp>
        <p:nvSpPr>
          <p:cNvPr id="47107" name="Rectangle 3">
            <a:extLst>
              <a:ext uri="{FF2B5EF4-FFF2-40B4-BE49-F238E27FC236}">
                <a16:creationId xmlns:a16="http://schemas.microsoft.com/office/drawing/2014/main" id="{74099ED6-5DD4-41E2-8045-65AC5C6365BE}"/>
              </a:ext>
            </a:extLst>
          </p:cNvPr>
          <p:cNvSpPr>
            <a:spLocks noGrp="1" noChangeArrowheads="1"/>
          </p:cNvSpPr>
          <p:nvPr>
            <p:ph idx="1"/>
          </p:nvPr>
        </p:nvSpPr>
        <p:spPr>
          <a:xfrm>
            <a:off x="4648404" y="2057400"/>
            <a:ext cx="6822744" cy="4038600"/>
          </a:xfrm>
        </p:spPr>
        <p:txBody>
          <a:bodyPr>
            <a:normAutofit/>
          </a:bodyPr>
          <a:lstStyle/>
          <a:p>
            <a:pPr eaLnBrk="1" hangingPunct="1"/>
            <a:r>
              <a:rPr lang="en-AU" altLang="en-US" sz="1900" dirty="0">
                <a:solidFill>
                  <a:schemeClr val="tx1"/>
                </a:solidFill>
              </a:rPr>
              <a:t>Bhattacharyya, S. And Williamson, J. G. (2009) Commodity Price Shocks and the Australian Economy since Federation, NBER Working Paper 14694, </a:t>
            </a:r>
            <a:r>
              <a:rPr lang="en-AU" altLang="en-US" sz="1900" dirty="0">
                <a:solidFill>
                  <a:schemeClr val="tx1"/>
                </a:solidFill>
                <a:hlinkClick r:id="rId2">
                  <a:extLst>
                    <a:ext uri="{A12FA001-AC4F-418D-AE19-62706E023703}">
                      <ahyp:hlinkClr xmlns:ahyp="http://schemas.microsoft.com/office/drawing/2018/hyperlinkcolor" val="tx"/>
                    </a:ext>
                  </a:extLst>
                </a:hlinkClick>
              </a:rPr>
              <a:t>http://www.nber.org/papers/w14694</a:t>
            </a:r>
            <a:endParaRPr lang="en-AU" altLang="en-US" sz="1900" dirty="0">
              <a:solidFill>
                <a:schemeClr val="tx1"/>
              </a:solidFill>
            </a:endParaRPr>
          </a:p>
          <a:p>
            <a:pPr eaLnBrk="1" hangingPunct="1"/>
            <a:r>
              <a:rPr lang="en-AU" altLang="en-US" sz="1900" dirty="0">
                <a:solidFill>
                  <a:schemeClr val="tx1"/>
                </a:solidFill>
              </a:rPr>
              <a:t>Love, J. (1983), Concentration, diversification and earnings instability, World Development, 11 (9), pp. 787-93.</a:t>
            </a:r>
          </a:p>
          <a:p>
            <a:pPr eaLnBrk="1" hangingPunct="1"/>
            <a:r>
              <a:rPr lang="en-AU" altLang="en-US" sz="1900" dirty="0">
                <a:solidFill>
                  <a:schemeClr val="tx1"/>
                </a:solidFill>
              </a:rPr>
              <a:t>Meier,M.G and Rauch,J.E. (2000), Leading Issues in Economic Development, Oxford University Press, Oxford (Chapter 4 &amp; 5).</a:t>
            </a:r>
            <a:endParaRPr lang="en-AU" altLang="en-US" sz="1900" b="1" u="sng" dirty="0">
              <a:solidFill>
                <a:schemeClr val="tx1"/>
              </a:solidFill>
            </a:endParaRPr>
          </a:p>
          <a:p>
            <a:pPr eaLnBrk="1" hangingPunct="1"/>
            <a:r>
              <a:rPr lang="en-AU" altLang="en-US" sz="1900" dirty="0">
                <a:solidFill>
                  <a:schemeClr val="tx1"/>
                </a:solidFill>
              </a:rPr>
              <a:t>Pugel, T.A. (2004), </a:t>
            </a:r>
            <a:r>
              <a:rPr lang="en-AU" altLang="en-US" sz="1900" i="1" dirty="0">
                <a:solidFill>
                  <a:schemeClr val="tx1"/>
                </a:solidFill>
              </a:rPr>
              <a:t>International Economics</a:t>
            </a:r>
            <a:r>
              <a:rPr lang="en-AU" altLang="en-US" sz="1900" dirty="0">
                <a:solidFill>
                  <a:schemeClr val="tx1"/>
                </a:solidFill>
              </a:rPr>
              <a:t>, Irwin, USA (Chapter 6:116).</a:t>
            </a:r>
          </a:p>
          <a:p>
            <a:pPr eaLnBrk="1" hangingPunct="1"/>
            <a:r>
              <a:rPr lang="en-AU" altLang="en-US" sz="1900" dirty="0">
                <a:solidFill>
                  <a:schemeClr val="tx1"/>
                </a:solidFill>
                <a:latin typeface="Arial" panose="020B0604020202020204" pitchFamily="34" charset="0"/>
                <a:cs typeface="Arial" panose="020B0604020202020204" pitchFamily="34" charset="0"/>
              </a:rPr>
              <a:t>Weiss,J.(1988),</a:t>
            </a:r>
            <a:r>
              <a:rPr lang="en-AU" altLang="en-US" sz="1900" i="1" dirty="0">
                <a:solidFill>
                  <a:schemeClr val="tx1"/>
                </a:solidFill>
                <a:latin typeface="Arial" panose="020B0604020202020204" pitchFamily="34" charset="0"/>
                <a:cs typeface="Arial" panose="020B0604020202020204" pitchFamily="34" charset="0"/>
              </a:rPr>
              <a:t>Industry in Developing Countries</a:t>
            </a:r>
            <a:r>
              <a:rPr lang="en-AU" altLang="en-US" sz="1900" dirty="0">
                <a:solidFill>
                  <a:schemeClr val="tx1"/>
                </a:solidFill>
                <a:latin typeface="Arial" panose="020B0604020202020204" pitchFamily="34" charset="0"/>
                <a:cs typeface="Arial" panose="020B0604020202020204" pitchFamily="34" charset="0"/>
              </a:rPr>
              <a:t>, Routledge, London (Chapter 3).</a:t>
            </a:r>
          </a:p>
          <a:p>
            <a:pPr eaLnBrk="1" hangingPunct="1"/>
            <a:endParaRPr lang="en-US" altLang="en-US" sz="1900" dirty="0">
              <a:solidFill>
                <a:schemeClr val="tx1"/>
              </a:solidFill>
            </a:endParaRPr>
          </a:p>
        </p:txBody>
      </p:sp>
      <p:sp>
        <p:nvSpPr>
          <p:cNvPr id="3" name="Slide Number Placeholder 2">
            <a:extLst>
              <a:ext uri="{FF2B5EF4-FFF2-40B4-BE49-F238E27FC236}">
                <a16:creationId xmlns:a16="http://schemas.microsoft.com/office/drawing/2014/main" id="{08DDE2B5-FAB1-4E17-A264-290152EC6423}"/>
              </a:ext>
            </a:extLst>
          </p:cNvPr>
          <p:cNvSpPr>
            <a:spLocks noGrp="1"/>
          </p:cNvSpPr>
          <p:nvPr>
            <p:ph type="sldNum" sz="quarter" idx="12"/>
          </p:nvPr>
        </p:nvSpPr>
        <p:spPr/>
        <p:txBody>
          <a:bodyPr>
            <a:normAutofit/>
          </a:bodyPr>
          <a:lstStyle/>
          <a:p>
            <a:pPr>
              <a:spcAft>
                <a:spcPts val="600"/>
              </a:spcAft>
              <a:defRPr/>
            </a:pPr>
            <a:fld id="{5B45446A-82E5-4B97-8902-CFA8929DF95B}" type="slidenum">
              <a:rPr lang="en-US" altLang="en-US" smtClean="0"/>
              <a:pPr>
                <a:spcAft>
                  <a:spcPts val="600"/>
                </a:spcAft>
                <a:defRPr/>
              </a:pPr>
              <a:t>38</a:t>
            </a:fld>
            <a:endParaRPr lang="en-US" altLang="en-US" dirty="0"/>
          </a:p>
        </p:txBody>
      </p:sp>
      <p:pic>
        <p:nvPicPr>
          <p:cNvPr id="4" name="Graphic 3" descr="Address Book outline">
            <a:extLst>
              <a:ext uri="{FF2B5EF4-FFF2-40B4-BE49-F238E27FC236}">
                <a16:creationId xmlns:a16="http://schemas.microsoft.com/office/drawing/2014/main" id="{9E00D543-A4B5-99A8-05E9-EAA6A04E48F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72065" y="1860302"/>
            <a:ext cx="3135414" cy="313541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EFA8C-C206-9724-B45E-E77A9D83CFD3}"/>
              </a:ext>
            </a:extLst>
          </p:cNvPr>
          <p:cNvSpPr>
            <a:spLocks noGrp="1"/>
          </p:cNvSpPr>
          <p:nvPr>
            <p:ph type="title" idx="4294967295"/>
          </p:nvPr>
        </p:nvSpPr>
        <p:spPr>
          <a:xfrm>
            <a:off x="0" y="1066800"/>
            <a:ext cx="5767388" cy="1071563"/>
          </a:xfrm>
        </p:spPr>
        <p:txBody>
          <a:bodyPr vert="horz" lIns="228600" tIns="228600" rIns="228600" bIns="228600" rtlCol="0" anchor="ctr">
            <a:normAutofit/>
          </a:bodyPr>
          <a:lstStyle/>
          <a:p>
            <a:r>
              <a:rPr lang="en-US" sz="3600" b="1" dirty="0">
                <a:solidFill>
                  <a:schemeClr val="tx1"/>
                </a:solidFill>
              </a:rPr>
              <a:t>Email : ckon@uow.edu.au</a:t>
            </a:r>
          </a:p>
        </p:txBody>
      </p:sp>
      <p:sp>
        <p:nvSpPr>
          <p:cNvPr id="3" name="Text Placeholder 2">
            <a:extLst>
              <a:ext uri="{FF2B5EF4-FFF2-40B4-BE49-F238E27FC236}">
                <a16:creationId xmlns:a16="http://schemas.microsoft.com/office/drawing/2014/main" id="{A1A8E797-2B90-EBC0-5EC2-8E384E4E9EB5}"/>
              </a:ext>
            </a:extLst>
          </p:cNvPr>
          <p:cNvSpPr>
            <a:spLocks noGrp="1"/>
          </p:cNvSpPr>
          <p:nvPr>
            <p:ph type="body" idx="4294967295"/>
          </p:nvPr>
        </p:nvSpPr>
        <p:spPr>
          <a:xfrm>
            <a:off x="0" y="2362200"/>
            <a:ext cx="5768975" cy="2682875"/>
          </a:xfrm>
        </p:spPr>
        <p:txBody>
          <a:bodyPr vert="horz" lIns="91440" tIns="45720" rIns="91440" bIns="45720" rtlCol="0" anchor="ctr">
            <a:normAutofit/>
          </a:bodyPr>
          <a:lstStyle/>
          <a:p>
            <a:r>
              <a:rPr lang="en-US" sz="1600" dirty="0">
                <a:solidFill>
                  <a:schemeClr val="tx1"/>
                </a:solidFill>
              </a:rPr>
              <a:t>Send me an email if you have any issues or concerns on</a:t>
            </a:r>
          </a:p>
          <a:p>
            <a:pPr marL="800100" lvl="1"/>
            <a:r>
              <a:rPr lang="en-US" dirty="0">
                <a:solidFill>
                  <a:schemeClr val="tx1"/>
                </a:solidFill>
              </a:rPr>
              <a:t>The lesson today</a:t>
            </a:r>
          </a:p>
          <a:p>
            <a:pPr marL="800100" lvl="1"/>
            <a:r>
              <a:rPr lang="en-US" dirty="0">
                <a:solidFill>
                  <a:schemeClr val="tx1"/>
                </a:solidFill>
              </a:rPr>
              <a:t>Access to Moodle </a:t>
            </a:r>
          </a:p>
          <a:p>
            <a:pPr marL="800100" lvl="1"/>
            <a:r>
              <a:rPr lang="en-US" dirty="0">
                <a:solidFill>
                  <a:schemeClr val="tx1"/>
                </a:solidFill>
              </a:rPr>
              <a:t>Any errors you spotted  in the course materials </a:t>
            </a:r>
          </a:p>
          <a:p>
            <a:pPr marL="800100" lvl="1"/>
            <a:r>
              <a:rPr lang="en-US" dirty="0">
                <a:solidFill>
                  <a:schemeClr val="tx1"/>
                </a:solidFill>
              </a:rPr>
              <a:t>Sharing a news or video resource </a:t>
            </a:r>
          </a:p>
          <a:p>
            <a:r>
              <a:rPr lang="en-US" sz="1600" dirty="0">
                <a:solidFill>
                  <a:schemeClr val="tx1"/>
                </a:solidFill>
              </a:rPr>
              <a:t>I will respond to you within 48 hours. </a:t>
            </a:r>
          </a:p>
        </p:txBody>
      </p:sp>
      <p:pic>
        <p:nvPicPr>
          <p:cNvPr id="5" name="Graphic 4" descr="Email with solid fill">
            <a:extLst>
              <a:ext uri="{FF2B5EF4-FFF2-40B4-BE49-F238E27FC236}">
                <a16:creationId xmlns:a16="http://schemas.microsoft.com/office/drawing/2014/main" id="{F586139D-38B2-4A7C-E70B-68A79DCB37B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76652" y="1438299"/>
            <a:ext cx="3990545" cy="3990545"/>
          </a:xfrm>
          <a:prstGeom prst="rect">
            <a:avLst/>
          </a:prstGeom>
        </p:spPr>
      </p:pic>
    </p:spTree>
    <p:extLst>
      <p:ext uri="{BB962C8B-B14F-4D97-AF65-F5344CB8AC3E}">
        <p14:creationId xmlns:p14="http://schemas.microsoft.com/office/powerpoint/2010/main" val="872020492"/>
      </p:ext>
    </p:extLst>
  </p:cSld>
  <p:clrMapOvr>
    <a:masterClrMapping/>
  </p:clrMapOvr>
</p:sld>
</file>

<file path=ppt/theme/theme1.xml><?xml version="1.0" encoding="utf-8"?>
<a:theme xmlns:a="http://schemas.openxmlformats.org/drawingml/2006/main" name="Basis">
  <a:themeElements>
    <a:clrScheme name="Basis">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daa77bc-0157-46a4-82a6-8fc765694bc9}" enabled="1" method="Standard" siteId="{d1323671-cdbe-4417-b4d4-bdb24b51316b}" contentBits="0" removed="0"/>
</clbl:labelList>
</file>

<file path=docProps/app.xml><?xml version="1.0" encoding="utf-8"?>
<Properties xmlns="http://schemas.openxmlformats.org/officeDocument/2006/extended-properties" xmlns:vt="http://schemas.openxmlformats.org/officeDocument/2006/docPropsVTypes">
  <Template>Basis</Template>
  <TotalTime>17825</TotalTime>
  <Words>2777</Words>
  <Application>Microsoft Office PowerPoint</Application>
  <PresentationFormat>Widescreen</PresentationFormat>
  <Paragraphs>468</Paragraphs>
  <Slides>39</Slides>
  <Notes>16</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Comic Sans MS</vt:lpstr>
      <vt:lpstr>Corbel</vt:lpstr>
      <vt:lpstr>Open Sans</vt:lpstr>
      <vt:lpstr>Times New Roman</vt:lpstr>
      <vt:lpstr>Basis</vt:lpstr>
      <vt:lpstr>ECON251  Industry and Trade in Asia  Lecture 03</vt:lpstr>
      <vt:lpstr>Key Objectives </vt:lpstr>
      <vt:lpstr>PowerPoint Presentation</vt:lpstr>
      <vt:lpstr>Which sector should govt develop ? </vt:lpstr>
      <vt:lpstr>Which sector should govt develop ? </vt:lpstr>
      <vt:lpstr>Issues and concerns </vt:lpstr>
      <vt:lpstr>Issues and concerns </vt:lpstr>
      <vt:lpstr>The road to  structural  Reforms and Change </vt:lpstr>
      <vt:lpstr>PowerPoint Presentation</vt:lpstr>
      <vt:lpstr>Development Strategies :   Inward vs Outward </vt:lpstr>
      <vt:lpstr>Industry reforms – what’s ahead </vt:lpstr>
      <vt:lpstr>Industry reforms – what’s ahead </vt:lpstr>
      <vt:lpstr> 2. Inward Orientation  Growth strategies </vt:lpstr>
      <vt:lpstr> What is an Infant industry  </vt:lpstr>
      <vt:lpstr>2.1 Trade protection and trade tools </vt:lpstr>
      <vt:lpstr>Basics of trade : Simple Economics model </vt:lpstr>
      <vt:lpstr>Basics of trade : Simple Economics model </vt:lpstr>
      <vt:lpstr>Tariffs </vt:lpstr>
      <vt:lpstr>2.1.1 Protectionism Tools</vt:lpstr>
      <vt:lpstr>Effects of tariff </vt:lpstr>
      <vt:lpstr>Protectionism acts </vt:lpstr>
      <vt:lpstr>Effects of Quota (fixed quantity) </vt:lpstr>
      <vt:lpstr>Effects of Quota (fixed quantity) </vt:lpstr>
      <vt:lpstr>2.1.2 Effects of trade protection  on domestic market </vt:lpstr>
      <vt:lpstr>2.1.2 Effects of trade protection  on domestic market </vt:lpstr>
      <vt:lpstr>2.1.4 Effects of trade protection </vt:lpstr>
      <vt:lpstr>2.2 . Inward Orientation Growth Strategies   Overvalue local currency </vt:lpstr>
      <vt:lpstr>2.3 . Inward Orientation and over valued currency </vt:lpstr>
      <vt:lpstr>2.3 . Inward Orientation and over valued currency </vt:lpstr>
      <vt:lpstr>2.3.1 Inward Orientation and over valued currency </vt:lpstr>
      <vt:lpstr>2.3 . Inward Orientation Growth Strategies   Government assistance </vt:lpstr>
      <vt:lpstr>2.4 . Govt assistance scheme </vt:lpstr>
      <vt:lpstr>2.4.1 . Arguments government funding and assistance </vt:lpstr>
      <vt:lpstr>A Quick summary </vt:lpstr>
      <vt:lpstr>Development Strategies :   Inward vs Outward </vt:lpstr>
      <vt:lpstr>3. An overview </vt:lpstr>
      <vt:lpstr>3.1 Outward Orientated growth </vt:lpstr>
      <vt:lpstr>Reference</vt:lpstr>
      <vt:lpstr>Email : ckon@uow.edu.au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ECON251  Industry and Trade in Asia  Lecture 2</dc:title>
  <dc:creator>Clare Kon</dc:creator>
  <cp:lastModifiedBy>Joseph Koh</cp:lastModifiedBy>
  <cp:revision>22</cp:revision>
  <dcterms:created xsi:type="dcterms:W3CDTF">2020-07-06T06:19:58Z</dcterms:created>
  <dcterms:modified xsi:type="dcterms:W3CDTF">2026-08-13T09:23:38Z</dcterms:modified>
</cp:coreProperties>
</file>