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65.xml" ContentType="application/inkml+xml"/>
  <Override PartName="/ppt/ink/ink66.xml" ContentType="application/inkml+xml"/>
  <Override PartName="/ppt/ink/ink67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ink/ink68.xml" ContentType="application/inkml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ink/ink69.xml" ContentType="application/inkml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ink/ink70.xml" ContentType="application/inkml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23" r:id="rId1"/>
  </p:sldMasterIdLst>
  <p:notesMasterIdLst>
    <p:notesMasterId r:id="rId40"/>
  </p:notesMasterIdLst>
  <p:handoutMasterIdLst>
    <p:handoutMasterId r:id="rId41"/>
  </p:handoutMasterIdLst>
  <p:sldIdLst>
    <p:sldId id="256" r:id="rId2"/>
    <p:sldId id="771" r:id="rId3"/>
    <p:sldId id="844" r:id="rId4"/>
    <p:sldId id="819" r:id="rId5"/>
    <p:sldId id="836" r:id="rId6"/>
    <p:sldId id="847" r:id="rId7"/>
    <p:sldId id="837" r:id="rId8"/>
    <p:sldId id="393" r:id="rId9"/>
    <p:sldId id="843" r:id="rId10"/>
    <p:sldId id="398" r:id="rId11"/>
    <p:sldId id="744" r:id="rId12"/>
    <p:sldId id="776" r:id="rId13"/>
    <p:sldId id="764" r:id="rId14"/>
    <p:sldId id="762" r:id="rId15"/>
    <p:sldId id="333" r:id="rId16"/>
    <p:sldId id="821" r:id="rId17"/>
    <p:sldId id="838" r:id="rId18"/>
    <p:sldId id="845" r:id="rId19"/>
    <p:sldId id="757" r:id="rId20"/>
    <p:sldId id="822" r:id="rId21"/>
    <p:sldId id="839" r:id="rId22"/>
    <p:sldId id="840" r:id="rId23"/>
    <p:sldId id="777" r:id="rId24"/>
    <p:sldId id="848" r:id="rId25"/>
    <p:sldId id="849" r:id="rId26"/>
    <p:sldId id="811" r:id="rId27"/>
    <p:sldId id="802" r:id="rId28"/>
    <p:sldId id="749" r:id="rId29"/>
    <p:sldId id="765" r:id="rId30"/>
    <p:sldId id="812" r:id="rId31"/>
    <p:sldId id="767" r:id="rId32"/>
    <p:sldId id="755" r:id="rId33"/>
    <p:sldId id="781" r:id="rId34"/>
    <p:sldId id="800" r:id="rId35"/>
    <p:sldId id="257" r:id="rId36"/>
    <p:sldId id="801" r:id="rId37"/>
    <p:sldId id="374" r:id="rId38"/>
    <p:sldId id="795" r:id="rId39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re Kon" initials="CK" lastIdx="1" clrIdx="0">
    <p:extLst>
      <p:ext uri="{19B8F6BF-5375-455C-9EA6-DF929625EA0E}">
        <p15:presenceInfo xmlns:p15="http://schemas.microsoft.com/office/powerpoint/2012/main" userId="Clare K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3FF"/>
    <a:srgbClr val="FF0066"/>
    <a:srgbClr val="3333CC"/>
    <a:srgbClr val="F6C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994" autoAdjust="0"/>
  </p:normalViewPr>
  <p:slideViewPr>
    <p:cSldViewPr>
      <p:cViewPr varScale="1">
        <p:scale>
          <a:sx n="77" d="100"/>
          <a:sy n="77" d="100"/>
        </p:scale>
        <p:origin x="426" y="3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2673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23C31D-7694-4931-8D8B-4654644B2812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C124E12-17EB-4F25-9AC8-39E64F9140F0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Describe the main features of structuralist approach</a:t>
          </a:r>
          <a:endParaRPr lang="en-US" dirty="0">
            <a:solidFill>
              <a:schemeClr val="tx1"/>
            </a:solidFill>
          </a:endParaRPr>
        </a:p>
      </dgm:t>
    </dgm:pt>
    <dgm:pt modelId="{D8855A68-17FD-44F3-BAA6-B2E446B8AA36}" type="parTrans" cxnId="{DB28E55D-DA6B-43B6-BE77-C375E424268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B00BB07-D3C6-4E8B-BAB6-B6B6C9ED36B3}" type="sibTrans" cxnId="{DB28E55D-DA6B-43B6-BE77-C375E4242683}">
      <dgm:prSet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802F06C5-5EDC-4C02-A302-0644279356D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Discuss  and evaluate the import substitution strategies</a:t>
          </a:r>
          <a:endParaRPr lang="en-US" dirty="0">
            <a:solidFill>
              <a:schemeClr val="tx1"/>
            </a:solidFill>
          </a:endParaRPr>
        </a:p>
      </dgm:t>
    </dgm:pt>
    <dgm:pt modelId="{918A770D-173E-48A4-A844-2A870DB9692E}" type="parTrans" cxnId="{05F38B60-34ED-4773-8AB2-794D293EAB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C5B7E05-CCAD-461A-A8B5-061B4B4EE384}" type="sibTrans" cxnId="{05F38B60-34ED-4773-8AB2-794D293EAB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8012379-172C-4555-8042-C72F28F73ED4}" type="pres">
      <dgm:prSet presAssocID="{3123C31D-7694-4931-8D8B-4654644B2812}" presName="outerComposite" presStyleCnt="0">
        <dgm:presLayoutVars>
          <dgm:chMax val="5"/>
          <dgm:dir/>
          <dgm:resizeHandles val="exact"/>
        </dgm:presLayoutVars>
      </dgm:prSet>
      <dgm:spPr/>
    </dgm:pt>
    <dgm:pt modelId="{1B8C5199-A2EA-4813-ADC9-2F7571595754}" type="pres">
      <dgm:prSet presAssocID="{3123C31D-7694-4931-8D8B-4654644B2812}" presName="dummyMaxCanvas" presStyleCnt="0">
        <dgm:presLayoutVars/>
      </dgm:prSet>
      <dgm:spPr/>
    </dgm:pt>
    <dgm:pt modelId="{38205383-807C-4A20-877D-55662DABFA76}" type="pres">
      <dgm:prSet presAssocID="{3123C31D-7694-4931-8D8B-4654644B2812}" presName="TwoNodes_1" presStyleLbl="node1" presStyleIdx="0" presStyleCnt="2">
        <dgm:presLayoutVars>
          <dgm:bulletEnabled val="1"/>
        </dgm:presLayoutVars>
      </dgm:prSet>
      <dgm:spPr/>
    </dgm:pt>
    <dgm:pt modelId="{E8CEAF28-427B-409F-9748-6BF55C8192F3}" type="pres">
      <dgm:prSet presAssocID="{3123C31D-7694-4931-8D8B-4654644B2812}" presName="TwoNodes_2" presStyleLbl="node1" presStyleIdx="1" presStyleCnt="2">
        <dgm:presLayoutVars>
          <dgm:bulletEnabled val="1"/>
        </dgm:presLayoutVars>
      </dgm:prSet>
      <dgm:spPr/>
    </dgm:pt>
    <dgm:pt modelId="{B002858C-3938-4AE4-B185-D3EE06492337}" type="pres">
      <dgm:prSet presAssocID="{3123C31D-7694-4931-8D8B-4654644B2812}" presName="TwoConn_1-2" presStyleLbl="fgAccFollowNode1" presStyleIdx="0" presStyleCnt="1">
        <dgm:presLayoutVars>
          <dgm:bulletEnabled val="1"/>
        </dgm:presLayoutVars>
      </dgm:prSet>
      <dgm:spPr/>
    </dgm:pt>
    <dgm:pt modelId="{1D5FA11C-A859-47B6-86CA-567A774DA78D}" type="pres">
      <dgm:prSet presAssocID="{3123C31D-7694-4931-8D8B-4654644B2812}" presName="TwoNodes_1_text" presStyleLbl="node1" presStyleIdx="1" presStyleCnt="2">
        <dgm:presLayoutVars>
          <dgm:bulletEnabled val="1"/>
        </dgm:presLayoutVars>
      </dgm:prSet>
      <dgm:spPr/>
    </dgm:pt>
    <dgm:pt modelId="{F01F3668-66C7-4334-8762-51E1051779C7}" type="pres">
      <dgm:prSet presAssocID="{3123C31D-7694-4931-8D8B-4654644B2812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90F9D12-3358-482A-9D99-2337ED99B15F}" type="presOf" srcId="{2C124E12-17EB-4F25-9AC8-39E64F9140F0}" destId="{38205383-807C-4A20-877D-55662DABFA76}" srcOrd="0" destOrd="0" presId="urn:microsoft.com/office/officeart/2005/8/layout/vProcess5"/>
    <dgm:cxn modelId="{3D2A852D-3627-408E-AC95-E478169E771C}" type="presOf" srcId="{3123C31D-7694-4931-8D8B-4654644B2812}" destId="{38012379-172C-4555-8042-C72F28F73ED4}" srcOrd="0" destOrd="0" presId="urn:microsoft.com/office/officeart/2005/8/layout/vProcess5"/>
    <dgm:cxn modelId="{DB28E55D-DA6B-43B6-BE77-C375E4242683}" srcId="{3123C31D-7694-4931-8D8B-4654644B2812}" destId="{2C124E12-17EB-4F25-9AC8-39E64F9140F0}" srcOrd="0" destOrd="0" parTransId="{D8855A68-17FD-44F3-BAA6-B2E446B8AA36}" sibTransId="{AB00BB07-D3C6-4E8B-BAB6-B6B6C9ED36B3}"/>
    <dgm:cxn modelId="{05F38B60-34ED-4773-8AB2-794D293EAB12}" srcId="{3123C31D-7694-4931-8D8B-4654644B2812}" destId="{802F06C5-5EDC-4C02-A302-0644279356D4}" srcOrd="1" destOrd="0" parTransId="{918A770D-173E-48A4-A844-2A870DB9692E}" sibTransId="{3C5B7E05-CCAD-461A-A8B5-061B4B4EE384}"/>
    <dgm:cxn modelId="{633B7A62-C801-4B8F-89A4-BE76E67EB443}" type="presOf" srcId="{802F06C5-5EDC-4C02-A302-0644279356D4}" destId="{F01F3668-66C7-4334-8762-51E1051779C7}" srcOrd="1" destOrd="0" presId="urn:microsoft.com/office/officeart/2005/8/layout/vProcess5"/>
    <dgm:cxn modelId="{7DCA39A4-4831-4AF8-B66E-70E772AD7E3D}" type="presOf" srcId="{2C124E12-17EB-4F25-9AC8-39E64F9140F0}" destId="{1D5FA11C-A859-47B6-86CA-567A774DA78D}" srcOrd="1" destOrd="0" presId="urn:microsoft.com/office/officeart/2005/8/layout/vProcess5"/>
    <dgm:cxn modelId="{96CA4DC7-E848-4DB3-A7D2-6850D27D1C50}" type="presOf" srcId="{AB00BB07-D3C6-4E8B-BAB6-B6B6C9ED36B3}" destId="{B002858C-3938-4AE4-B185-D3EE06492337}" srcOrd="0" destOrd="0" presId="urn:microsoft.com/office/officeart/2005/8/layout/vProcess5"/>
    <dgm:cxn modelId="{779833E4-A455-4DFD-9AB6-129B7E2BC4A7}" type="presOf" srcId="{802F06C5-5EDC-4C02-A302-0644279356D4}" destId="{E8CEAF28-427B-409F-9748-6BF55C8192F3}" srcOrd="0" destOrd="0" presId="urn:microsoft.com/office/officeart/2005/8/layout/vProcess5"/>
    <dgm:cxn modelId="{066F328C-85EC-4666-9D92-3A7365049033}" type="presParOf" srcId="{38012379-172C-4555-8042-C72F28F73ED4}" destId="{1B8C5199-A2EA-4813-ADC9-2F7571595754}" srcOrd="0" destOrd="0" presId="urn:microsoft.com/office/officeart/2005/8/layout/vProcess5"/>
    <dgm:cxn modelId="{2CBF5710-D288-4C37-9F01-DAD4E02BF040}" type="presParOf" srcId="{38012379-172C-4555-8042-C72F28F73ED4}" destId="{38205383-807C-4A20-877D-55662DABFA76}" srcOrd="1" destOrd="0" presId="urn:microsoft.com/office/officeart/2005/8/layout/vProcess5"/>
    <dgm:cxn modelId="{6FACA6E5-1D91-429C-9563-24883363BD2D}" type="presParOf" srcId="{38012379-172C-4555-8042-C72F28F73ED4}" destId="{E8CEAF28-427B-409F-9748-6BF55C8192F3}" srcOrd="2" destOrd="0" presId="urn:microsoft.com/office/officeart/2005/8/layout/vProcess5"/>
    <dgm:cxn modelId="{5A3884F6-E6AB-4FCE-9CEA-CD884D56DC4C}" type="presParOf" srcId="{38012379-172C-4555-8042-C72F28F73ED4}" destId="{B002858C-3938-4AE4-B185-D3EE06492337}" srcOrd="3" destOrd="0" presId="urn:microsoft.com/office/officeart/2005/8/layout/vProcess5"/>
    <dgm:cxn modelId="{AF8AF5CB-2B8A-4F5C-A890-CC5FDC6553DC}" type="presParOf" srcId="{38012379-172C-4555-8042-C72F28F73ED4}" destId="{1D5FA11C-A859-47B6-86CA-567A774DA78D}" srcOrd="4" destOrd="0" presId="urn:microsoft.com/office/officeart/2005/8/layout/vProcess5"/>
    <dgm:cxn modelId="{499161F5-7B14-4895-BBF9-1F8F2C8983ED}" type="presParOf" srcId="{38012379-172C-4555-8042-C72F28F73ED4}" destId="{F01F3668-66C7-4334-8762-51E1051779C7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D7747E-3603-4F86-AB98-B3DD08238EEE}" type="doc">
      <dgm:prSet loTypeId="urn:microsoft.com/office/officeart/2005/8/layout/balance1" loCatId="relationship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B0D96B6E-C795-41E0-A80B-AEF19B10C318}">
      <dgm:prSet phldrT="[Text]"/>
      <dgm:spPr/>
      <dgm:t>
        <a:bodyPr/>
        <a:lstStyle/>
        <a:p>
          <a:r>
            <a:rPr lang="en-GB" dirty="0"/>
            <a:t>Primary goods</a:t>
          </a:r>
        </a:p>
      </dgm:t>
    </dgm:pt>
    <dgm:pt modelId="{77B1D8B7-5417-4021-9C1E-9B4A6EC6D312}" type="parTrans" cxnId="{9DC998F4-02D8-4D0D-ADDE-DA4C6C4AB9AA}">
      <dgm:prSet/>
      <dgm:spPr/>
      <dgm:t>
        <a:bodyPr/>
        <a:lstStyle/>
        <a:p>
          <a:endParaRPr lang="en-GB"/>
        </a:p>
      </dgm:t>
    </dgm:pt>
    <dgm:pt modelId="{DED6B7E4-3441-4C0A-A9B8-D4BE9E2A5127}" type="sibTrans" cxnId="{9DC998F4-02D8-4D0D-ADDE-DA4C6C4AB9AA}">
      <dgm:prSet/>
      <dgm:spPr/>
      <dgm:t>
        <a:bodyPr/>
        <a:lstStyle/>
        <a:p>
          <a:endParaRPr lang="en-GB"/>
        </a:p>
      </dgm:t>
    </dgm:pt>
    <dgm:pt modelId="{5192C87D-E3E3-4C2E-A889-7A3DB45F98E7}">
      <dgm:prSet phldrT="[Text]"/>
      <dgm:spPr/>
      <dgm:t>
        <a:bodyPr/>
        <a:lstStyle/>
        <a:p>
          <a:r>
            <a:rPr lang="en-GB" dirty="0"/>
            <a:t>Low GDP and growth </a:t>
          </a:r>
        </a:p>
      </dgm:t>
    </dgm:pt>
    <dgm:pt modelId="{FC73DECC-BB43-444B-B0FE-429DF5A77D2E}" type="parTrans" cxnId="{B55D9853-A4B2-47D9-AD12-4F6C78457920}">
      <dgm:prSet/>
      <dgm:spPr/>
      <dgm:t>
        <a:bodyPr/>
        <a:lstStyle/>
        <a:p>
          <a:endParaRPr lang="en-GB"/>
        </a:p>
      </dgm:t>
    </dgm:pt>
    <dgm:pt modelId="{4DDAB2D5-1401-476C-AA5C-24BDA7250843}" type="sibTrans" cxnId="{B55D9853-A4B2-47D9-AD12-4F6C78457920}">
      <dgm:prSet/>
      <dgm:spPr/>
      <dgm:t>
        <a:bodyPr/>
        <a:lstStyle/>
        <a:p>
          <a:endParaRPr lang="en-GB"/>
        </a:p>
      </dgm:t>
    </dgm:pt>
    <dgm:pt modelId="{FC59CC3F-F1B5-442D-9D6A-577E74C96E62}">
      <dgm:prSet phldrT="[Text]"/>
      <dgm:spPr/>
      <dgm:t>
        <a:bodyPr/>
        <a:lstStyle/>
        <a:p>
          <a:r>
            <a:rPr lang="en-GB" dirty="0"/>
            <a:t>Unstable supply </a:t>
          </a:r>
        </a:p>
      </dgm:t>
    </dgm:pt>
    <dgm:pt modelId="{79DF978E-5E63-4D35-84D2-BCA4C620DAA4}" type="parTrans" cxnId="{08822AE8-194C-43AA-8D9F-C992C09BF4F2}">
      <dgm:prSet/>
      <dgm:spPr/>
      <dgm:t>
        <a:bodyPr/>
        <a:lstStyle/>
        <a:p>
          <a:endParaRPr lang="en-GB"/>
        </a:p>
      </dgm:t>
    </dgm:pt>
    <dgm:pt modelId="{7A13B3EB-5305-43BE-89B1-6F52A64A7E40}" type="sibTrans" cxnId="{08822AE8-194C-43AA-8D9F-C992C09BF4F2}">
      <dgm:prSet/>
      <dgm:spPr/>
      <dgm:t>
        <a:bodyPr/>
        <a:lstStyle/>
        <a:p>
          <a:endParaRPr lang="en-GB"/>
        </a:p>
      </dgm:t>
    </dgm:pt>
    <dgm:pt modelId="{2761BCE1-84CC-40AE-AF7E-CB8232E488ED}">
      <dgm:prSet phldrT="[Text]"/>
      <dgm:spPr/>
      <dgm:t>
        <a:bodyPr/>
        <a:lstStyle/>
        <a:p>
          <a:r>
            <a:rPr lang="en-GB" dirty="0"/>
            <a:t>Manufacturing goods</a:t>
          </a:r>
        </a:p>
      </dgm:t>
    </dgm:pt>
    <dgm:pt modelId="{F8ECC763-BEDD-45F6-9611-F12A1BA6BF32}" type="parTrans" cxnId="{685A1071-8F5D-417A-868B-87F73E1045FD}">
      <dgm:prSet/>
      <dgm:spPr/>
      <dgm:t>
        <a:bodyPr/>
        <a:lstStyle/>
        <a:p>
          <a:endParaRPr lang="en-GB"/>
        </a:p>
      </dgm:t>
    </dgm:pt>
    <dgm:pt modelId="{27DB6195-6815-43FE-9B3E-FB2B6CA3F1F8}" type="sibTrans" cxnId="{685A1071-8F5D-417A-868B-87F73E1045FD}">
      <dgm:prSet/>
      <dgm:spPr/>
      <dgm:t>
        <a:bodyPr/>
        <a:lstStyle/>
        <a:p>
          <a:endParaRPr lang="en-GB"/>
        </a:p>
      </dgm:t>
    </dgm:pt>
    <dgm:pt modelId="{85BBFE9B-A8DA-42B7-A4DF-1196CFF1A6A9}">
      <dgm:prSet phldrT="[Text]"/>
      <dgm:spPr/>
      <dgm:t>
        <a:bodyPr/>
        <a:lstStyle/>
        <a:p>
          <a:r>
            <a:rPr lang="en-GB" dirty="0"/>
            <a:t>Engine of growth </a:t>
          </a:r>
        </a:p>
      </dgm:t>
    </dgm:pt>
    <dgm:pt modelId="{65C5A436-2000-4ECE-995D-03CC975E8C0B}" type="parTrans" cxnId="{1DCC89ED-2CEB-48A1-881F-C9DFA636AB1C}">
      <dgm:prSet/>
      <dgm:spPr/>
      <dgm:t>
        <a:bodyPr/>
        <a:lstStyle/>
        <a:p>
          <a:endParaRPr lang="en-GB"/>
        </a:p>
      </dgm:t>
    </dgm:pt>
    <dgm:pt modelId="{3E6A3A6E-1AFE-456A-A8FF-8325C79C2155}" type="sibTrans" cxnId="{1DCC89ED-2CEB-48A1-881F-C9DFA636AB1C}">
      <dgm:prSet/>
      <dgm:spPr/>
      <dgm:t>
        <a:bodyPr/>
        <a:lstStyle/>
        <a:p>
          <a:endParaRPr lang="en-GB"/>
        </a:p>
      </dgm:t>
    </dgm:pt>
    <dgm:pt modelId="{64F85C03-0EC4-440C-9518-55B0468D8F56}">
      <dgm:prSet phldrT="[Text]"/>
      <dgm:spPr/>
      <dgm:t>
        <a:bodyPr/>
        <a:lstStyle/>
        <a:p>
          <a:r>
            <a:rPr lang="en-GB" dirty="0"/>
            <a:t>Stable supply </a:t>
          </a:r>
        </a:p>
      </dgm:t>
    </dgm:pt>
    <dgm:pt modelId="{FCCD8B3F-F6F7-4F88-9704-7FDDE8145A5B}" type="parTrans" cxnId="{F586D675-9DDB-42D2-9A06-650CB9BCA105}">
      <dgm:prSet/>
      <dgm:spPr/>
      <dgm:t>
        <a:bodyPr/>
        <a:lstStyle/>
        <a:p>
          <a:endParaRPr lang="en-GB"/>
        </a:p>
      </dgm:t>
    </dgm:pt>
    <dgm:pt modelId="{F45EA9A3-6F90-41ED-A540-A92CB38F4181}" type="sibTrans" cxnId="{F586D675-9DDB-42D2-9A06-650CB9BCA105}">
      <dgm:prSet/>
      <dgm:spPr/>
      <dgm:t>
        <a:bodyPr/>
        <a:lstStyle/>
        <a:p>
          <a:endParaRPr lang="en-GB"/>
        </a:p>
      </dgm:t>
    </dgm:pt>
    <dgm:pt modelId="{3703BB34-8CF1-4816-AE8B-9805BAA26EC3}">
      <dgm:prSet/>
      <dgm:spPr/>
      <dgm:t>
        <a:bodyPr/>
        <a:lstStyle/>
        <a:p>
          <a:r>
            <a:rPr lang="en-GB" dirty="0"/>
            <a:t>Linkages </a:t>
          </a:r>
        </a:p>
      </dgm:t>
    </dgm:pt>
    <dgm:pt modelId="{70EB04FF-F52B-482E-9C28-21BDB7165B31}" type="parTrans" cxnId="{18A3DCDE-B395-4CA2-87EE-6F21A5E7DA47}">
      <dgm:prSet/>
      <dgm:spPr/>
      <dgm:t>
        <a:bodyPr/>
        <a:lstStyle/>
        <a:p>
          <a:endParaRPr lang="en-GB"/>
        </a:p>
      </dgm:t>
    </dgm:pt>
    <dgm:pt modelId="{FB02B95F-1E08-4B13-BFFD-9C648DC16F2A}" type="sibTrans" cxnId="{18A3DCDE-B395-4CA2-87EE-6F21A5E7DA47}">
      <dgm:prSet/>
      <dgm:spPr/>
      <dgm:t>
        <a:bodyPr/>
        <a:lstStyle/>
        <a:p>
          <a:endParaRPr lang="en-GB"/>
        </a:p>
      </dgm:t>
    </dgm:pt>
    <dgm:pt modelId="{734F4A8B-32C3-41B8-A368-F9F9387B0B4A}">
      <dgm:prSet/>
      <dgm:spPr/>
      <dgm:t>
        <a:bodyPr/>
        <a:lstStyle/>
        <a:p>
          <a:r>
            <a:rPr lang="en-GB" dirty="0"/>
            <a:t>Smaller % of K and A </a:t>
          </a:r>
          <a:endParaRPr lang="en-SG" dirty="0"/>
        </a:p>
      </dgm:t>
    </dgm:pt>
    <dgm:pt modelId="{8A64BF5A-0E97-476D-A759-A3181D923675}" type="parTrans" cxnId="{52A7F27C-C40E-438D-9DEA-97D825AA6348}">
      <dgm:prSet/>
      <dgm:spPr/>
      <dgm:t>
        <a:bodyPr/>
        <a:lstStyle/>
        <a:p>
          <a:endParaRPr lang="en-SG"/>
        </a:p>
      </dgm:t>
    </dgm:pt>
    <dgm:pt modelId="{ABB0E201-A68E-46DE-A53D-1A1CAEAB74D1}" type="sibTrans" cxnId="{52A7F27C-C40E-438D-9DEA-97D825AA6348}">
      <dgm:prSet/>
      <dgm:spPr/>
      <dgm:t>
        <a:bodyPr/>
        <a:lstStyle/>
        <a:p>
          <a:endParaRPr lang="en-SG"/>
        </a:p>
      </dgm:t>
    </dgm:pt>
    <dgm:pt modelId="{0C83368F-E2E3-4BDE-937F-33977A6EC65E}">
      <dgm:prSet/>
      <dgm:spPr/>
      <dgm:t>
        <a:bodyPr/>
        <a:lstStyle/>
        <a:p>
          <a:endParaRPr lang="en-SG" dirty="0"/>
        </a:p>
      </dgm:t>
    </dgm:pt>
    <dgm:pt modelId="{F49489E9-37A4-4136-AEEC-9163E2B6B3B3}" type="parTrans" cxnId="{EC9B1567-A267-4927-960C-C943FF904512}">
      <dgm:prSet/>
      <dgm:spPr/>
      <dgm:t>
        <a:bodyPr/>
        <a:lstStyle/>
        <a:p>
          <a:endParaRPr lang="en-SG"/>
        </a:p>
      </dgm:t>
    </dgm:pt>
    <dgm:pt modelId="{BEA6FD51-60C7-4DFF-A28B-B01860B948E9}" type="sibTrans" cxnId="{EC9B1567-A267-4927-960C-C943FF904512}">
      <dgm:prSet/>
      <dgm:spPr/>
      <dgm:t>
        <a:bodyPr/>
        <a:lstStyle/>
        <a:p>
          <a:endParaRPr lang="en-SG"/>
        </a:p>
      </dgm:t>
    </dgm:pt>
    <dgm:pt modelId="{5A2D4517-0D85-4BCC-B32C-12F01E12E3F9}">
      <dgm:prSet/>
      <dgm:spPr/>
      <dgm:t>
        <a:bodyPr/>
        <a:lstStyle/>
        <a:p>
          <a:r>
            <a:rPr lang="en-GB" dirty="0"/>
            <a:t>Higher % of K and A </a:t>
          </a:r>
          <a:endParaRPr lang="en-SG" dirty="0"/>
        </a:p>
      </dgm:t>
    </dgm:pt>
    <dgm:pt modelId="{0F81DF07-9820-4690-A4D6-2A6192A1A556}" type="parTrans" cxnId="{E969563E-C2D7-40C6-9886-EDCC68A04C56}">
      <dgm:prSet/>
      <dgm:spPr/>
      <dgm:t>
        <a:bodyPr/>
        <a:lstStyle/>
        <a:p>
          <a:endParaRPr lang="en-SG"/>
        </a:p>
      </dgm:t>
    </dgm:pt>
    <dgm:pt modelId="{41FD9082-2705-46F0-9808-271E32C03FBC}" type="sibTrans" cxnId="{E969563E-C2D7-40C6-9886-EDCC68A04C56}">
      <dgm:prSet/>
      <dgm:spPr/>
      <dgm:t>
        <a:bodyPr/>
        <a:lstStyle/>
        <a:p>
          <a:endParaRPr lang="en-SG"/>
        </a:p>
      </dgm:t>
    </dgm:pt>
    <dgm:pt modelId="{55139D70-FE7D-4B18-8DC2-128EB175A778}" type="pres">
      <dgm:prSet presAssocID="{A5D7747E-3603-4F86-AB98-B3DD08238EEE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7C9AAEF3-010B-45FA-BE76-019A2C3AF082}" type="pres">
      <dgm:prSet presAssocID="{A5D7747E-3603-4F86-AB98-B3DD08238EEE}" presName="dummyMaxCanvas" presStyleCnt="0"/>
      <dgm:spPr/>
    </dgm:pt>
    <dgm:pt modelId="{47D1B55B-8273-41E8-8EAC-57EC7CDAF3ED}" type="pres">
      <dgm:prSet presAssocID="{A5D7747E-3603-4F86-AB98-B3DD08238EEE}" presName="parentComposite" presStyleCnt="0"/>
      <dgm:spPr/>
    </dgm:pt>
    <dgm:pt modelId="{BE33C736-D47C-4A83-A603-3A83AE3213E6}" type="pres">
      <dgm:prSet presAssocID="{A5D7747E-3603-4F86-AB98-B3DD08238EEE}" presName="parent1" presStyleLbl="alignAccFollowNode1" presStyleIdx="0" presStyleCnt="4">
        <dgm:presLayoutVars>
          <dgm:chMax val="4"/>
        </dgm:presLayoutVars>
      </dgm:prSet>
      <dgm:spPr/>
    </dgm:pt>
    <dgm:pt modelId="{E399046D-5E4B-40BA-8B7A-4D6A524F39D1}" type="pres">
      <dgm:prSet presAssocID="{A5D7747E-3603-4F86-AB98-B3DD08238EEE}" presName="parent2" presStyleLbl="alignAccFollowNode1" presStyleIdx="1" presStyleCnt="4">
        <dgm:presLayoutVars>
          <dgm:chMax val="4"/>
        </dgm:presLayoutVars>
      </dgm:prSet>
      <dgm:spPr/>
    </dgm:pt>
    <dgm:pt modelId="{6D532A7D-0C73-4243-9A44-D904F002D80D}" type="pres">
      <dgm:prSet presAssocID="{A5D7747E-3603-4F86-AB98-B3DD08238EEE}" presName="childrenComposite" presStyleCnt="0"/>
      <dgm:spPr/>
    </dgm:pt>
    <dgm:pt modelId="{28ED47D9-E081-4DA8-872B-636022E85D53}" type="pres">
      <dgm:prSet presAssocID="{A5D7747E-3603-4F86-AB98-B3DD08238EEE}" presName="dummyMaxCanvas_ChildArea" presStyleCnt="0"/>
      <dgm:spPr/>
    </dgm:pt>
    <dgm:pt modelId="{D411A478-2AE5-45D2-9BCD-18C737BC4EF1}" type="pres">
      <dgm:prSet presAssocID="{A5D7747E-3603-4F86-AB98-B3DD08238EEE}" presName="fulcrum" presStyleLbl="alignAccFollowNode1" presStyleIdx="2" presStyleCnt="4"/>
      <dgm:spPr/>
    </dgm:pt>
    <dgm:pt modelId="{DC64C2C5-96C4-4B44-840F-A275C062FCD0}" type="pres">
      <dgm:prSet presAssocID="{A5D7747E-3603-4F86-AB98-B3DD08238EEE}" presName="balance_34" presStyleLbl="alignAccFollowNode1" presStyleIdx="3" presStyleCnt="4">
        <dgm:presLayoutVars>
          <dgm:bulletEnabled val="1"/>
        </dgm:presLayoutVars>
      </dgm:prSet>
      <dgm:spPr/>
    </dgm:pt>
    <dgm:pt modelId="{1A06CEAA-2B0D-4EAA-9792-F9E03ABBBACA}" type="pres">
      <dgm:prSet presAssocID="{A5D7747E-3603-4F86-AB98-B3DD08238EEE}" presName="right_34_1" presStyleLbl="node1" presStyleIdx="0" presStyleCnt="7">
        <dgm:presLayoutVars>
          <dgm:bulletEnabled val="1"/>
        </dgm:presLayoutVars>
      </dgm:prSet>
      <dgm:spPr/>
    </dgm:pt>
    <dgm:pt modelId="{4F995D41-BDB3-4F93-9305-C75F972B0688}" type="pres">
      <dgm:prSet presAssocID="{A5D7747E-3603-4F86-AB98-B3DD08238EEE}" presName="right_34_2" presStyleLbl="node1" presStyleIdx="1" presStyleCnt="7">
        <dgm:presLayoutVars>
          <dgm:bulletEnabled val="1"/>
        </dgm:presLayoutVars>
      </dgm:prSet>
      <dgm:spPr/>
    </dgm:pt>
    <dgm:pt modelId="{111A54ED-E408-4675-9FFB-7466485D4B21}" type="pres">
      <dgm:prSet presAssocID="{A5D7747E-3603-4F86-AB98-B3DD08238EEE}" presName="right_34_3" presStyleLbl="node1" presStyleIdx="2" presStyleCnt="7">
        <dgm:presLayoutVars>
          <dgm:bulletEnabled val="1"/>
        </dgm:presLayoutVars>
      </dgm:prSet>
      <dgm:spPr/>
    </dgm:pt>
    <dgm:pt modelId="{0420EA64-6E2E-4FD8-9B5B-C95803C7CBB9}" type="pres">
      <dgm:prSet presAssocID="{A5D7747E-3603-4F86-AB98-B3DD08238EEE}" presName="right_34_4" presStyleLbl="node1" presStyleIdx="3" presStyleCnt="7">
        <dgm:presLayoutVars>
          <dgm:bulletEnabled val="1"/>
        </dgm:presLayoutVars>
      </dgm:prSet>
      <dgm:spPr/>
    </dgm:pt>
    <dgm:pt modelId="{217365AB-809B-45F4-9325-87A6AF0593D0}" type="pres">
      <dgm:prSet presAssocID="{A5D7747E-3603-4F86-AB98-B3DD08238EEE}" presName="left_34_1" presStyleLbl="node1" presStyleIdx="4" presStyleCnt="7">
        <dgm:presLayoutVars>
          <dgm:bulletEnabled val="1"/>
        </dgm:presLayoutVars>
      </dgm:prSet>
      <dgm:spPr/>
    </dgm:pt>
    <dgm:pt modelId="{892F6E2C-B877-442F-83E7-CBD640F5FA42}" type="pres">
      <dgm:prSet presAssocID="{A5D7747E-3603-4F86-AB98-B3DD08238EEE}" presName="left_34_2" presStyleLbl="node1" presStyleIdx="5" presStyleCnt="7">
        <dgm:presLayoutVars>
          <dgm:bulletEnabled val="1"/>
        </dgm:presLayoutVars>
      </dgm:prSet>
      <dgm:spPr/>
    </dgm:pt>
    <dgm:pt modelId="{FB762DF5-CF73-481E-BA14-85CEB2DB4594}" type="pres">
      <dgm:prSet presAssocID="{A5D7747E-3603-4F86-AB98-B3DD08238EEE}" presName="left_34_3" presStyleLbl="node1" presStyleIdx="6" presStyleCnt="7">
        <dgm:presLayoutVars>
          <dgm:bulletEnabled val="1"/>
        </dgm:presLayoutVars>
      </dgm:prSet>
      <dgm:spPr/>
    </dgm:pt>
  </dgm:ptLst>
  <dgm:cxnLst>
    <dgm:cxn modelId="{99FC4914-A71B-497B-8080-6D3B74A4FA3A}" type="presOf" srcId="{2761BCE1-84CC-40AE-AF7E-CB8232E488ED}" destId="{E399046D-5E4B-40BA-8B7A-4D6A524F39D1}" srcOrd="0" destOrd="0" presId="urn:microsoft.com/office/officeart/2005/8/layout/balance1"/>
    <dgm:cxn modelId="{B1A70A24-4707-4529-8120-105705EE3615}" type="presOf" srcId="{3703BB34-8CF1-4816-AE8B-9805BAA26EC3}" destId="{4F995D41-BDB3-4F93-9305-C75F972B0688}" srcOrd="0" destOrd="0" presId="urn:microsoft.com/office/officeart/2005/8/layout/balance1"/>
    <dgm:cxn modelId="{9092C627-3333-44B9-A450-94A88B3D8528}" type="presOf" srcId="{FC59CC3F-F1B5-442D-9D6A-577E74C96E62}" destId="{892F6E2C-B877-442F-83E7-CBD640F5FA42}" srcOrd="0" destOrd="0" presId="urn:microsoft.com/office/officeart/2005/8/layout/balance1"/>
    <dgm:cxn modelId="{1DBD1B36-2EEC-478D-8060-87B9C6D20654}" type="presOf" srcId="{0C83368F-E2E3-4BDE-937F-33977A6EC65E}" destId="{111A54ED-E408-4675-9FFB-7466485D4B21}" srcOrd="0" destOrd="1" presId="urn:microsoft.com/office/officeart/2005/8/layout/balance1"/>
    <dgm:cxn modelId="{E969563E-C2D7-40C6-9886-EDCC68A04C56}" srcId="{2761BCE1-84CC-40AE-AF7E-CB8232E488ED}" destId="{5A2D4517-0D85-4BCC-B32C-12F01E12E3F9}" srcOrd="3" destOrd="0" parTransId="{0F81DF07-9820-4690-A4D6-2A6192A1A556}" sibTransId="{41FD9082-2705-46F0-9808-271E32C03FBC}"/>
    <dgm:cxn modelId="{EC9B1567-A267-4927-960C-C943FF904512}" srcId="{64F85C03-0EC4-440C-9518-55B0468D8F56}" destId="{0C83368F-E2E3-4BDE-937F-33977A6EC65E}" srcOrd="0" destOrd="0" parTransId="{F49489E9-37A4-4136-AEEC-9163E2B6B3B3}" sibTransId="{BEA6FD51-60C7-4DFF-A28B-B01860B948E9}"/>
    <dgm:cxn modelId="{D50F344C-AA0D-4D7A-BEC3-C85A8BF61643}" type="presOf" srcId="{B0D96B6E-C795-41E0-A80B-AEF19B10C318}" destId="{BE33C736-D47C-4A83-A603-3A83AE3213E6}" srcOrd="0" destOrd="0" presId="urn:microsoft.com/office/officeart/2005/8/layout/balance1"/>
    <dgm:cxn modelId="{685A1071-8F5D-417A-868B-87F73E1045FD}" srcId="{A5D7747E-3603-4F86-AB98-B3DD08238EEE}" destId="{2761BCE1-84CC-40AE-AF7E-CB8232E488ED}" srcOrd="1" destOrd="0" parTransId="{F8ECC763-BEDD-45F6-9611-F12A1BA6BF32}" sibTransId="{27DB6195-6815-43FE-9B3E-FB2B6CA3F1F8}"/>
    <dgm:cxn modelId="{B55D9853-A4B2-47D9-AD12-4F6C78457920}" srcId="{B0D96B6E-C795-41E0-A80B-AEF19B10C318}" destId="{5192C87D-E3E3-4C2E-A889-7A3DB45F98E7}" srcOrd="0" destOrd="0" parTransId="{FC73DECC-BB43-444B-B0FE-429DF5A77D2E}" sibTransId="{4DDAB2D5-1401-476C-AA5C-24BDA7250843}"/>
    <dgm:cxn modelId="{F586D675-9DDB-42D2-9A06-650CB9BCA105}" srcId="{2761BCE1-84CC-40AE-AF7E-CB8232E488ED}" destId="{64F85C03-0EC4-440C-9518-55B0468D8F56}" srcOrd="2" destOrd="0" parTransId="{FCCD8B3F-F6F7-4F88-9704-7FDDE8145A5B}" sibTransId="{F45EA9A3-6F90-41ED-A540-A92CB38F4181}"/>
    <dgm:cxn modelId="{2902B576-07B3-406C-A011-EB37629C0113}" type="presOf" srcId="{64F85C03-0EC4-440C-9518-55B0468D8F56}" destId="{111A54ED-E408-4675-9FFB-7466485D4B21}" srcOrd="0" destOrd="0" presId="urn:microsoft.com/office/officeart/2005/8/layout/balance1"/>
    <dgm:cxn modelId="{52A7F27C-C40E-438D-9DEA-97D825AA6348}" srcId="{B0D96B6E-C795-41E0-A80B-AEF19B10C318}" destId="{734F4A8B-32C3-41B8-A368-F9F9387B0B4A}" srcOrd="2" destOrd="0" parTransId="{8A64BF5A-0E97-476D-A759-A3181D923675}" sibTransId="{ABB0E201-A68E-46DE-A53D-1A1CAEAB74D1}"/>
    <dgm:cxn modelId="{A064FC88-CB67-41E6-9A8E-52DBF0887321}" type="presOf" srcId="{5192C87D-E3E3-4C2E-A889-7A3DB45F98E7}" destId="{217365AB-809B-45F4-9325-87A6AF0593D0}" srcOrd="0" destOrd="0" presId="urn:microsoft.com/office/officeart/2005/8/layout/balance1"/>
    <dgm:cxn modelId="{317CFC8D-0BF5-4E91-A3E5-B514CDBEA975}" type="presOf" srcId="{A5D7747E-3603-4F86-AB98-B3DD08238EEE}" destId="{55139D70-FE7D-4B18-8DC2-128EB175A778}" srcOrd="0" destOrd="0" presId="urn:microsoft.com/office/officeart/2005/8/layout/balance1"/>
    <dgm:cxn modelId="{2ADAF4CF-3CE6-4377-944D-3B0E9FC1D072}" type="presOf" srcId="{734F4A8B-32C3-41B8-A368-F9F9387B0B4A}" destId="{FB762DF5-CF73-481E-BA14-85CEB2DB4594}" srcOrd="0" destOrd="0" presId="urn:microsoft.com/office/officeart/2005/8/layout/balance1"/>
    <dgm:cxn modelId="{18A3DCDE-B395-4CA2-87EE-6F21A5E7DA47}" srcId="{2761BCE1-84CC-40AE-AF7E-CB8232E488ED}" destId="{3703BB34-8CF1-4816-AE8B-9805BAA26EC3}" srcOrd="1" destOrd="0" parTransId="{70EB04FF-F52B-482E-9C28-21BDB7165B31}" sibTransId="{FB02B95F-1E08-4B13-BFFD-9C648DC16F2A}"/>
    <dgm:cxn modelId="{272155E6-584D-4161-97E8-BF48A1CA7A60}" type="presOf" srcId="{5A2D4517-0D85-4BCC-B32C-12F01E12E3F9}" destId="{0420EA64-6E2E-4FD8-9B5B-C95803C7CBB9}" srcOrd="0" destOrd="0" presId="urn:microsoft.com/office/officeart/2005/8/layout/balance1"/>
    <dgm:cxn modelId="{08822AE8-194C-43AA-8D9F-C992C09BF4F2}" srcId="{B0D96B6E-C795-41E0-A80B-AEF19B10C318}" destId="{FC59CC3F-F1B5-442D-9D6A-577E74C96E62}" srcOrd="1" destOrd="0" parTransId="{79DF978E-5E63-4D35-84D2-BCA4C620DAA4}" sibTransId="{7A13B3EB-5305-43BE-89B1-6F52A64A7E40}"/>
    <dgm:cxn modelId="{33197DE8-A1FB-41A7-BBEF-0FCED78B3746}" type="presOf" srcId="{85BBFE9B-A8DA-42B7-A4DF-1196CFF1A6A9}" destId="{1A06CEAA-2B0D-4EAA-9792-F9E03ABBBACA}" srcOrd="0" destOrd="0" presId="urn:microsoft.com/office/officeart/2005/8/layout/balance1"/>
    <dgm:cxn modelId="{1DCC89ED-2CEB-48A1-881F-C9DFA636AB1C}" srcId="{2761BCE1-84CC-40AE-AF7E-CB8232E488ED}" destId="{85BBFE9B-A8DA-42B7-A4DF-1196CFF1A6A9}" srcOrd="0" destOrd="0" parTransId="{65C5A436-2000-4ECE-995D-03CC975E8C0B}" sibTransId="{3E6A3A6E-1AFE-456A-A8FF-8325C79C2155}"/>
    <dgm:cxn modelId="{9DC998F4-02D8-4D0D-ADDE-DA4C6C4AB9AA}" srcId="{A5D7747E-3603-4F86-AB98-B3DD08238EEE}" destId="{B0D96B6E-C795-41E0-A80B-AEF19B10C318}" srcOrd="0" destOrd="0" parTransId="{77B1D8B7-5417-4021-9C1E-9B4A6EC6D312}" sibTransId="{DED6B7E4-3441-4C0A-A9B8-D4BE9E2A5127}"/>
    <dgm:cxn modelId="{598C7C59-1775-4F72-86D5-A1EF9C524FA5}" type="presParOf" srcId="{55139D70-FE7D-4B18-8DC2-128EB175A778}" destId="{7C9AAEF3-010B-45FA-BE76-019A2C3AF082}" srcOrd="0" destOrd="0" presId="urn:microsoft.com/office/officeart/2005/8/layout/balance1"/>
    <dgm:cxn modelId="{6C3A54F4-FED8-4D01-BB6A-DAEA1E2DE97F}" type="presParOf" srcId="{55139D70-FE7D-4B18-8DC2-128EB175A778}" destId="{47D1B55B-8273-41E8-8EAC-57EC7CDAF3ED}" srcOrd="1" destOrd="0" presId="urn:microsoft.com/office/officeart/2005/8/layout/balance1"/>
    <dgm:cxn modelId="{7DDFBECC-6C46-4291-A30F-BFA8C20454B9}" type="presParOf" srcId="{47D1B55B-8273-41E8-8EAC-57EC7CDAF3ED}" destId="{BE33C736-D47C-4A83-A603-3A83AE3213E6}" srcOrd="0" destOrd="0" presId="urn:microsoft.com/office/officeart/2005/8/layout/balance1"/>
    <dgm:cxn modelId="{701FB041-C28F-406F-B2AA-7EE81A13CC4F}" type="presParOf" srcId="{47D1B55B-8273-41E8-8EAC-57EC7CDAF3ED}" destId="{E399046D-5E4B-40BA-8B7A-4D6A524F39D1}" srcOrd="1" destOrd="0" presId="urn:microsoft.com/office/officeart/2005/8/layout/balance1"/>
    <dgm:cxn modelId="{3B08067D-5B0B-43DB-9E7D-ADE85DBD9752}" type="presParOf" srcId="{55139D70-FE7D-4B18-8DC2-128EB175A778}" destId="{6D532A7D-0C73-4243-9A44-D904F002D80D}" srcOrd="2" destOrd="0" presId="urn:microsoft.com/office/officeart/2005/8/layout/balance1"/>
    <dgm:cxn modelId="{C8A30D44-FE36-45A3-B583-258377C0A59F}" type="presParOf" srcId="{6D532A7D-0C73-4243-9A44-D904F002D80D}" destId="{28ED47D9-E081-4DA8-872B-636022E85D53}" srcOrd="0" destOrd="0" presId="urn:microsoft.com/office/officeart/2005/8/layout/balance1"/>
    <dgm:cxn modelId="{C8E7616E-D9C3-41F4-9CA3-57F424849988}" type="presParOf" srcId="{6D532A7D-0C73-4243-9A44-D904F002D80D}" destId="{D411A478-2AE5-45D2-9BCD-18C737BC4EF1}" srcOrd="1" destOrd="0" presId="urn:microsoft.com/office/officeart/2005/8/layout/balance1"/>
    <dgm:cxn modelId="{CEA915F0-28AE-4A72-BC77-88C8FCB2CE76}" type="presParOf" srcId="{6D532A7D-0C73-4243-9A44-D904F002D80D}" destId="{DC64C2C5-96C4-4B44-840F-A275C062FCD0}" srcOrd="2" destOrd="0" presId="urn:microsoft.com/office/officeart/2005/8/layout/balance1"/>
    <dgm:cxn modelId="{B3563764-994C-4B15-AE2B-7C5A9F13F950}" type="presParOf" srcId="{6D532A7D-0C73-4243-9A44-D904F002D80D}" destId="{1A06CEAA-2B0D-4EAA-9792-F9E03ABBBACA}" srcOrd="3" destOrd="0" presId="urn:microsoft.com/office/officeart/2005/8/layout/balance1"/>
    <dgm:cxn modelId="{F0D35428-4CCD-414F-B924-7FBBB405041F}" type="presParOf" srcId="{6D532A7D-0C73-4243-9A44-D904F002D80D}" destId="{4F995D41-BDB3-4F93-9305-C75F972B0688}" srcOrd="4" destOrd="0" presId="urn:microsoft.com/office/officeart/2005/8/layout/balance1"/>
    <dgm:cxn modelId="{37BDF3B4-9FC2-43AD-B034-3A8C7145FC92}" type="presParOf" srcId="{6D532A7D-0C73-4243-9A44-D904F002D80D}" destId="{111A54ED-E408-4675-9FFB-7466485D4B21}" srcOrd="5" destOrd="0" presId="urn:microsoft.com/office/officeart/2005/8/layout/balance1"/>
    <dgm:cxn modelId="{A01A63E4-74A6-43C6-BD68-8CDFC660B10D}" type="presParOf" srcId="{6D532A7D-0C73-4243-9A44-D904F002D80D}" destId="{0420EA64-6E2E-4FD8-9B5B-C95803C7CBB9}" srcOrd="6" destOrd="0" presId="urn:microsoft.com/office/officeart/2005/8/layout/balance1"/>
    <dgm:cxn modelId="{BAB16644-5D9A-4C71-9E9C-3F02BE21DF99}" type="presParOf" srcId="{6D532A7D-0C73-4243-9A44-D904F002D80D}" destId="{217365AB-809B-45F4-9325-87A6AF0593D0}" srcOrd="7" destOrd="0" presId="urn:microsoft.com/office/officeart/2005/8/layout/balance1"/>
    <dgm:cxn modelId="{924B43D4-999D-4768-A47D-2E49C138BA41}" type="presParOf" srcId="{6D532A7D-0C73-4243-9A44-D904F002D80D}" destId="{892F6E2C-B877-442F-83E7-CBD640F5FA42}" srcOrd="8" destOrd="0" presId="urn:microsoft.com/office/officeart/2005/8/layout/balance1"/>
    <dgm:cxn modelId="{610D8E71-0E27-4DDF-AF4A-5181851F3BB6}" type="presParOf" srcId="{6D532A7D-0C73-4243-9A44-D904F002D80D}" destId="{FB762DF5-CF73-481E-BA14-85CEB2DB4594}" srcOrd="9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B0973F-EA1D-4513-BCED-6F147E0336D8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78442ED-C231-4971-A5BC-0B6978C0D644}">
      <dgm:prSet phldrT="[Text]"/>
      <dgm:spPr/>
      <dgm:t>
        <a:bodyPr/>
        <a:lstStyle/>
        <a:p>
          <a:r>
            <a:rPr lang="en-GB" dirty="0">
              <a:highlight>
                <a:srgbClr val="FFFF00"/>
              </a:highlight>
            </a:rPr>
            <a:t>Inward orientation </a:t>
          </a:r>
        </a:p>
      </dgm:t>
    </dgm:pt>
    <dgm:pt modelId="{EA2FE286-6F81-419B-B707-2929D5C06BEE}" type="parTrans" cxnId="{D312C82E-F5F6-4524-A064-655E788E940C}">
      <dgm:prSet/>
      <dgm:spPr/>
      <dgm:t>
        <a:bodyPr/>
        <a:lstStyle/>
        <a:p>
          <a:endParaRPr lang="en-GB"/>
        </a:p>
      </dgm:t>
    </dgm:pt>
    <dgm:pt modelId="{F741F99A-EDD8-48B2-81A2-0A13E89D0C3B}" type="sibTrans" cxnId="{D312C82E-F5F6-4524-A064-655E788E940C}">
      <dgm:prSet/>
      <dgm:spPr/>
      <dgm:t>
        <a:bodyPr/>
        <a:lstStyle/>
        <a:p>
          <a:endParaRPr lang="en-GB"/>
        </a:p>
      </dgm:t>
    </dgm:pt>
    <dgm:pt modelId="{397066AE-88E3-4C6F-B117-F4FEC4CA0542}">
      <dgm:prSet phldrT="[Text]"/>
      <dgm:spPr/>
      <dgm:t>
        <a:bodyPr/>
        <a:lstStyle/>
        <a:p>
          <a:r>
            <a:rPr lang="en-GB" dirty="0"/>
            <a:t>Focus on </a:t>
          </a:r>
          <a:r>
            <a:rPr lang="en-GB" dirty="0">
              <a:highlight>
                <a:srgbClr val="FFFF00"/>
              </a:highlight>
            </a:rPr>
            <a:t>domestic  market </a:t>
          </a:r>
        </a:p>
      </dgm:t>
    </dgm:pt>
    <dgm:pt modelId="{2C5506F2-14FC-4D91-B2D8-0823B7FB0606}" type="parTrans" cxnId="{80CA4759-3ED3-4379-9C94-BF494C65E2F9}">
      <dgm:prSet/>
      <dgm:spPr/>
      <dgm:t>
        <a:bodyPr/>
        <a:lstStyle/>
        <a:p>
          <a:endParaRPr lang="en-GB"/>
        </a:p>
      </dgm:t>
    </dgm:pt>
    <dgm:pt modelId="{5439AC55-9DAC-4F73-9EE6-95571F78D2E0}" type="sibTrans" cxnId="{80CA4759-3ED3-4379-9C94-BF494C65E2F9}">
      <dgm:prSet/>
      <dgm:spPr/>
      <dgm:t>
        <a:bodyPr/>
        <a:lstStyle/>
        <a:p>
          <a:endParaRPr lang="en-GB"/>
        </a:p>
      </dgm:t>
    </dgm:pt>
    <dgm:pt modelId="{DBCE7631-E13A-4A41-9A7B-91F347FC55D9}">
      <dgm:prSet phldrT="[Text]"/>
      <dgm:spPr/>
      <dgm:t>
        <a:bodyPr/>
        <a:lstStyle/>
        <a:p>
          <a:r>
            <a:rPr lang="en-GB" dirty="0"/>
            <a:t>Outward Orientation </a:t>
          </a:r>
        </a:p>
      </dgm:t>
    </dgm:pt>
    <dgm:pt modelId="{BCEF51DF-B154-411A-BE87-B38B1EA1AE9D}" type="parTrans" cxnId="{7B264C1D-C76C-4390-AD03-0640A31A8D2D}">
      <dgm:prSet/>
      <dgm:spPr/>
      <dgm:t>
        <a:bodyPr/>
        <a:lstStyle/>
        <a:p>
          <a:endParaRPr lang="en-GB"/>
        </a:p>
      </dgm:t>
    </dgm:pt>
    <dgm:pt modelId="{364BA8B5-7165-49A1-9DC5-01D084D5C38D}" type="sibTrans" cxnId="{7B264C1D-C76C-4390-AD03-0640A31A8D2D}">
      <dgm:prSet/>
      <dgm:spPr/>
      <dgm:t>
        <a:bodyPr/>
        <a:lstStyle/>
        <a:p>
          <a:endParaRPr lang="en-GB"/>
        </a:p>
      </dgm:t>
    </dgm:pt>
    <dgm:pt modelId="{D5B8E161-0A15-4203-9410-6BDA585445F2}">
      <dgm:prSet phldrT="[Text]"/>
      <dgm:spPr/>
      <dgm:t>
        <a:bodyPr/>
        <a:lstStyle/>
        <a:p>
          <a:r>
            <a:rPr lang="en-GB" dirty="0"/>
            <a:t>Focus on international market </a:t>
          </a:r>
        </a:p>
      </dgm:t>
    </dgm:pt>
    <dgm:pt modelId="{A5F1111F-AA75-481C-B590-89FC11152FE3}" type="parTrans" cxnId="{A01FB89F-29ED-4F0D-A616-533439ADF34C}">
      <dgm:prSet/>
      <dgm:spPr/>
      <dgm:t>
        <a:bodyPr/>
        <a:lstStyle/>
        <a:p>
          <a:endParaRPr lang="en-GB"/>
        </a:p>
      </dgm:t>
    </dgm:pt>
    <dgm:pt modelId="{DCB0E388-BE84-418B-85FA-DBA78E33C9C6}" type="sibTrans" cxnId="{A01FB89F-29ED-4F0D-A616-533439ADF34C}">
      <dgm:prSet/>
      <dgm:spPr/>
      <dgm:t>
        <a:bodyPr/>
        <a:lstStyle/>
        <a:p>
          <a:endParaRPr lang="en-GB"/>
        </a:p>
      </dgm:t>
    </dgm:pt>
    <dgm:pt modelId="{152B0224-E8CF-4EA6-80D8-B8A1E8A2A00D}" type="pres">
      <dgm:prSet presAssocID="{B1B0973F-EA1D-4513-BCED-6F147E0336D8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44983996-61AC-451A-A76B-D1E3A1A97BAC}" type="pres">
      <dgm:prSet presAssocID="{B1B0973F-EA1D-4513-BCED-6F147E0336D8}" presName="Background" presStyleLbl="node1" presStyleIdx="0" presStyleCnt="1"/>
      <dgm:spPr/>
    </dgm:pt>
    <dgm:pt modelId="{1ED0145A-CF22-41D0-BA00-A066DF4C7334}" type="pres">
      <dgm:prSet presAssocID="{B1B0973F-EA1D-4513-BCED-6F147E0336D8}" presName="Divider" presStyleLbl="callout" presStyleIdx="0" presStyleCnt="1"/>
      <dgm:spPr/>
    </dgm:pt>
    <dgm:pt modelId="{62ABF631-E1DF-4AC7-A2F2-18DF1813EFC6}" type="pres">
      <dgm:prSet presAssocID="{B1B0973F-EA1D-4513-BCED-6F147E0336D8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196C948-84E5-41B9-820C-FCA918F2BC37}" type="pres">
      <dgm:prSet presAssocID="{B1B0973F-EA1D-4513-BCED-6F147E0336D8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3AD498F-598D-4391-8D6A-518E9A329076}" type="pres">
      <dgm:prSet presAssocID="{B1B0973F-EA1D-4513-BCED-6F147E0336D8}" presName="ParentText1" presStyleLbl="revTx" presStyleIdx="0" presStyleCnt="0">
        <dgm:presLayoutVars>
          <dgm:chMax val="1"/>
          <dgm:chPref val="1"/>
        </dgm:presLayoutVars>
      </dgm:prSet>
      <dgm:spPr/>
    </dgm:pt>
    <dgm:pt modelId="{7213070C-E6EC-4D8A-8F62-29ADD778D518}" type="pres">
      <dgm:prSet presAssocID="{B1B0973F-EA1D-4513-BCED-6F147E0336D8}" presName="ParentShape1" presStyleLbl="alignImgPlace1" presStyleIdx="0" presStyleCnt="2">
        <dgm:presLayoutVars/>
      </dgm:prSet>
      <dgm:spPr/>
    </dgm:pt>
    <dgm:pt modelId="{5A61626A-126B-4951-AC8E-143D411B71CB}" type="pres">
      <dgm:prSet presAssocID="{B1B0973F-EA1D-4513-BCED-6F147E0336D8}" presName="ParentText2" presStyleLbl="revTx" presStyleIdx="0" presStyleCnt="0">
        <dgm:presLayoutVars>
          <dgm:chMax val="1"/>
          <dgm:chPref val="1"/>
        </dgm:presLayoutVars>
      </dgm:prSet>
      <dgm:spPr/>
    </dgm:pt>
    <dgm:pt modelId="{1EB25D99-4631-4751-8DF2-CFFADB249E21}" type="pres">
      <dgm:prSet presAssocID="{B1B0973F-EA1D-4513-BCED-6F147E0336D8}" presName="ParentShape2" presStyleLbl="alignImgPlace1" presStyleIdx="1" presStyleCnt="2">
        <dgm:presLayoutVars/>
      </dgm:prSet>
      <dgm:spPr/>
    </dgm:pt>
  </dgm:ptLst>
  <dgm:cxnLst>
    <dgm:cxn modelId="{7B264C1D-C76C-4390-AD03-0640A31A8D2D}" srcId="{B1B0973F-EA1D-4513-BCED-6F147E0336D8}" destId="{DBCE7631-E13A-4A41-9A7B-91F347FC55D9}" srcOrd="1" destOrd="0" parTransId="{BCEF51DF-B154-411A-BE87-B38B1EA1AE9D}" sibTransId="{364BA8B5-7165-49A1-9DC5-01D084D5C38D}"/>
    <dgm:cxn modelId="{D312C82E-F5F6-4524-A064-655E788E940C}" srcId="{B1B0973F-EA1D-4513-BCED-6F147E0336D8}" destId="{878442ED-C231-4971-A5BC-0B6978C0D644}" srcOrd="0" destOrd="0" parTransId="{EA2FE286-6F81-419B-B707-2929D5C06BEE}" sibTransId="{F741F99A-EDD8-48B2-81A2-0A13E89D0C3B}"/>
    <dgm:cxn modelId="{C3EF9A40-F687-4A31-A925-186C9A459F4D}" type="presOf" srcId="{DBCE7631-E13A-4A41-9A7B-91F347FC55D9}" destId="{1EB25D99-4631-4751-8DF2-CFFADB249E21}" srcOrd="1" destOrd="0" presId="urn:microsoft.com/office/officeart/2009/3/layout/OpposingIdeas"/>
    <dgm:cxn modelId="{99EAEC45-64E3-4505-A3AD-B5E92DA11C92}" type="presOf" srcId="{878442ED-C231-4971-A5BC-0B6978C0D644}" destId="{7213070C-E6EC-4D8A-8F62-29ADD778D518}" srcOrd="1" destOrd="0" presId="urn:microsoft.com/office/officeart/2009/3/layout/OpposingIdeas"/>
    <dgm:cxn modelId="{2C30586B-5A9A-49FE-AB61-6D4D21EC3D01}" type="presOf" srcId="{DBCE7631-E13A-4A41-9A7B-91F347FC55D9}" destId="{5A61626A-126B-4951-AC8E-143D411B71CB}" srcOrd="0" destOrd="0" presId="urn:microsoft.com/office/officeart/2009/3/layout/OpposingIdeas"/>
    <dgm:cxn modelId="{41E8E74D-C291-408B-BB3A-F6F8900D9C34}" type="presOf" srcId="{D5B8E161-0A15-4203-9410-6BDA585445F2}" destId="{1196C948-84E5-41B9-820C-FCA918F2BC37}" srcOrd="0" destOrd="0" presId="urn:microsoft.com/office/officeart/2009/3/layout/OpposingIdeas"/>
    <dgm:cxn modelId="{80CA4759-3ED3-4379-9C94-BF494C65E2F9}" srcId="{878442ED-C231-4971-A5BC-0B6978C0D644}" destId="{397066AE-88E3-4C6F-B117-F4FEC4CA0542}" srcOrd="0" destOrd="0" parTransId="{2C5506F2-14FC-4D91-B2D8-0823B7FB0606}" sibTransId="{5439AC55-9DAC-4F73-9EE6-95571F78D2E0}"/>
    <dgm:cxn modelId="{A01FB89F-29ED-4F0D-A616-533439ADF34C}" srcId="{DBCE7631-E13A-4A41-9A7B-91F347FC55D9}" destId="{D5B8E161-0A15-4203-9410-6BDA585445F2}" srcOrd="0" destOrd="0" parTransId="{A5F1111F-AA75-481C-B590-89FC11152FE3}" sibTransId="{DCB0E388-BE84-418B-85FA-DBA78E33C9C6}"/>
    <dgm:cxn modelId="{EA9BA6A8-422E-4E2F-A256-50E221B47756}" type="presOf" srcId="{878442ED-C231-4971-A5BC-0B6978C0D644}" destId="{23AD498F-598D-4391-8D6A-518E9A329076}" srcOrd="0" destOrd="0" presId="urn:microsoft.com/office/officeart/2009/3/layout/OpposingIdeas"/>
    <dgm:cxn modelId="{6029B8E1-9FBF-4D4E-9F34-1575A4F2F1A0}" type="presOf" srcId="{B1B0973F-EA1D-4513-BCED-6F147E0336D8}" destId="{152B0224-E8CF-4EA6-80D8-B8A1E8A2A00D}" srcOrd="0" destOrd="0" presId="urn:microsoft.com/office/officeart/2009/3/layout/OpposingIdeas"/>
    <dgm:cxn modelId="{900F33F1-70C1-4A8C-8D3F-372B93309711}" type="presOf" srcId="{397066AE-88E3-4C6F-B117-F4FEC4CA0542}" destId="{62ABF631-E1DF-4AC7-A2F2-18DF1813EFC6}" srcOrd="0" destOrd="0" presId="urn:microsoft.com/office/officeart/2009/3/layout/OpposingIdeas"/>
    <dgm:cxn modelId="{493C1B6F-5235-4F8A-896B-A994DFAFB70E}" type="presParOf" srcId="{152B0224-E8CF-4EA6-80D8-B8A1E8A2A00D}" destId="{44983996-61AC-451A-A76B-D1E3A1A97BAC}" srcOrd="0" destOrd="0" presId="urn:microsoft.com/office/officeart/2009/3/layout/OpposingIdeas"/>
    <dgm:cxn modelId="{1803763F-08E2-4AFA-97A6-937EE2016C64}" type="presParOf" srcId="{152B0224-E8CF-4EA6-80D8-B8A1E8A2A00D}" destId="{1ED0145A-CF22-41D0-BA00-A066DF4C7334}" srcOrd="1" destOrd="0" presId="urn:microsoft.com/office/officeart/2009/3/layout/OpposingIdeas"/>
    <dgm:cxn modelId="{2590EF1D-7688-4CF8-8639-017904CC8B4E}" type="presParOf" srcId="{152B0224-E8CF-4EA6-80D8-B8A1E8A2A00D}" destId="{62ABF631-E1DF-4AC7-A2F2-18DF1813EFC6}" srcOrd="2" destOrd="0" presId="urn:microsoft.com/office/officeart/2009/3/layout/OpposingIdeas"/>
    <dgm:cxn modelId="{2960F11C-35F0-4BF2-AB61-A190A89A339E}" type="presParOf" srcId="{152B0224-E8CF-4EA6-80D8-B8A1E8A2A00D}" destId="{1196C948-84E5-41B9-820C-FCA918F2BC37}" srcOrd="3" destOrd="0" presId="urn:microsoft.com/office/officeart/2009/3/layout/OpposingIdeas"/>
    <dgm:cxn modelId="{D3EF5126-C47C-41B8-BE36-E2023EC93A59}" type="presParOf" srcId="{152B0224-E8CF-4EA6-80D8-B8A1E8A2A00D}" destId="{23AD498F-598D-4391-8D6A-518E9A329076}" srcOrd="4" destOrd="0" presId="urn:microsoft.com/office/officeart/2009/3/layout/OpposingIdeas"/>
    <dgm:cxn modelId="{0D15458F-8795-43B5-9960-F607A8F32077}" type="presParOf" srcId="{152B0224-E8CF-4EA6-80D8-B8A1E8A2A00D}" destId="{7213070C-E6EC-4D8A-8F62-29ADD778D518}" srcOrd="5" destOrd="0" presId="urn:microsoft.com/office/officeart/2009/3/layout/OpposingIdeas"/>
    <dgm:cxn modelId="{50649FD5-8507-451F-B2E2-B69014E6F478}" type="presParOf" srcId="{152B0224-E8CF-4EA6-80D8-B8A1E8A2A00D}" destId="{5A61626A-126B-4951-AC8E-143D411B71CB}" srcOrd="6" destOrd="0" presId="urn:microsoft.com/office/officeart/2009/3/layout/OpposingIdeas"/>
    <dgm:cxn modelId="{4126CEF8-DF35-4101-9867-7062DAFC7C9C}" type="presParOf" srcId="{152B0224-E8CF-4EA6-80D8-B8A1E8A2A00D}" destId="{1EB25D99-4631-4751-8DF2-CFFADB249E21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79D7C6-36CF-4BA4-A5F6-B17CE59F432D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5E4ACA5F-FBAF-4E19-875F-0DC5B787AD0A}">
      <dgm:prSet phldrT="[Text]"/>
      <dgm:spPr/>
      <dgm:t>
        <a:bodyPr/>
        <a:lstStyle/>
        <a:p>
          <a:r>
            <a:rPr lang="en-GB" dirty="0"/>
            <a:t>Primary sector </a:t>
          </a:r>
        </a:p>
      </dgm:t>
    </dgm:pt>
    <dgm:pt modelId="{ECC5EE3E-C176-47D5-924C-1092B4AEC6FD}" type="parTrans" cxnId="{8F59E318-ADA8-4034-82AD-308F0070E28F}">
      <dgm:prSet/>
      <dgm:spPr/>
      <dgm:t>
        <a:bodyPr/>
        <a:lstStyle/>
        <a:p>
          <a:endParaRPr lang="en-GB"/>
        </a:p>
      </dgm:t>
    </dgm:pt>
    <dgm:pt modelId="{5876FA69-B3DB-4B4D-BA38-975190047A10}" type="sibTrans" cxnId="{8F59E318-ADA8-4034-82AD-308F0070E28F}">
      <dgm:prSet/>
      <dgm:spPr/>
      <dgm:t>
        <a:bodyPr/>
        <a:lstStyle/>
        <a:p>
          <a:endParaRPr lang="en-GB"/>
        </a:p>
      </dgm:t>
    </dgm:pt>
    <dgm:pt modelId="{A0A7CB9C-3CFA-443B-BEC2-3A0923D10127}">
      <dgm:prSet phldrT="[Text]"/>
      <dgm:spPr/>
      <dgm:t>
        <a:bodyPr/>
        <a:lstStyle/>
        <a:p>
          <a:r>
            <a:rPr lang="en-GB" dirty="0"/>
            <a:t>Manufacturing sector </a:t>
          </a:r>
        </a:p>
      </dgm:t>
    </dgm:pt>
    <dgm:pt modelId="{7E70E32E-0F3E-4797-A3B5-895462850666}" type="parTrans" cxnId="{BD47484A-3142-42F7-A321-2D37726E8B22}">
      <dgm:prSet/>
      <dgm:spPr/>
      <dgm:t>
        <a:bodyPr/>
        <a:lstStyle/>
        <a:p>
          <a:endParaRPr lang="en-GB"/>
        </a:p>
      </dgm:t>
    </dgm:pt>
    <dgm:pt modelId="{AA0A5A2F-37F1-47D3-9102-ECFD6B192C61}" type="sibTrans" cxnId="{BD47484A-3142-42F7-A321-2D37726E8B22}">
      <dgm:prSet/>
      <dgm:spPr/>
      <dgm:t>
        <a:bodyPr/>
        <a:lstStyle/>
        <a:p>
          <a:endParaRPr lang="en-GB"/>
        </a:p>
      </dgm:t>
    </dgm:pt>
    <dgm:pt modelId="{AEEF648A-5263-4052-8CA4-0CE44D40F1C4}" type="pres">
      <dgm:prSet presAssocID="{6379D7C6-36CF-4BA4-A5F6-B17CE59F432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8160139-B558-450A-8564-F0C6F626B02A}" type="pres">
      <dgm:prSet presAssocID="{A0A7CB9C-3CFA-443B-BEC2-3A0923D10127}" presName="Accent2" presStyleCnt="0"/>
      <dgm:spPr/>
    </dgm:pt>
    <dgm:pt modelId="{2152629C-6E55-4688-BD2D-BC032735617D}" type="pres">
      <dgm:prSet presAssocID="{A0A7CB9C-3CFA-443B-BEC2-3A0923D10127}" presName="Accent" presStyleLbl="node1" presStyleIdx="0" presStyleCnt="2"/>
      <dgm:spPr/>
    </dgm:pt>
    <dgm:pt modelId="{BFA3F2BD-2258-4D57-9D1A-B1E69BB2399D}" type="pres">
      <dgm:prSet presAssocID="{A0A7CB9C-3CFA-443B-BEC2-3A0923D10127}" presName="ParentBackground2" presStyleCnt="0"/>
      <dgm:spPr/>
    </dgm:pt>
    <dgm:pt modelId="{F83FEB4B-6DD6-4B52-90D2-B88B13375D26}" type="pres">
      <dgm:prSet presAssocID="{A0A7CB9C-3CFA-443B-BEC2-3A0923D10127}" presName="ParentBackground" presStyleLbl="fgAcc1" presStyleIdx="0" presStyleCnt="2"/>
      <dgm:spPr/>
    </dgm:pt>
    <dgm:pt modelId="{5A7F1A2B-C3A7-46A1-8378-E9A10747267E}" type="pres">
      <dgm:prSet presAssocID="{A0A7CB9C-3CFA-443B-BEC2-3A0923D10127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50C40FC-AAA1-40F5-9509-9B83952D0D01}" type="pres">
      <dgm:prSet presAssocID="{5E4ACA5F-FBAF-4E19-875F-0DC5B787AD0A}" presName="Accent1" presStyleCnt="0"/>
      <dgm:spPr/>
    </dgm:pt>
    <dgm:pt modelId="{9111C37C-BAE6-4A83-8103-055C149C579D}" type="pres">
      <dgm:prSet presAssocID="{5E4ACA5F-FBAF-4E19-875F-0DC5B787AD0A}" presName="Accent" presStyleLbl="node1" presStyleIdx="1" presStyleCnt="2"/>
      <dgm:spPr/>
    </dgm:pt>
    <dgm:pt modelId="{3E3C634E-54AD-4E0B-A354-D89F115B4D55}" type="pres">
      <dgm:prSet presAssocID="{5E4ACA5F-FBAF-4E19-875F-0DC5B787AD0A}" presName="ParentBackground1" presStyleCnt="0"/>
      <dgm:spPr/>
    </dgm:pt>
    <dgm:pt modelId="{3612FD78-32ED-4F6B-A7CF-ED48201ECD4D}" type="pres">
      <dgm:prSet presAssocID="{5E4ACA5F-FBAF-4E19-875F-0DC5B787AD0A}" presName="ParentBackground" presStyleLbl="fgAcc1" presStyleIdx="1" presStyleCnt="2"/>
      <dgm:spPr/>
    </dgm:pt>
    <dgm:pt modelId="{DE2A3191-F059-4610-90EB-F11503F837C4}" type="pres">
      <dgm:prSet presAssocID="{5E4ACA5F-FBAF-4E19-875F-0DC5B787AD0A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F59E318-ADA8-4034-82AD-308F0070E28F}" srcId="{6379D7C6-36CF-4BA4-A5F6-B17CE59F432D}" destId="{5E4ACA5F-FBAF-4E19-875F-0DC5B787AD0A}" srcOrd="0" destOrd="0" parTransId="{ECC5EE3E-C176-47D5-924C-1092B4AEC6FD}" sibTransId="{5876FA69-B3DB-4B4D-BA38-975190047A10}"/>
    <dgm:cxn modelId="{BD47484A-3142-42F7-A321-2D37726E8B22}" srcId="{6379D7C6-36CF-4BA4-A5F6-B17CE59F432D}" destId="{A0A7CB9C-3CFA-443B-BEC2-3A0923D10127}" srcOrd="1" destOrd="0" parTransId="{7E70E32E-0F3E-4797-A3B5-895462850666}" sibTransId="{AA0A5A2F-37F1-47D3-9102-ECFD6B192C61}"/>
    <dgm:cxn modelId="{C67CC874-5D3E-41BF-AA92-EBCA27AB1BCC}" type="presOf" srcId="{5E4ACA5F-FBAF-4E19-875F-0DC5B787AD0A}" destId="{3612FD78-32ED-4F6B-A7CF-ED48201ECD4D}" srcOrd="0" destOrd="0" presId="urn:microsoft.com/office/officeart/2011/layout/CircleProcess"/>
    <dgm:cxn modelId="{08273792-FC52-4DDA-89EB-24580C584C27}" type="presOf" srcId="{5E4ACA5F-FBAF-4E19-875F-0DC5B787AD0A}" destId="{DE2A3191-F059-4610-90EB-F11503F837C4}" srcOrd="1" destOrd="0" presId="urn:microsoft.com/office/officeart/2011/layout/CircleProcess"/>
    <dgm:cxn modelId="{30460497-B502-42F5-B40B-86F5A73B9774}" type="presOf" srcId="{6379D7C6-36CF-4BA4-A5F6-B17CE59F432D}" destId="{AEEF648A-5263-4052-8CA4-0CE44D40F1C4}" srcOrd="0" destOrd="0" presId="urn:microsoft.com/office/officeart/2011/layout/CircleProcess"/>
    <dgm:cxn modelId="{7A3C1898-0496-4EA4-BBC2-2F580B3EF6BE}" type="presOf" srcId="{A0A7CB9C-3CFA-443B-BEC2-3A0923D10127}" destId="{F83FEB4B-6DD6-4B52-90D2-B88B13375D26}" srcOrd="0" destOrd="0" presId="urn:microsoft.com/office/officeart/2011/layout/CircleProcess"/>
    <dgm:cxn modelId="{915510EE-64EF-40F3-BC06-025D9B96B9EE}" type="presOf" srcId="{A0A7CB9C-3CFA-443B-BEC2-3A0923D10127}" destId="{5A7F1A2B-C3A7-46A1-8378-E9A10747267E}" srcOrd="1" destOrd="0" presId="urn:microsoft.com/office/officeart/2011/layout/CircleProcess"/>
    <dgm:cxn modelId="{44AB9001-5469-481A-89E0-9A9CFFFDE6C7}" type="presParOf" srcId="{AEEF648A-5263-4052-8CA4-0CE44D40F1C4}" destId="{58160139-B558-450A-8564-F0C6F626B02A}" srcOrd="0" destOrd="0" presId="urn:microsoft.com/office/officeart/2011/layout/CircleProcess"/>
    <dgm:cxn modelId="{4FEDB1C2-004D-4AE4-B9A2-E5FB8C467707}" type="presParOf" srcId="{58160139-B558-450A-8564-F0C6F626B02A}" destId="{2152629C-6E55-4688-BD2D-BC032735617D}" srcOrd="0" destOrd="0" presId="urn:microsoft.com/office/officeart/2011/layout/CircleProcess"/>
    <dgm:cxn modelId="{A8F5BC55-A472-4133-9816-FE08A584F74C}" type="presParOf" srcId="{AEEF648A-5263-4052-8CA4-0CE44D40F1C4}" destId="{BFA3F2BD-2258-4D57-9D1A-B1E69BB2399D}" srcOrd="1" destOrd="0" presId="urn:microsoft.com/office/officeart/2011/layout/CircleProcess"/>
    <dgm:cxn modelId="{9386BB73-E74A-4F43-9A72-066BFC8E295B}" type="presParOf" srcId="{BFA3F2BD-2258-4D57-9D1A-B1E69BB2399D}" destId="{F83FEB4B-6DD6-4B52-90D2-B88B13375D26}" srcOrd="0" destOrd="0" presId="urn:microsoft.com/office/officeart/2011/layout/CircleProcess"/>
    <dgm:cxn modelId="{F32A5BF3-5961-4DA3-8ED9-17D0326BD1DC}" type="presParOf" srcId="{AEEF648A-5263-4052-8CA4-0CE44D40F1C4}" destId="{5A7F1A2B-C3A7-46A1-8378-E9A10747267E}" srcOrd="2" destOrd="0" presId="urn:microsoft.com/office/officeart/2011/layout/CircleProcess"/>
    <dgm:cxn modelId="{9A0AB508-5B40-43E6-A141-F3F8CACABCC5}" type="presParOf" srcId="{AEEF648A-5263-4052-8CA4-0CE44D40F1C4}" destId="{050C40FC-AAA1-40F5-9509-9B83952D0D01}" srcOrd="3" destOrd="0" presId="urn:microsoft.com/office/officeart/2011/layout/CircleProcess"/>
    <dgm:cxn modelId="{8935772F-4ACD-40D4-BC7F-D3D3F9DD9A4E}" type="presParOf" srcId="{050C40FC-AAA1-40F5-9509-9B83952D0D01}" destId="{9111C37C-BAE6-4A83-8103-055C149C579D}" srcOrd="0" destOrd="0" presId="urn:microsoft.com/office/officeart/2011/layout/CircleProcess"/>
    <dgm:cxn modelId="{BBA1E829-13D9-4A0E-BA89-230AF85B0615}" type="presParOf" srcId="{AEEF648A-5263-4052-8CA4-0CE44D40F1C4}" destId="{3E3C634E-54AD-4E0B-A354-D89F115B4D55}" srcOrd="4" destOrd="0" presId="urn:microsoft.com/office/officeart/2011/layout/CircleProcess"/>
    <dgm:cxn modelId="{FBF2EE64-550F-4E52-9B6D-57B24161CB27}" type="presParOf" srcId="{3E3C634E-54AD-4E0B-A354-D89F115B4D55}" destId="{3612FD78-32ED-4F6B-A7CF-ED48201ECD4D}" srcOrd="0" destOrd="0" presId="urn:microsoft.com/office/officeart/2011/layout/CircleProcess"/>
    <dgm:cxn modelId="{9FAC5133-1DC4-4348-8E1C-C360941FE868}" type="presParOf" srcId="{AEEF648A-5263-4052-8CA4-0CE44D40F1C4}" destId="{DE2A3191-F059-4610-90EB-F11503F837C4}" srcOrd="5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40FA3D-0239-407C-944C-939389A323C5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52CA709-6BA4-47AD-8B76-26683E831016}">
      <dgm:prSet phldrT="[Text]" custT="1"/>
      <dgm:spPr/>
      <dgm:t>
        <a:bodyPr/>
        <a:lstStyle/>
        <a:p>
          <a:r>
            <a:rPr lang="en-GB" sz="4400" dirty="0">
              <a:solidFill>
                <a:schemeClr val="tx1"/>
              </a:solidFill>
              <a:highlight>
                <a:srgbClr val="FFFF00"/>
              </a:highlight>
            </a:rPr>
            <a:t>Inward Orientation </a:t>
          </a:r>
        </a:p>
        <a:p>
          <a:r>
            <a:rPr lang="en-GB" sz="4400" dirty="0"/>
            <a:t>Growth strategies </a:t>
          </a:r>
        </a:p>
      </dgm:t>
    </dgm:pt>
    <dgm:pt modelId="{E3128321-F549-4FE3-A75A-574FDA792917}" type="parTrans" cxnId="{FDD5AE8C-35C7-4028-B072-D18E01D19284}">
      <dgm:prSet/>
      <dgm:spPr/>
      <dgm:t>
        <a:bodyPr/>
        <a:lstStyle/>
        <a:p>
          <a:endParaRPr lang="en-GB" sz="1200"/>
        </a:p>
      </dgm:t>
    </dgm:pt>
    <dgm:pt modelId="{BB750820-9894-431A-994B-E6B26E92BC1C}" type="sibTrans" cxnId="{FDD5AE8C-35C7-4028-B072-D18E01D19284}">
      <dgm:prSet/>
      <dgm:spPr/>
      <dgm:t>
        <a:bodyPr/>
        <a:lstStyle/>
        <a:p>
          <a:endParaRPr lang="en-GB" sz="1200"/>
        </a:p>
      </dgm:t>
    </dgm:pt>
    <dgm:pt modelId="{72107F85-DEAB-4688-A916-1A0F38B183E5}" type="pres">
      <dgm:prSet presAssocID="{7F40FA3D-0239-407C-944C-939389A323C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8E5A16F-F627-4C52-94E9-9077D58984E7}" type="pres">
      <dgm:prSet presAssocID="{952CA709-6BA4-47AD-8B76-26683E831016}" presName="hierRoot1" presStyleCnt="0">
        <dgm:presLayoutVars>
          <dgm:hierBranch val="init"/>
        </dgm:presLayoutVars>
      </dgm:prSet>
      <dgm:spPr/>
    </dgm:pt>
    <dgm:pt modelId="{75394C49-B554-4643-962C-8612CA786F91}" type="pres">
      <dgm:prSet presAssocID="{952CA709-6BA4-47AD-8B76-26683E831016}" presName="rootComposite1" presStyleCnt="0"/>
      <dgm:spPr/>
    </dgm:pt>
    <dgm:pt modelId="{3ABC03B0-2486-4A2C-A65B-0B463094E93E}" type="pres">
      <dgm:prSet presAssocID="{952CA709-6BA4-47AD-8B76-26683E831016}" presName="rootText1" presStyleLbl="node0" presStyleIdx="0" presStyleCnt="1" custScaleX="177383" custScaleY="124309">
        <dgm:presLayoutVars>
          <dgm:chPref val="3"/>
        </dgm:presLayoutVars>
      </dgm:prSet>
      <dgm:spPr/>
    </dgm:pt>
    <dgm:pt modelId="{215A6F09-FB92-437D-B57F-AF8448C1A0C0}" type="pres">
      <dgm:prSet presAssocID="{952CA709-6BA4-47AD-8B76-26683E831016}" presName="rootConnector1" presStyleLbl="node1" presStyleIdx="0" presStyleCnt="0"/>
      <dgm:spPr/>
    </dgm:pt>
    <dgm:pt modelId="{9E13BDC3-DCA6-4F57-BC98-0CA73FAB1DE6}" type="pres">
      <dgm:prSet presAssocID="{952CA709-6BA4-47AD-8B76-26683E831016}" presName="hierChild2" presStyleCnt="0"/>
      <dgm:spPr/>
    </dgm:pt>
    <dgm:pt modelId="{C196A0B9-C150-44E4-B958-E0B8D9228944}" type="pres">
      <dgm:prSet presAssocID="{952CA709-6BA4-47AD-8B76-26683E831016}" presName="hierChild3" presStyleCnt="0"/>
      <dgm:spPr/>
    </dgm:pt>
  </dgm:ptLst>
  <dgm:cxnLst>
    <dgm:cxn modelId="{E9C9FF32-6196-4435-9C6B-2C8C942E146C}" type="presOf" srcId="{7F40FA3D-0239-407C-944C-939389A323C5}" destId="{72107F85-DEAB-4688-A916-1A0F38B183E5}" srcOrd="0" destOrd="0" presId="urn:microsoft.com/office/officeart/2005/8/layout/orgChart1"/>
    <dgm:cxn modelId="{FDD5AE8C-35C7-4028-B072-D18E01D19284}" srcId="{7F40FA3D-0239-407C-944C-939389A323C5}" destId="{952CA709-6BA4-47AD-8B76-26683E831016}" srcOrd="0" destOrd="0" parTransId="{E3128321-F549-4FE3-A75A-574FDA792917}" sibTransId="{BB750820-9894-431A-994B-E6B26E92BC1C}"/>
    <dgm:cxn modelId="{F30054B8-3E45-4B3A-928E-39C0E8F11199}" type="presOf" srcId="{952CA709-6BA4-47AD-8B76-26683E831016}" destId="{215A6F09-FB92-437D-B57F-AF8448C1A0C0}" srcOrd="1" destOrd="0" presId="urn:microsoft.com/office/officeart/2005/8/layout/orgChart1"/>
    <dgm:cxn modelId="{4F47ECEA-C158-4BE7-989B-1A8AD337AE09}" type="presOf" srcId="{952CA709-6BA4-47AD-8B76-26683E831016}" destId="{3ABC03B0-2486-4A2C-A65B-0B463094E93E}" srcOrd="0" destOrd="0" presId="urn:microsoft.com/office/officeart/2005/8/layout/orgChart1"/>
    <dgm:cxn modelId="{A2163ABB-AD68-4841-9E2C-F5F6301BB578}" type="presParOf" srcId="{72107F85-DEAB-4688-A916-1A0F38B183E5}" destId="{E8E5A16F-F627-4C52-94E9-9077D58984E7}" srcOrd="0" destOrd="0" presId="urn:microsoft.com/office/officeart/2005/8/layout/orgChart1"/>
    <dgm:cxn modelId="{E232B97E-C3DB-45EA-831B-1B2D53C667A6}" type="presParOf" srcId="{E8E5A16F-F627-4C52-94E9-9077D58984E7}" destId="{75394C49-B554-4643-962C-8612CA786F91}" srcOrd="0" destOrd="0" presId="urn:microsoft.com/office/officeart/2005/8/layout/orgChart1"/>
    <dgm:cxn modelId="{E44F04DD-C6AD-4342-B0FB-4017DACD5224}" type="presParOf" srcId="{75394C49-B554-4643-962C-8612CA786F91}" destId="{3ABC03B0-2486-4A2C-A65B-0B463094E93E}" srcOrd="0" destOrd="0" presId="urn:microsoft.com/office/officeart/2005/8/layout/orgChart1"/>
    <dgm:cxn modelId="{57D77B68-7CAE-4723-A1D8-E83531D316AE}" type="presParOf" srcId="{75394C49-B554-4643-962C-8612CA786F91}" destId="{215A6F09-FB92-437D-B57F-AF8448C1A0C0}" srcOrd="1" destOrd="0" presId="urn:microsoft.com/office/officeart/2005/8/layout/orgChart1"/>
    <dgm:cxn modelId="{18D3669E-315A-47FC-94FE-D38D5BD62CF9}" type="presParOf" srcId="{E8E5A16F-F627-4C52-94E9-9077D58984E7}" destId="{9E13BDC3-DCA6-4F57-BC98-0CA73FAB1DE6}" srcOrd="1" destOrd="0" presId="urn:microsoft.com/office/officeart/2005/8/layout/orgChart1"/>
    <dgm:cxn modelId="{1011E89F-23B2-4B1A-83A2-00D9965C08EB}" type="presParOf" srcId="{E8E5A16F-F627-4C52-94E9-9077D58984E7}" destId="{C196A0B9-C150-44E4-B958-E0B8D922894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79D7C6-36CF-4BA4-A5F6-B17CE59F432D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5E4ACA5F-FBAF-4E19-875F-0DC5B787AD0A}">
      <dgm:prSet phldrT="[Text]"/>
      <dgm:spPr/>
      <dgm:t>
        <a:bodyPr/>
        <a:lstStyle/>
        <a:p>
          <a:r>
            <a:rPr lang="en-GB" dirty="0"/>
            <a:t>Primary sector </a:t>
          </a:r>
        </a:p>
      </dgm:t>
    </dgm:pt>
    <dgm:pt modelId="{ECC5EE3E-C176-47D5-924C-1092B4AEC6FD}" type="parTrans" cxnId="{8F59E318-ADA8-4034-82AD-308F0070E28F}">
      <dgm:prSet/>
      <dgm:spPr/>
      <dgm:t>
        <a:bodyPr/>
        <a:lstStyle/>
        <a:p>
          <a:endParaRPr lang="en-GB"/>
        </a:p>
      </dgm:t>
    </dgm:pt>
    <dgm:pt modelId="{5876FA69-B3DB-4B4D-BA38-975190047A10}" type="sibTrans" cxnId="{8F59E318-ADA8-4034-82AD-308F0070E28F}">
      <dgm:prSet/>
      <dgm:spPr/>
      <dgm:t>
        <a:bodyPr/>
        <a:lstStyle/>
        <a:p>
          <a:endParaRPr lang="en-GB"/>
        </a:p>
      </dgm:t>
    </dgm:pt>
    <dgm:pt modelId="{A0A7CB9C-3CFA-443B-BEC2-3A0923D10127}">
      <dgm:prSet phldrT="[Text]"/>
      <dgm:spPr/>
      <dgm:t>
        <a:bodyPr/>
        <a:lstStyle/>
        <a:p>
          <a:r>
            <a:rPr lang="en-GB" dirty="0"/>
            <a:t>Manufacturing sector </a:t>
          </a:r>
        </a:p>
      </dgm:t>
    </dgm:pt>
    <dgm:pt modelId="{7E70E32E-0F3E-4797-A3B5-895462850666}" type="parTrans" cxnId="{BD47484A-3142-42F7-A321-2D37726E8B22}">
      <dgm:prSet/>
      <dgm:spPr/>
      <dgm:t>
        <a:bodyPr/>
        <a:lstStyle/>
        <a:p>
          <a:endParaRPr lang="en-GB"/>
        </a:p>
      </dgm:t>
    </dgm:pt>
    <dgm:pt modelId="{AA0A5A2F-37F1-47D3-9102-ECFD6B192C61}" type="sibTrans" cxnId="{BD47484A-3142-42F7-A321-2D37726E8B22}">
      <dgm:prSet/>
      <dgm:spPr/>
      <dgm:t>
        <a:bodyPr/>
        <a:lstStyle/>
        <a:p>
          <a:endParaRPr lang="en-GB"/>
        </a:p>
      </dgm:t>
    </dgm:pt>
    <dgm:pt modelId="{AEEF648A-5263-4052-8CA4-0CE44D40F1C4}" type="pres">
      <dgm:prSet presAssocID="{6379D7C6-36CF-4BA4-A5F6-B17CE59F432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8160139-B558-450A-8564-F0C6F626B02A}" type="pres">
      <dgm:prSet presAssocID="{A0A7CB9C-3CFA-443B-BEC2-3A0923D10127}" presName="Accent2" presStyleCnt="0"/>
      <dgm:spPr/>
    </dgm:pt>
    <dgm:pt modelId="{2152629C-6E55-4688-BD2D-BC032735617D}" type="pres">
      <dgm:prSet presAssocID="{A0A7CB9C-3CFA-443B-BEC2-3A0923D10127}" presName="Accent" presStyleLbl="node1" presStyleIdx="0" presStyleCnt="2"/>
      <dgm:spPr/>
    </dgm:pt>
    <dgm:pt modelId="{BFA3F2BD-2258-4D57-9D1A-B1E69BB2399D}" type="pres">
      <dgm:prSet presAssocID="{A0A7CB9C-3CFA-443B-BEC2-3A0923D10127}" presName="ParentBackground2" presStyleCnt="0"/>
      <dgm:spPr/>
    </dgm:pt>
    <dgm:pt modelId="{F83FEB4B-6DD6-4B52-90D2-B88B13375D26}" type="pres">
      <dgm:prSet presAssocID="{A0A7CB9C-3CFA-443B-BEC2-3A0923D10127}" presName="ParentBackground" presStyleLbl="fgAcc1" presStyleIdx="0" presStyleCnt="2"/>
      <dgm:spPr/>
    </dgm:pt>
    <dgm:pt modelId="{5A7F1A2B-C3A7-46A1-8378-E9A10747267E}" type="pres">
      <dgm:prSet presAssocID="{A0A7CB9C-3CFA-443B-BEC2-3A0923D10127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50C40FC-AAA1-40F5-9509-9B83952D0D01}" type="pres">
      <dgm:prSet presAssocID="{5E4ACA5F-FBAF-4E19-875F-0DC5B787AD0A}" presName="Accent1" presStyleCnt="0"/>
      <dgm:spPr/>
    </dgm:pt>
    <dgm:pt modelId="{9111C37C-BAE6-4A83-8103-055C149C579D}" type="pres">
      <dgm:prSet presAssocID="{5E4ACA5F-FBAF-4E19-875F-0DC5B787AD0A}" presName="Accent" presStyleLbl="node1" presStyleIdx="1" presStyleCnt="2"/>
      <dgm:spPr/>
    </dgm:pt>
    <dgm:pt modelId="{3E3C634E-54AD-4E0B-A354-D89F115B4D55}" type="pres">
      <dgm:prSet presAssocID="{5E4ACA5F-FBAF-4E19-875F-0DC5B787AD0A}" presName="ParentBackground1" presStyleCnt="0"/>
      <dgm:spPr/>
    </dgm:pt>
    <dgm:pt modelId="{3612FD78-32ED-4F6B-A7CF-ED48201ECD4D}" type="pres">
      <dgm:prSet presAssocID="{5E4ACA5F-FBAF-4E19-875F-0DC5B787AD0A}" presName="ParentBackground" presStyleLbl="fgAcc1" presStyleIdx="1" presStyleCnt="2"/>
      <dgm:spPr/>
    </dgm:pt>
    <dgm:pt modelId="{DE2A3191-F059-4610-90EB-F11503F837C4}" type="pres">
      <dgm:prSet presAssocID="{5E4ACA5F-FBAF-4E19-875F-0DC5B787AD0A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F59E318-ADA8-4034-82AD-308F0070E28F}" srcId="{6379D7C6-36CF-4BA4-A5F6-B17CE59F432D}" destId="{5E4ACA5F-FBAF-4E19-875F-0DC5B787AD0A}" srcOrd="0" destOrd="0" parTransId="{ECC5EE3E-C176-47D5-924C-1092B4AEC6FD}" sibTransId="{5876FA69-B3DB-4B4D-BA38-975190047A10}"/>
    <dgm:cxn modelId="{BD47484A-3142-42F7-A321-2D37726E8B22}" srcId="{6379D7C6-36CF-4BA4-A5F6-B17CE59F432D}" destId="{A0A7CB9C-3CFA-443B-BEC2-3A0923D10127}" srcOrd="1" destOrd="0" parTransId="{7E70E32E-0F3E-4797-A3B5-895462850666}" sibTransId="{AA0A5A2F-37F1-47D3-9102-ECFD6B192C61}"/>
    <dgm:cxn modelId="{C67CC874-5D3E-41BF-AA92-EBCA27AB1BCC}" type="presOf" srcId="{5E4ACA5F-FBAF-4E19-875F-0DC5B787AD0A}" destId="{3612FD78-32ED-4F6B-A7CF-ED48201ECD4D}" srcOrd="0" destOrd="0" presId="urn:microsoft.com/office/officeart/2011/layout/CircleProcess"/>
    <dgm:cxn modelId="{08273792-FC52-4DDA-89EB-24580C584C27}" type="presOf" srcId="{5E4ACA5F-FBAF-4E19-875F-0DC5B787AD0A}" destId="{DE2A3191-F059-4610-90EB-F11503F837C4}" srcOrd="1" destOrd="0" presId="urn:microsoft.com/office/officeart/2011/layout/CircleProcess"/>
    <dgm:cxn modelId="{30460497-B502-42F5-B40B-86F5A73B9774}" type="presOf" srcId="{6379D7C6-36CF-4BA4-A5F6-B17CE59F432D}" destId="{AEEF648A-5263-4052-8CA4-0CE44D40F1C4}" srcOrd="0" destOrd="0" presId="urn:microsoft.com/office/officeart/2011/layout/CircleProcess"/>
    <dgm:cxn modelId="{7A3C1898-0496-4EA4-BBC2-2F580B3EF6BE}" type="presOf" srcId="{A0A7CB9C-3CFA-443B-BEC2-3A0923D10127}" destId="{F83FEB4B-6DD6-4B52-90D2-B88B13375D26}" srcOrd="0" destOrd="0" presId="urn:microsoft.com/office/officeart/2011/layout/CircleProcess"/>
    <dgm:cxn modelId="{915510EE-64EF-40F3-BC06-025D9B96B9EE}" type="presOf" srcId="{A0A7CB9C-3CFA-443B-BEC2-3A0923D10127}" destId="{5A7F1A2B-C3A7-46A1-8378-E9A10747267E}" srcOrd="1" destOrd="0" presId="urn:microsoft.com/office/officeart/2011/layout/CircleProcess"/>
    <dgm:cxn modelId="{44AB9001-5469-481A-89E0-9A9CFFFDE6C7}" type="presParOf" srcId="{AEEF648A-5263-4052-8CA4-0CE44D40F1C4}" destId="{58160139-B558-450A-8564-F0C6F626B02A}" srcOrd="0" destOrd="0" presId="urn:microsoft.com/office/officeart/2011/layout/CircleProcess"/>
    <dgm:cxn modelId="{4FEDB1C2-004D-4AE4-B9A2-E5FB8C467707}" type="presParOf" srcId="{58160139-B558-450A-8564-F0C6F626B02A}" destId="{2152629C-6E55-4688-BD2D-BC032735617D}" srcOrd="0" destOrd="0" presId="urn:microsoft.com/office/officeart/2011/layout/CircleProcess"/>
    <dgm:cxn modelId="{A8F5BC55-A472-4133-9816-FE08A584F74C}" type="presParOf" srcId="{AEEF648A-5263-4052-8CA4-0CE44D40F1C4}" destId="{BFA3F2BD-2258-4D57-9D1A-B1E69BB2399D}" srcOrd="1" destOrd="0" presId="urn:microsoft.com/office/officeart/2011/layout/CircleProcess"/>
    <dgm:cxn modelId="{9386BB73-E74A-4F43-9A72-066BFC8E295B}" type="presParOf" srcId="{BFA3F2BD-2258-4D57-9D1A-B1E69BB2399D}" destId="{F83FEB4B-6DD6-4B52-90D2-B88B13375D26}" srcOrd="0" destOrd="0" presId="urn:microsoft.com/office/officeart/2011/layout/CircleProcess"/>
    <dgm:cxn modelId="{F32A5BF3-5961-4DA3-8ED9-17D0326BD1DC}" type="presParOf" srcId="{AEEF648A-5263-4052-8CA4-0CE44D40F1C4}" destId="{5A7F1A2B-C3A7-46A1-8378-E9A10747267E}" srcOrd="2" destOrd="0" presId="urn:microsoft.com/office/officeart/2011/layout/CircleProcess"/>
    <dgm:cxn modelId="{9A0AB508-5B40-43E6-A141-F3F8CACABCC5}" type="presParOf" srcId="{AEEF648A-5263-4052-8CA4-0CE44D40F1C4}" destId="{050C40FC-AAA1-40F5-9509-9B83952D0D01}" srcOrd="3" destOrd="0" presId="urn:microsoft.com/office/officeart/2011/layout/CircleProcess"/>
    <dgm:cxn modelId="{8935772F-4ACD-40D4-BC7F-D3D3F9DD9A4E}" type="presParOf" srcId="{050C40FC-AAA1-40F5-9509-9B83952D0D01}" destId="{9111C37C-BAE6-4A83-8103-055C149C579D}" srcOrd="0" destOrd="0" presId="urn:microsoft.com/office/officeart/2011/layout/CircleProcess"/>
    <dgm:cxn modelId="{BBA1E829-13D9-4A0E-BA89-230AF85B0615}" type="presParOf" srcId="{AEEF648A-5263-4052-8CA4-0CE44D40F1C4}" destId="{3E3C634E-54AD-4E0B-A354-D89F115B4D55}" srcOrd="4" destOrd="0" presId="urn:microsoft.com/office/officeart/2011/layout/CircleProcess"/>
    <dgm:cxn modelId="{FBF2EE64-550F-4E52-9B6D-57B24161CB27}" type="presParOf" srcId="{3E3C634E-54AD-4E0B-A354-D89F115B4D55}" destId="{3612FD78-32ED-4F6B-A7CF-ED48201ECD4D}" srcOrd="0" destOrd="0" presId="urn:microsoft.com/office/officeart/2011/layout/CircleProcess"/>
    <dgm:cxn modelId="{9FAC5133-1DC4-4348-8E1C-C360941FE868}" type="presParOf" srcId="{AEEF648A-5263-4052-8CA4-0CE44D40F1C4}" destId="{DE2A3191-F059-4610-90EB-F11503F837C4}" srcOrd="5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F40FA3D-0239-407C-944C-939389A323C5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52CA709-6BA4-47AD-8B76-26683E831016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  <a:highlight>
                <a:srgbClr val="FFFF00"/>
              </a:highlight>
            </a:rPr>
            <a:t>Inward Orientation </a:t>
          </a:r>
          <a:r>
            <a:rPr lang="en-GB" dirty="0"/>
            <a:t>Growth strategies </a:t>
          </a:r>
        </a:p>
      </dgm:t>
    </dgm:pt>
    <dgm:pt modelId="{E3128321-F549-4FE3-A75A-574FDA792917}" type="parTrans" cxnId="{FDD5AE8C-35C7-4028-B072-D18E01D19284}">
      <dgm:prSet/>
      <dgm:spPr/>
      <dgm:t>
        <a:bodyPr/>
        <a:lstStyle/>
        <a:p>
          <a:endParaRPr lang="en-GB"/>
        </a:p>
      </dgm:t>
    </dgm:pt>
    <dgm:pt modelId="{BB750820-9894-431A-994B-E6B26E92BC1C}" type="sibTrans" cxnId="{FDD5AE8C-35C7-4028-B072-D18E01D19284}">
      <dgm:prSet/>
      <dgm:spPr/>
      <dgm:t>
        <a:bodyPr/>
        <a:lstStyle/>
        <a:p>
          <a:endParaRPr lang="en-GB"/>
        </a:p>
      </dgm:t>
    </dgm:pt>
    <dgm:pt modelId="{2415B604-F0A7-45BC-8BD6-C9652FE4F5D6}">
      <dgm:prSet phldrT="[Text]"/>
      <dgm:spPr/>
      <dgm:t>
        <a:bodyPr/>
        <a:lstStyle/>
        <a:p>
          <a:r>
            <a:rPr lang="en-GB" dirty="0"/>
            <a:t>Trade Protection </a:t>
          </a:r>
        </a:p>
      </dgm:t>
    </dgm:pt>
    <dgm:pt modelId="{F880E43D-A538-4EE3-8EBF-F2B79E6F8F89}" type="parTrans" cxnId="{98BC90D7-84A7-449A-9FE7-01ED5F3D248B}">
      <dgm:prSet/>
      <dgm:spPr/>
      <dgm:t>
        <a:bodyPr/>
        <a:lstStyle/>
        <a:p>
          <a:endParaRPr lang="en-GB"/>
        </a:p>
      </dgm:t>
    </dgm:pt>
    <dgm:pt modelId="{9D9566BC-D413-4D87-ACD5-8912A49D6299}" type="sibTrans" cxnId="{98BC90D7-84A7-449A-9FE7-01ED5F3D248B}">
      <dgm:prSet/>
      <dgm:spPr/>
      <dgm:t>
        <a:bodyPr/>
        <a:lstStyle/>
        <a:p>
          <a:endParaRPr lang="en-GB"/>
        </a:p>
      </dgm:t>
    </dgm:pt>
    <dgm:pt modelId="{B1A1C965-937B-4F2A-A140-7E053513DA58}">
      <dgm:prSet phldrT="[Text]"/>
      <dgm:spPr/>
      <dgm:t>
        <a:bodyPr/>
        <a:lstStyle/>
        <a:p>
          <a:r>
            <a:rPr lang="en-GB" dirty="0"/>
            <a:t>Overvalued currency </a:t>
          </a:r>
        </a:p>
      </dgm:t>
    </dgm:pt>
    <dgm:pt modelId="{1E04CA76-F0F3-4A07-9696-64E9D13E667E}" type="parTrans" cxnId="{343CC799-B241-4E15-91F3-49E0C9FBEF8A}">
      <dgm:prSet/>
      <dgm:spPr/>
      <dgm:t>
        <a:bodyPr/>
        <a:lstStyle/>
        <a:p>
          <a:endParaRPr lang="en-GB"/>
        </a:p>
      </dgm:t>
    </dgm:pt>
    <dgm:pt modelId="{9ED03C0A-383F-48C6-B344-F0CD4E963CE6}" type="sibTrans" cxnId="{343CC799-B241-4E15-91F3-49E0C9FBEF8A}">
      <dgm:prSet/>
      <dgm:spPr/>
      <dgm:t>
        <a:bodyPr/>
        <a:lstStyle/>
        <a:p>
          <a:endParaRPr lang="en-GB"/>
        </a:p>
      </dgm:t>
    </dgm:pt>
    <dgm:pt modelId="{4D4042C5-D2EE-46DA-9D20-78FF53EE6CB7}">
      <dgm:prSet/>
      <dgm:spPr/>
      <dgm:t>
        <a:bodyPr/>
        <a:lstStyle/>
        <a:p>
          <a:r>
            <a:rPr lang="en-GB" dirty="0"/>
            <a:t>Limit trade </a:t>
          </a:r>
        </a:p>
      </dgm:t>
    </dgm:pt>
    <dgm:pt modelId="{A7F65142-1CCB-43D4-A147-1178D7026F1E}" type="parTrans" cxnId="{837FA2B9-B1BA-4052-83BE-B8630B8BA264}">
      <dgm:prSet/>
      <dgm:spPr/>
      <dgm:t>
        <a:bodyPr/>
        <a:lstStyle/>
        <a:p>
          <a:endParaRPr lang="en-GB"/>
        </a:p>
      </dgm:t>
    </dgm:pt>
    <dgm:pt modelId="{13D28C91-96FE-4F28-B00E-289A5FF07F27}" type="sibTrans" cxnId="{837FA2B9-B1BA-4052-83BE-B8630B8BA264}">
      <dgm:prSet/>
      <dgm:spPr/>
      <dgm:t>
        <a:bodyPr/>
        <a:lstStyle/>
        <a:p>
          <a:endParaRPr lang="en-GB"/>
        </a:p>
      </dgm:t>
    </dgm:pt>
    <dgm:pt modelId="{72107F85-DEAB-4688-A916-1A0F38B183E5}" type="pres">
      <dgm:prSet presAssocID="{7F40FA3D-0239-407C-944C-939389A323C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8E5A16F-F627-4C52-94E9-9077D58984E7}" type="pres">
      <dgm:prSet presAssocID="{952CA709-6BA4-47AD-8B76-26683E831016}" presName="hierRoot1" presStyleCnt="0">
        <dgm:presLayoutVars>
          <dgm:hierBranch val="init"/>
        </dgm:presLayoutVars>
      </dgm:prSet>
      <dgm:spPr/>
    </dgm:pt>
    <dgm:pt modelId="{75394C49-B554-4643-962C-8612CA786F91}" type="pres">
      <dgm:prSet presAssocID="{952CA709-6BA4-47AD-8B76-26683E831016}" presName="rootComposite1" presStyleCnt="0"/>
      <dgm:spPr/>
    </dgm:pt>
    <dgm:pt modelId="{3ABC03B0-2486-4A2C-A65B-0B463094E93E}" type="pres">
      <dgm:prSet presAssocID="{952CA709-6BA4-47AD-8B76-26683E831016}" presName="rootText1" presStyleLbl="node0" presStyleIdx="0" presStyleCnt="1" custScaleX="177383" custScaleY="124309">
        <dgm:presLayoutVars>
          <dgm:chPref val="3"/>
        </dgm:presLayoutVars>
      </dgm:prSet>
      <dgm:spPr/>
    </dgm:pt>
    <dgm:pt modelId="{215A6F09-FB92-437D-B57F-AF8448C1A0C0}" type="pres">
      <dgm:prSet presAssocID="{952CA709-6BA4-47AD-8B76-26683E831016}" presName="rootConnector1" presStyleLbl="node1" presStyleIdx="0" presStyleCnt="0"/>
      <dgm:spPr/>
    </dgm:pt>
    <dgm:pt modelId="{9E13BDC3-DCA6-4F57-BC98-0CA73FAB1DE6}" type="pres">
      <dgm:prSet presAssocID="{952CA709-6BA4-47AD-8B76-26683E831016}" presName="hierChild2" presStyleCnt="0"/>
      <dgm:spPr/>
    </dgm:pt>
    <dgm:pt modelId="{E8E5D519-353E-4B20-A6A8-643BA1DA17F2}" type="pres">
      <dgm:prSet presAssocID="{F880E43D-A538-4EE3-8EBF-F2B79E6F8F89}" presName="Name37" presStyleLbl="parChTrans1D2" presStyleIdx="0" presStyleCnt="2"/>
      <dgm:spPr/>
    </dgm:pt>
    <dgm:pt modelId="{69FDE268-1C3E-4D3C-A6FF-A7F1AEC24BF7}" type="pres">
      <dgm:prSet presAssocID="{2415B604-F0A7-45BC-8BD6-C9652FE4F5D6}" presName="hierRoot2" presStyleCnt="0">
        <dgm:presLayoutVars>
          <dgm:hierBranch val="init"/>
        </dgm:presLayoutVars>
      </dgm:prSet>
      <dgm:spPr/>
    </dgm:pt>
    <dgm:pt modelId="{0CC71D2B-3922-480A-94D5-4A88379A8711}" type="pres">
      <dgm:prSet presAssocID="{2415B604-F0A7-45BC-8BD6-C9652FE4F5D6}" presName="rootComposite" presStyleCnt="0"/>
      <dgm:spPr/>
    </dgm:pt>
    <dgm:pt modelId="{04CFBDBC-79CA-4C7F-AA0C-485336DCF81B}" type="pres">
      <dgm:prSet presAssocID="{2415B604-F0A7-45BC-8BD6-C9652FE4F5D6}" presName="rootText" presStyleLbl="node2" presStyleIdx="0" presStyleCnt="2">
        <dgm:presLayoutVars>
          <dgm:chPref val="3"/>
        </dgm:presLayoutVars>
      </dgm:prSet>
      <dgm:spPr/>
    </dgm:pt>
    <dgm:pt modelId="{00D86859-196B-401C-8EA7-B547D2BA08CD}" type="pres">
      <dgm:prSet presAssocID="{2415B604-F0A7-45BC-8BD6-C9652FE4F5D6}" presName="rootConnector" presStyleLbl="node2" presStyleIdx="0" presStyleCnt="2"/>
      <dgm:spPr/>
    </dgm:pt>
    <dgm:pt modelId="{6A42D117-59CB-4C22-A07F-D3158F5BB677}" type="pres">
      <dgm:prSet presAssocID="{2415B604-F0A7-45BC-8BD6-C9652FE4F5D6}" presName="hierChild4" presStyleCnt="0"/>
      <dgm:spPr/>
    </dgm:pt>
    <dgm:pt modelId="{14BB7FBC-EBAA-4CD9-AE56-0FF835BFA147}" type="pres">
      <dgm:prSet presAssocID="{A7F65142-1CCB-43D4-A147-1178D7026F1E}" presName="Name37" presStyleLbl="parChTrans1D3" presStyleIdx="0" presStyleCnt="1"/>
      <dgm:spPr/>
    </dgm:pt>
    <dgm:pt modelId="{E01E35AB-A076-42D6-BEDA-281BB991E59D}" type="pres">
      <dgm:prSet presAssocID="{4D4042C5-D2EE-46DA-9D20-78FF53EE6CB7}" presName="hierRoot2" presStyleCnt="0">
        <dgm:presLayoutVars>
          <dgm:hierBranch val="init"/>
        </dgm:presLayoutVars>
      </dgm:prSet>
      <dgm:spPr/>
    </dgm:pt>
    <dgm:pt modelId="{36743771-5434-4A67-97BC-0C5C71C02105}" type="pres">
      <dgm:prSet presAssocID="{4D4042C5-D2EE-46DA-9D20-78FF53EE6CB7}" presName="rootComposite" presStyleCnt="0"/>
      <dgm:spPr/>
    </dgm:pt>
    <dgm:pt modelId="{5D4A1195-F866-46BE-A0E4-D6EA06EEB61F}" type="pres">
      <dgm:prSet presAssocID="{4D4042C5-D2EE-46DA-9D20-78FF53EE6CB7}" presName="rootText" presStyleLbl="node3" presStyleIdx="0" presStyleCnt="1">
        <dgm:presLayoutVars>
          <dgm:chPref val="3"/>
        </dgm:presLayoutVars>
      </dgm:prSet>
      <dgm:spPr/>
    </dgm:pt>
    <dgm:pt modelId="{E80EA2BE-350E-4C02-BC1E-340EFCEF6614}" type="pres">
      <dgm:prSet presAssocID="{4D4042C5-D2EE-46DA-9D20-78FF53EE6CB7}" presName="rootConnector" presStyleLbl="node3" presStyleIdx="0" presStyleCnt="1"/>
      <dgm:spPr/>
    </dgm:pt>
    <dgm:pt modelId="{4985EE95-4626-400D-BCF0-A97E124F9AF9}" type="pres">
      <dgm:prSet presAssocID="{4D4042C5-D2EE-46DA-9D20-78FF53EE6CB7}" presName="hierChild4" presStyleCnt="0"/>
      <dgm:spPr/>
    </dgm:pt>
    <dgm:pt modelId="{511486BD-AA4F-4656-A0D8-5A5BBD2E9DB6}" type="pres">
      <dgm:prSet presAssocID="{4D4042C5-D2EE-46DA-9D20-78FF53EE6CB7}" presName="hierChild5" presStyleCnt="0"/>
      <dgm:spPr/>
    </dgm:pt>
    <dgm:pt modelId="{D7371189-9067-425E-8787-BEF2F709BD3D}" type="pres">
      <dgm:prSet presAssocID="{2415B604-F0A7-45BC-8BD6-C9652FE4F5D6}" presName="hierChild5" presStyleCnt="0"/>
      <dgm:spPr/>
    </dgm:pt>
    <dgm:pt modelId="{7D559A29-3EBA-4036-824E-942A207B14AD}" type="pres">
      <dgm:prSet presAssocID="{1E04CA76-F0F3-4A07-9696-64E9D13E667E}" presName="Name37" presStyleLbl="parChTrans1D2" presStyleIdx="1" presStyleCnt="2"/>
      <dgm:spPr/>
    </dgm:pt>
    <dgm:pt modelId="{2E6F5F9F-203E-40C7-AAD7-6AFD76D65A03}" type="pres">
      <dgm:prSet presAssocID="{B1A1C965-937B-4F2A-A140-7E053513DA58}" presName="hierRoot2" presStyleCnt="0">
        <dgm:presLayoutVars>
          <dgm:hierBranch val="init"/>
        </dgm:presLayoutVars>
      </dgm:prSet>
      <dgm:spPr/>
    </dgm:pt>
    <dgm:pt modelId="{15CA8DAC-3361-4987-A9B0-E9AF539AD666}" type="pres">
      <dgm:prSet presAssocID="{B1A1C965-937B-4F2A-A140-7E053513DA58}" presName="rootComposite" presStyleCnt="0"/>
      <dgm:spPr/>
    </dgm:pt>
    <dgm:pt modelId="{9583B7E4-1C80-4025-94AB-40877C6A07BA}" type="pres">
      <dgm:prSet presAssocID="{B1A1C965-937B-4F2A-A140-7E053513DA58}" presName="rootText" presStyleLbl="node2" presStyleIdx="1" presStyleCnt="2">
        <dgm:presLayoutVars>
          <dgm:chPref val="3"/>
        </dgm:presLayoutVars>
      </dgm:prSet>
      <dgm:spPr/>
    </dgm:pt>
    <dgm:pt modelId="{7EE3C85E-EC60-4DD1-B168-72A8F5C865A3}" type="pres">
      <dgm:prSet presAssocID="{B1A1C965-937B-4F2A-A140-7E053513DA58}" presName="rootConnector" presStyleLbl="node2" presStyleIdx="1" presStyleCnt="2"/>
      <dgm:spPr/>
    </dgm:pt>
    <dgm:pt modelId="{2B4A370E-EE43-47ED-A359-28F0E82F7716}" type="pres">
      <dgm:prSet presAssocID="{B1A1C965-937B-4F2A-A140-7E053513DA58}" presName="hierChild4" presStyleCnt="0"/>
      <dgm:spPr/>
    </dgm:pt>
    <dgm:pt modelId="{7BC920AC-D1C4-45D7-B6D8-0F13F7C91EC1}" type="pres">
      <dgm:prSet presAssocID="{B1A1C965-937B-4F2A-A140-7E053513DA58}" presName="hierChild5" presStyleCnt="0"/>
      <dgm:spPr/>
    </dgm:pt>
    <dgm:pt modelId="{C196A0B9-C150-44E4-B958-E0B8D9228944}" type="pres">
      <dgm:prSet presAssocID="{952CA709-6BA4-47AD-8B76-26683E831016}" presName="hierChild3" presStyleCnt="0"/>
      <dgm:spPr/>
    </dgm:pt>
  </dgm:ptLst>
  <dgm:cxnLst>
    <dgm:cxn modelId="{5B41DA09-1F71-467C-BF8F-978D526C57DF}" type="presOf" srcId="{2415B604-F0A7-45BC-8BD6-C9652FE4F5D6}" destId="{00D86859-196B-401C-8EA7-B547D2BA08CD}" srcOrd="1" destOrd="0" presId="urn:microsoft.com/office/officeart/2005/8/layout/orgChart1"/>
    <dgm:cxn modelId="{663D5714-4B3B-4C79-8AE9-0C7FED518015}" type="presOf" srcId="{A7F65142-1CCB-43D4-A147-1178D7026F1E}" destId="{14BB7FBC-EBAA-4CD9-AE56-0FF835BFA147}" srcOrd="0" destOrd="0" presId="urn:microsoft.com/office/officeart/2005/8/layout/orgChart1"/>
    <dgm:cxn modelId="{E9C9FF32-6196-4435-9C6B-2C8C942E146C}" type="presOf" srcId="{7F40FA3D-0239-407C-944C-939389A323C5}" destId="{72107F85-DEAB-4688-A916-1A0F38B183E5}" srcOrd="0" destOrd="0" presId="urn:microsoft.com/office/officeart/2005/8/layout/orgChart1"/>
    <dgm:cxn modelId="{42D85539-C90D-4224-AAE8-34345BF55B52}" type="presOf" srcId="{4D4042C5-D2EE-46DA-9D20-78FF53EE6CB7}" destId="{5D4A1195-F866-46BE-A0E4-D6EA06EEB61F}" srcOrd="0" destOrd="0" presId="urn:microsoft.com/office/officeart/2005/8/layout/orgChart1"/>
    <dgm:cxn modelId="{0F606066-D296-4D77-80AD-050FF16F36D5}" type="presOf" srcId="{B1A1C965-937B-4F2A-A140-7E053513DA58}" destId="{9583B7E4-1C80-4025-94AB-40877C6A07BA}" srcOrd="0" destOrd="0" presId="urn:microsoft.com/office/officeart/2005/8/layout/orgChart1"/>
    <dgm:cxn modelId="{9A075454-B1C0-4236-ABAD-81ED6AA6E862}" type="presOf" srcId="{1E04CA76-F0F3-4A07-9696-64E9D13E667E}" destId="{7D559A29-3EBA-4036-824E-942A207B14AD}" srcOrd="0" destOrd="0" presId="urn:microsoft.com/office/officeart/2005/8/layout/orgChart1"/>
    <dgm:cxn modelId="{8B490A86-5B9B-4007-B20E-B4A0EFAA4C41}" type="presOf" srcId="{2415B604-F0A7-45BC-8BD6-C9652FE4F5D6}" destId="{04CFBDBC-79CA-4C7F-AA0C-485336DCF81B}" srcOrd="0" destOrd="0" presId="urn:microsoft.com/office/officeart/2005/8/layout/orgChart1"/>
    <dgm:cxn modelId="{51503B88-2568-4F20-A665-53D59897F0BC}" type="presOf" srcId="{4D4042C5-D2EE-46DA-9D20-78FF53EE6CB7}" destId="{E80EA2BE-350E-4C02-BC1E-340EFCEF6614}" srcOrd="1" destOrd="0" presId="urn:microsoft.com/office/officeart/2005/8/layout/orgChart1"/>
    <dgm:cxn modelId="{FDD5AE8C-35C7-4028-B072-D18E01D19284}" srcId="{7F40FA3D-0239-407C-944C-939389A323C5}" destId="{952CA709-6BA4-47AD-8B76-26683E831016}" srcOrd="0" destOrd="0" parTransId="{E3128321-F549-4FE3-A75A-574FDA792917}" sibTransId="{BB750820-9894-431A-994B-E6B26E92BC1C}"/>
    <dgm:cxn modelId="{90B80194-9EEF-48DB-A9CD-9CAB9DE0807A}" type="presOf" srcId="{B1A1C965-937B-4F2A-A140-7E053513DA58}" destId="{7EE3C85E-EC60-4DD1-B168-72A8F5C865A3}" srcOrd="1" destOrd="0" presId="urn:microsoft.com/office/officeart/2005/8/layout/orgChart1"/>
    <dgm:cxn modelId="{343CC799-B241-4E15-91F3-49E0C9FBEF8A}" srcId="{952CA709-6BA4-47AD-8B76-26683E831016}" destId="{B1A1C965-937B-4F2A-A140-7E053513DA58}" srcOrd="1" destOrd="0" parTransId="{1E04CA76-F0F3-4A07-9696-64E9D13E667E}" sibTransId="{9ED03C0A-383F-48C6-B344-F0CD4E963CE6}"/>
    <dgm:cxn modelId="{F30054B8-3E45-4B3A-928E-39C0E8F11199}" type="presOf" srcId="{952CA709-6BA4-47AD-8B76-26683E831016}" destId="{215A6F09-FB92-437D-B57F-AF8448C1A0C0}" srcOrd="1" destOrd="0" presId="urn:microsoft.com/office/officeart/2005/8/layout/orgChart1"/>
    <dgm:cxn modelId="{837FA2B9-B1BA-4052-83BE-B8630B8BA264}" srcId="{2415B604-F0A7-45BC-8BD6-C9652FE4F5D6}" destId="{4D4042C5-D2EE-46DA-9D20-78FF53EE6CB7}" srcOrd="0" destOrd="0" parTransId="{A7F65142-1CCB-43D4-A147-1178D7026F1E}" sibTransId="{13D28C91-96FE-4F28-B00E-289A5FF07F27}"/>
    <dgm:cxn modelId="{98BC90D7-84A7-449A-9FE7-01ED5F3D248B}" srcId="{952CA709-6BA4-47AD-8B76-26683E831016}" destId="{2415B604-F0A7-45BC-8BD6-C9652FE4F5D6}" srcOrd="0" destOrd="0" parTransId="{F880E43D-A538-4EE3-8EBF-F2B79E6F8F89}" sibTransId="{9D9566BC-D413-4D87-ACD5-8912A49D6299}"/>
    <dgm:cxn modelId="{8DEC1EDD-81C9-4414-A710-FB4D3D5EA24D}" type="presOf" srcId="{F880E43D-A538-4EE3-8EBF-F2B79E6F8F89}" destId="{E8E5D519-353E-4B20-A6A8-643BA1DA17F2}" srcOrd="0" destOrd="0" presId="urn:microsoft.com/office/officeart/2005/8/layout/orgChart1"/>
    <dgm:cxn modelId="{4F47ECEA-C158-4BE7-989B-1A8AD337AE09}" type="presOf" srcId="{952CA709-6BA4-47AD-8B76-26683E831016}" destId="{3ABC03B0-2486-4A2C-A65B-0B463094E93E}" srcOrd="0" destOrd="0" presId="urn:microsoft.com/office/officeart/2005/8/layout/orgChart1"/>
    <dgm:cxn modelId="{A2163ABB-AD68-4841-9E2C-F5F6301BB578}" type="presParOf" srcId="{72107F85-DEAB-4688-A916-1A0F38B183E5}" destId="{E8E5A16F-F627-4C52-94E9-9077D58984E7}" srcOrd="0" destOrd="0" presId="urn:microsoft.com/office/officeart/2005/8/layout/orgChart1"/>
    <dgm:cxn modelId="{E232B97E-C3DB-45EA-831B-1B2D53C667A6}" type="presParOf" srcId="{E8E5A16F-F627-4C52-94E9-9077D58984E7}" destId="{75394C49-B554-4643-962C-8612CA786F91}" srcOrd="0" destOrd="0" presId="urn:microsoft.com/office/officeart/2005/8/layout/orgChart1"/>
    <dgm:cxn modelId="{E44F04DD-C6AD-4342-B0FB-4017DACD5224}" type="presParOf" srcId="{75394C49-B554-4643-962C-8612CA786F91}" destId="{3ABC03B0-2486-4A2C-A65B-0B463094E93E}" srcOrd="0" destOrd="0" presId="urn:microsoft.com/office/officeart/2005/8/layout/orgChart1"/>
    <dgm:cxn modelId="{57D77B68-7CAE-4723-A1D8-E83531D316AE}" type="presParOf" srcId="{75394C49-B554-4643-962C-8612CA786F91}" destId="{215A6F09-FB92-437D-B57F-AF8448C1A0C0}" srcOrd="1" destOrd="0" presId="urn:microsoft.com/office/officeart/2005/8/layout/orgChart1"/>
    <dgm:cxn modelId="{18D3669E-315A-47FC-94FE-D38D5BD62CF9}" type="presParOf" srcId="{E8E5A16F-F627-4C52-94E9-9077D58984E7}" destId="{9E13BDC3-DCA6-4F57-BC98-0CA73FAB1DE6}" srcOrd="1" destOrd="0" presId="urn:microsoft.com/office/officeart/2005/8/layout/orgChart1"/>
    <dgm:cxn modelId="{8C0F0B17-07DA-4459-900A-76D86E796D9E}" type="presParOf" srcId="{9E13BDC3-DCA6-4F57-BC98-0CA73FAB1DE6}" destId="{E8E5D519-353E-4B20-A6A8-643BA1DA17F2}" srcOrd="0" destOrd="0" presId="urn:microsoft.com/office/officeart/2005/8/layout/orgChart1"/>
    <dgm:cxn modelId="{6342136B-B948-4863-8E76-5E67CB4B92BD}" type="presParOf" srcId="{9E13BDC3-DCA6-4F57-BC98-0CA73FAB1DE6}" destId="{69FDE268-1C3E-4D3C-A6FF-A7F1AEC24BF7}" srcOrd="1" destOrd="0" presId="urn:microsoft.com/office/officeart/2005/8/layout/orgChart1"/>
    <dgm:cxn modelId="{1EC52AFE-AC96-4E05-B983-4E93ED251659}" type="presParOf" srcId="{69FDE268-1C3E-4D3C-A6FF-A7F1AEC24BF7}" destId="{0CC71D2B-3922-480A-94D5-4A88379A8711}" srcOrd="0" destOrd="0" presId="urn:microsoft.com/office/officeart/2005/8/layout/orgChart1"/>
    <dgm:cxn modelId="{89A478C3-96B3-4577-AC7E-BF16D4C7380D}" type="presParOf" srcId="{0CC71D2B-3922-480A-94D5-4A88379A8711}" destId="{04CFBDBC-79CA-4C7F-AA0C-485336DCF81B}" srcOrd="0" destOrd="0" presId="urn:microsoft.com/office/officeart/2005/8/layout/orgChart1"/>
    <dgm:cxn modelId="{F22BF2DE-7B68-4209-8C66-9CA86387A4A2}" type="presParOf" srcId="{0CC71D2B-3922-480A-94D5-4A88379A8711}" destId="{00D86859-196B-401C-8EA7-B547D2BA08CD}" srcOrd="1" destOrd="0" presId="urn:microsoft.com/office/officeart/2005/8/layout/orgChart1"/>
    <dgm:cxn modelId="{F3D95537-BE27-4CE0-BCB3-816D59B6FD0C}" type="presParOf" srcId="{69FDE268-1C3E-4D3C-A6FF-A7F1AEC24BF7}" destId="{6A42D117-59CB-4C22-A07F-D3158F5BB677}" srcOrd="1" destOrd="0" presId="urn:microsoft.com/office/officeart/2005/8/layout/orgChart1"/>
    <dgm:cxn modelId="{1DE761A7-EB5A-4811-B7AB-E1A5C7BD3DC2}" type="presParOf" srcId="{6A42D117-59CB-4C22-A07F-D3158F5BB677}" destId="{14BB7FBC-EBAA-4CD9-AE56-0FF835BFA147}" srcOrd="0" destOrd="0" presId="urn:microsoft.com/office/officeart/2005/8/layout/orgChart1"/>
    <dgm:cxn modelId="{7659C9CD-2FE8-4DC6-AE11-2315B8A1EE12}" type="presParOf" srcId="{6A42D117-59CB-4C22-A07F-D3158F5BB677}" destId="{E01E35AB-A076-42D6-BEDA-281BB991E59D}" srcOrd="1" destOrd="0" presId="urn:microsoft.com/office/officeart/2005/8/layout/orgChart1"/>
    <dgm:cxn modelId="{E2EB3C80-1038-461D-98F6-93D2D1060B5F}" type="presParOf" srcId="{E01E35AB-A076-42D6-BEDA-281BB991E59D}" destId="{36743771-5434-4A67-97BC-0C5C71C02105}" srcOrd="0" destOrd="0" presId="urn:microsoft.com/office/officeart/2005/8/layout/orgChart1"/>
    <dgm:cxn modelId="{E1162F01-BE1E-40BD-BB4F-BF272B92E4C9}" type="presParOf" srcId="{36743771-5434-4A67-97BC-0C5C71C02105}" destId="{5D4A1195-F866-46BE-A0E4-D6EA06EEB61F}" srcOrd="0" destOrd="0" presId="urn:microsoft.com/office/officeart/2005/8/layout/orgChart1"/>
    <dgm:cxn modelId="{DAF9C3EB-1D39-4EBC-8518-D72C191F7DBF}" type="presParOf" srcId="{36743771-5434-4A67-97BC-0C5C71C02105}" destId="{E80EA2BE-350E-4C02-BC1E-340EFCEF6614}" srcOrd="1" destOrd="0" presId="urn:microsoft.com/office/officeart/2005/8/layout/orgChart1"/>
    <dgm:cxn modelId="{7CC555CC-8D7B-42AC-8ED1-BDB306131D7A}" type="presParOf" srcId="{E01E35AB-A076-42D6-BEDA-281BB991E59D}" destId="{4985EE95-4626-400D-BCF0-A97E124F9AF9}" srcOrd="1" destOrd="0" presId="urn:microsoft.com/office/officeart/2005/8/layout/orgChart1"/>
    <dgm:cxn modelId="{E0339DB4-5675-4708-B054-8F1FCB5BFD68}" type="presParOf" srcId="{E01E35AB-A076-42D6-BEDA-281BB991E59D}" destId="{511486BD-AA4F-4656-A0D8-5A5BBD2E9DB6}" srcOrd="2" destOrd="0" presId="urn:microsoft.com/office/officeart/2005/8/layout/orgChart1"/>
    <dgm:cxn modelId="{A8F41DF8-D82E-4F30-BF40-C97088FD3150}" type="presParOf" srcId="{69FDE268-1C3E-4D3C-A6FF-A7F1AEC24BF7}" destId="{D7371189-9067-425E-8787-BEF2F709BD3D}" srcOrd="2" destOrd="0" presId="urn:microsoft.com/office/officeart/2005/8/layout/orgChart1"/>
    <dgm:cxn modelId="{25760A89-9AD0-4DCA-B790-EE12A1B7F311}" type="presParOf" srcId="{9E13BDC3-DCA6-4F57-BC98-0CA73FAB1DE6}" destId="{7D559A29-3EBA-4036-824E-942A207B14AD}" srcOrd="2" destOrd="0" presId="urn:microsoft.com/office/officeart/2005/8/layout/orgChart1"/>
    <dgm:cxn modelId="{45632516-CF42-48E9-AB2D-908D96F9DE3A}" type="presParOf" srcId="{9E13BDC3-DCA6-4F57-BC98-0CA73FAB1DE6}" destId="{2E6F5F9F-203E-40C7-AAD7-6AFD76D65A03}" srcOrd="3" destOrd="0" presId="urn:microsoft.com/office/officeart/2005/8/layout/orgChart1"/>
    <dgm:cxn modelId="{D9B0D4D7-1106-4114-8DE5-3F129DBA73B8}" type="presParOf" srcId="{2E6F5F9F-203E-40C7-AAD7-6AFD76D65A03}" destId="{15CA8DAC-3361-4987-A9B0-E9AF539AD666}" srcOrd="0" destOrd="0" presId="urn:microsoft.com/office/officeart/2005/8/layout/orgChart1"/>
    <dgm:cxn modelId="{00480F03-47DC-4361-8954-A5F192E8DD0B}" type="presParOf" srcId="{15CA8DAC-3361-4987-A9B0-E9AF539AD666}" destId="{9583B7E4-1C80-4025-94AB-40877C6A07BA}" srcOrd="0" destOrd="0" presId="urn:microsoft.com/office/officeart/2005/8/layout/orgChart1"/>
    <dgm:cxn modelId="{5F1FD4E2-4BC9-4E36-8384-DC7B5C13EA55}" type="presParOf" srcId="{15CA8DAC-3361-4987-A9B0-E9AF539AD666}" destId="{7EE3C85E-EC60-4DD1-B168-72A8F5C865A3}" srcOrd="1" destOrd="0" presId="urn:microsoft.com/office/officeart/2005/8/layout/orgChart1"/>
    <dgm:cxn modelId="{81347D25-0050-49E6-A061-7CDB26C87F4C}" type="presParOf" srcId="{2E6F5F9F-203E-40C7-AAD7-6AFD76D65A03}" destId="{2B4A370E-EE43-47ED-A359-28F0E82F7716}" srcOrd="1" destOrd="0" presId="urn:microsoft.com/office/officeart/2005/8/layout/orgChart1"/>
    <dgm:cxn modelId="{FEB711E4-74AF-419B-AB1B-0FD9BA615C73}" type="presParOf" srcId="{2E6F5F9F-203E-40C7-AAD7-6AFD76D65A03}" destId="{7BC920AC-D1C4-45D7-B6D8-0F13F7C91EC1}" srcOrd="2" destOrd="0" presId="urn:microsoft.com/office/officeart/2005/8/layout/orgChart1"/>
    <dgm:cxn modelId="{1011E89F-23B2-4B1A-83A2-00D9965C08EB}" type="presParOf" srcId="{E8E5A16F-F627-4C52-94E9-9077D58984E7}" destId="{C196A0B9-C150-44E4-B958-E0B8D922894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83F9EDD-F9BC-48A0-AC1C-DB080F3B04CD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A95401C-3A4C-4DCF-A999-A63CDF226ED5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World price of apples = $10/kg</a:t>
          </a:r>
        </a:p>
      </dgm:t>
    </dgm:pt>
    <dgm:pt modelId="{15362AB6-FC6F-4B6C-A1E2-AAB36AF3AAA6}" type="parTrans" cxnId="{E014F086-30C2-4623-99C0-810CAACDF96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28EE2978-9082-4E20-8437-F238A0A10CA1}" type="sibTrans" cxnId="{E014F086-30C2-4623-99C0-810CAACDF96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8891EF15-AE6C-4350-AE31-E330BCC2DBF9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Specific tax of $1 per kg </a:t>
          </a:r>
        </a:p>
      </dgm:t>
    </dgm:pt>
    <dgm:pt modelId="{654532B8-FEE0-410E-A142-5C9172C571DF}" type="parTrans" cxnId="{08F9CE69-93B5-4F23-8BB7-FBA71A23BFB5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129B8078-6118-4506-A364-B5058A1190BC}" type="sibTrans" cxnId="{08F9CE69-93B5-4F23-8BB7-FBA71A23BFB5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BBEF53E-0A27-4192-894C-6F4F64B6E9AF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Ad valorem Tax of 20% </a:t>
          </a:r>
        </a:p>
      </dgm:t>
    </dgm:pt>
    <dgm:pt modelId="{664AC1EB-D53C-43FD-86A2-97B3E715C8F4}" type="parTrans" cxnId="{C94FB114-E5FE-4FB7-AB99-BD9DF2E0548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135CF1A4-2D4C-42C5-A188-57F9E2632193}" type="sibTrans" cxnId="{C94FB114-E5FE-4FB7-AB99-BD9DF2E0548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36FF0DA5-CE14-4E8D-8FC0-33F725ACE79C}" type="asst">
      <dgm:prSet phldrT="[Text]" custT="1"/>
      <dgm:spPr/>
      <dgm:t>
        <a:bodyPr/>
        <a:lstStyle/>
        <a:p>
          <a:r>
            <a:rPr lang="en-GB" sz="2000" dirty="0">
              <a:solidFill>
                <a:schemeClr val="tx1"/>
              </a:solidFill>
            </a:rPr>
            <a:t>Tariff imposed  = </a:t>
          </a:r>
          <a:r>
            <a:rPr lang="en-GB" sz="2400" b="1" dirty="0">
              <a:solidFill>
                <a:schemeClr val="tx1"/>
              </a:solidFill>
              <a:highlight>
                <a:srgbClr val="FFFF00"/>
              </a:highlight>
            </a:rPr>
            <a:t>tax on imports</a:t>
          </a:r>
          <a:endParaRPr lang="en-GB" sz="2000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E9C3FA30-CB59-4A56-A1EE-2939A5269376}" type="sibTrans" cxnId="{213F463C-296D-4868-A525-62FA7D320152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F580FDA0-25F6-4482-80B2-8DDCE966561B}" type="parTrans" cxnId="{213F463C-296D-4868-A525-62FA7D320152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5DBF96E7-8EC9-4A04-AE8F-3F3832ED7534}">
      <dgm:prSet/>
      <dgm:spPr>
        <a:solidFill>
          <a:schemeClr val="accent2"/>
        </a:solidFill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New price </a:t>
          </a:r>
        </a:p>
        <a:p>
          <a:r>
            <a:rPr lang="en-GB" dirty="0">
              <a:solidFill>
                <a:schemeClr val="tx1"/>
              </a:solidFill>
            </a:rPr>
            <a:t>$10 + $1 = $11 </a:t>
          </a:r>
        </a:p>
      </dgm:t>
    </dgm:pt>
    <dgm:pt modelId="{F9A6FE9F-FA15-4E33-8CA6-8D3545420E3E}" type="parTrans" cxnId="{705C0B09-E062-4A46-BEB6-1F8840031755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10B7F238-F10F-493F-856E-9491D409856D}" type="sibTrans" cxnId="{705C0B09-E062-4A46-BEB6-1F8840031755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08FD626-1CEA-41F5-B0EE-B434EF6B91C0}">
      <dgm:prSet/>
      <dgm:spPr>
        <a:solidFill>
          <a:schemeClr val="accent2"/>
        </a:solidFill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New price</a:t>
          </a:r>
        </a:p>
        <a:p>
          <a:r>
            <a:rPr lang="en-GB" dirty="0">
              <a:solidFill>
                <a:schemeClr val="tx1"/>
              </a:solidFill>
            </a:rPr>
            <a:t>$10 + 0.2X$10= $12  </a:t>
          </a:r>
        </a:p>
      </dgm:t>
    </dgm:pt>
    <dgm:pt modelId="{05279942-CCD8-455A-9912-5AB1CB3B7FD5}" type="parTrans" cxnId="{7C188E3D-B372-4B94-8A2C-DD75BBC88FBB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F4581C8B-348C-4851-9A50-8B11612ED794}" type="sibTrans" cxnId="{7C188E3D-B372-4B94-8A2C-DD75BBC88FBB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0CB4500A-4FE5-48E5-834B-FA733EFD55E7}" type="pres">
      <dgm:prSet presAssocID="{B83F9EDD-F9BC-48A0-AC1C-DB080F3B04C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0778C60-2BCA-46F1-8ABD-C5AA5070D6D1}" type="pres">
      <dgm:prSet presAssocID="{2A95401C-3A4C-4DCF-A999-A63CDF226ED5}" presName="hierRoot1" presStyleCnt="0">
        <dgm:presLayoutVars>
          <dgm:hierBranch val="init"/>
        </dgm:presLayoutVars>
      </dgm:prSet>
      <dgm:spPr/>
    </dgm:pt>
    <dgm:pt modelId="{EE55D213-2E76-4D07-A6A5-F7A580D71646}" type="pres">
      <dgm:prSet presAssocID="{2A95401C-3A4C-4DCF-A999-A63CDF226ED5}" presName="rootComposite1" presStyleCnt="0"/>
      <dgm:spPr/>
    </dgm:pt>
    <dgm:pt modelId="{BAF8FD23-ED33-498D-AF4C-983AC5B24DAE}" type="pres">
      <dgm:prSet presAssocID="{2A95401C-3A4C-4DCF-A999-A63CDF226ED5}" presName="rootText1" presStyleLbl="node0" presStyleIdx="0" presStyleCnt="1" custScaleX="220855" custScaleY="109666">
        <dgm:presLayoutVars>
          <dgm:chPref val="3"/>
        </dgm:presLayoutVars>
      </dgm:prSet>
      <dgm:spPr/>
    </dgm:pt>
    <dgm:pt modelId="{083D4D5A-2935-432D-8035-0C2A4A5124FE}" type="pres">
      <dgm:prSet presAssocID="{2A95401C-3A4C-4DCF-A999-A63CDF226ED5}" presName="rootConnector1" presStyleLbl="node1" presStyleIdx="0" presStyleCnt="0"/>
      <dgm:spPr/>
    </dgm:pt>
    <dgm:pt modelId="{55905E0F-91A0-4B87-BE3E-F22B1A841DF2}" type="pres">
      <dgm:prSet presAssocID="{2A95401C-3A4C-4DCF-A999-A63CDF226ED5}" presName="hierChild2" presStyleCnt="0"/>
      <dgm:spPr/>
    </dgm:pt>
    <dgm:pt modelId="{D51762D2-A678-4F4A-B433-EB291DE65946}" type="pres">
      <dgm:prSet presAssocID="{654532B8-FEE0-410E-A142-5C9172C571DF}" presName="Name37" presStyleLbl="parChTrans1D2" presStyleIdx="0" presStyleCnt="3"/>
      <dgm:spPr/>
    </dgm:pt>
    <dgm:pt modelId="{0E52F690-1FB3-4016-8EDE-AE08B9B5A476}" type="pres">
      <dgm:prSet presAssocID="{8891EF15-AE6C-4350-AE31-E330BCC2DBF9}" presName="hierRoot2" presStyleCnt="0">
        <dgm:presLayoutVars>
          <dgm:hierBranch val="init"/>
        </dgm:presLayoutVars>
      </dgm:prSet>
      <dgm:spPr/>
    </dgm:pt>
    <dgm:pt modelId="{31CC0EC3-94D2-4E3E-B721-7F351E6AB0B8}" type="pres">
      <dgm:prSet presAssocID="{8891EF15-AE6C-4350-AE31-E330BCC2DBF9}" presName="rootComposite" presStyleCnt="0"/>
      <dgm:spPr/>
    </dgm:pt>
    <dgm:pt modelId="{2E366FFB-A9D0-4FCD-A179-9FD2E77AD5DC}" type="pres">
      <dgm:prSet presAssocID="{8891EF15-AE6C-4350-AE31-E330BCC2DBF9}" presName="rootText" presStyleLbl="node2" presStyleIdx="0" presStyleCnt="2" custScaleX="162313">
        <dgm:presLayoutVars>
          <dgm:chPref val="3"/>
        </dgm:presLayoutVars>
      </dgm:prSet>
      <dgm:spPr/>
    </dgm:pt>
    <dgm:pt modelId="{488FAADC-E9C6-41D0-BA0A-A437E8B84A64}" type="pres">
      <dgm:prSet presAssocID="{8891EF15-AE6C-4350-AE31-E330BCC2DBF9}" presName="rootConnector" presStyleLbl="node2" presStyleIdx="0" presStyleCnt="2"/>
      <dgm:spPr/>
    </dgm:pt>
    <dgm:pt modelId="{F47B50CC-8D7E-4A7C-A6D2-DD96FFC2ED5C}" type="pres">
      <dgm:prSet presAssocID="{8891EF15-AE6C-4350-AE31-E330BCC2DBF9}" presName="hierChild4" presStyleCnt="0"/>
      <dgm:spPr/>
    </dgm:pt>
    <dgm:pt modelId="{3F41FDCF-EF24-414F-8313-DF16B29E3680}" type="pres">
      <dgm:prSet presAssocID="{F9A6FE9F-FA15-4E33-8CA6-8D3545420E3E}" presName="Name37" presStyleLbl="parChTrans1D3" presStyleIdx="0" presStyleCnt="2"/>
      <dgm:spPr/>
    </dgm:pt>
    <dgm:pt modelId="{C72415CE-7334-4F52-88B5-ADF3F7B91BED}" type="pres">
      <dgm:prSet presAssocID="{5DBF96E7-8EC9-4A04-AE8F-3F3832ED7534}" presName="hierRoot2" presStyleCnt="0">
        <dgm:presLayoutVars>
          <dgm:hierBranch val="init"/>
        </dgm:presLayoutVars>
      </dgm:prSet>
      <dgm:spPr/>
    </dgm:pt>
    <dgm:pt modelId="{96A32927-C6D3-46D7-BF41-A464898B12CF}" type="pres">
      <dgm:prSet presAssocID="{5DBF96E7-8EC9-4A04-AE8F-3F3832ED7534}" presName="rootComposite" presStyleCnt="0"/>
      <dgm:spPr/>
    </dgm:pt>
    <dgm:pt modelId="{AB36A197-FB73-4966-B5BB-27100DE868D2}" type="pres">
      <dgm:prSet presAssocID="{5DBF96E7-8EC9-4A04-AE8F-3F3832ED7534}" presName="rootText" presStyleLbl="node3" presStyleIdx="0" presStyleCnt="2">
        <dgm:presLayoutVars>
          <dgm:chPref val="3"/>
        </dgm:presLayoutVars>
      </dgm:prSet>
      <dgm:spPr/>
    </dgm:pt>
    <dgm:pt modelId="{F6304FE6-3A52-49B4-9C03-2CB5EF6E8379}" type="pres">
      <dgm:prSet presAssocID="{5DBF96E7-8EC9-4A04-AE8F-3F3832ED7534}" presName="rootConnector" presStyleLbl="node3" presStyleIdx="0" presStyleCnt="2"/>
      <dgm:spPr/>
    </dgm:pt>
    <dgm:pt modelId="{A09B4B9A-4B23-42EC-952B-8A13F2128AD5}" type="pres">
      <dgm:prSet presAssocID="{5DBF96E7-8EC9-4A04-AE8F-3F3832ED7534}" presName="hierChild4" presStyleCnt="0"/>
      <dgm:spPr/>
    </dgm:pt>
    <dgm:pt modelId="{F8F5989C-94AA-4870-AA04-F8753F795288}" type="pres">
      <dgm:prSet presAssocID="{5DBF96E7-8EC9-4A04-AE8F-3F3832ED7534}" presName="hierChild5" presStyleCnt="0"/>
      <dgm:spPr/>
    </dgm:pt>
    <dgm:pt modelId="{43F8A18E-B58C-4414-99ED-2FB48EE2BA07}" type="pres">
      <dgm:prSet presAssocID="{8891EF15-AE6C-4350-AE31-E330BCC2DBF9}" presName="hierChild5" presStyleCnt="0"/>
      <dgm:spPr/>
    </dgm:pt>
    <dgm:pt modelId="{A7AC2096-6B5D-4D05-AFD8-A21F27E4660D}" type="pres">
      <dgm:prSet presAssocID="{664AC1EB-D53C-43FD-86A2-97B3E715C8F4}" presName="Name37" presStyleLbl="parChTrans1D2" presStyleIdx="1" presStyleCnt="3"/>
      <dgm:spPr/>
    </dgm:pt>
    <dgm:pt modelId="{1F519B68-EFED-4684-A561-4553FCA07BA9}" type="pres">
      <dgm:prSet presAssocID="{ABBEF53E-0A27-4192-894C-6F4F64B6E9AF}" presName="hierRoot2" presStyleCnt="0">
        <dgm:presLayoutVars>
          <dgm:hierBranch val="init"/>
        </dgm:presLayoutVars>
      </dgm:prSet>
      <dgm:spPr/>
    </dgm:pt>
    <dgm:pt modelId="{913794DD-5F8C-49F8-929B-D498A48A07B1}" type="pres">
      <dgm:prSet presAssocID="{ABBEF53E-0A27-4192-894C-6F4F64B6E9AF}" presName="rootComposite" presStyleCnt="0"/>
      <dgm:spPr/>
    </dgm:pt>
    <dgm:pt modelId="{2417EE78-6536-47BB-920D-4FED75FC3EFA}" type="pres">
      <dgm:prSet presAssocID="{ABBEF53E-0A27-4192-894C-6F4F64B6E9AF}" presName="rootText" presStyleLbl="node2" presStyleIdx="1" presStyleCnt="2" custScaleX="142763">
        <dgm:presLayoutVars>
          <dgm:chPref val="3"/>
        </dgm:presLayoutVars>
      </dgm:prSet>
      <dgm:spPr/>
    </dgm:pt>
    <dgm:pt modelId="{615C043C-1626-44A7-93FA-3FA05F8D0FFF}" type="pres">
      <dgm:prSet presAssocID="{ABBEF53E-0A27-4192-894C-6F4F64B6E9AF}" presName="rootConnector" presStyleLbl="node2" presStyleIdx="1" presStyleCnt="2"/>
      <dgm:spPr/>
    </dgm:pt>
    <dgm:pt modelId="{38BEF67D-0350-449F-ACE1-3C5265A47489}" type="pres">
      <dgm:prSet presAssocID="{ABBEF53E-0A27-4192-894C-6F4F64B6E9AF}" presName="hierChild4" presStyleCnt="0"/>
      <dgm:spPr/>
    </dgm:pt>
    <dgm:pt modelId="{37E6D713-3FCC-46F2-A5E1-AC4D3B365E79}" type="pres">
      <dgm:prSet presAssocID="{05279942-CCD8-455A-9912-5AB1CB3B7FD5}" presName="Name37" presStyleLbl="parChTrans1D3" presStyleIdx="1" presStyleCnt="2"/>
      <dgm:spPr/>
    </dgm:pt>
    <dgm:pt modelId="{49DB8C37-4509-48E1-BBEF-E9522ACF80FD}" type="pres">
      <dgm:prSet presAssocID="{A08FD626-1CEA-41F5-B0EE-B434EF6B91C0}" presName="hierRoot2" presStyleCnt="0">
        <dgm:presLayoutVars>
          <dgm:hierBranch val="init"/>
        </dgm:presLayoutVars>
      </dgm:prSet>
      <dgm:spPr/>
    </dgm:pt>
    <dgm:pt modelId="{D794AED4-9DA5-4D30-8ACF-2B0664A46704}" type="pres">
      <dgm:prSet presAssocID="{A08FD626-1CEA-41F5-B0EE-B434EF6B91C0}" presName="rootComposite" presStyleCnt="0"/>
      <dgm:spPr/>
    </dgm:pt>
    <dgm:pt modelId="{1BF600C5-3A39-4664-81C3-74ECD094EEE2}" type="pres">
      <dgm:prSet presAssocID="{A08FD626-1CEA-41F5-B0EE-B434EF6B91C0}" presName="rootText" presStyleLbl="node3" presStyleIdx="1" presStyleCnt="2">
        <dgm:presLayoutVars>
          <dgm:chPref val="3"/>
        </dgm:presLayoutVars>
      </dgm:prSet>
      <dgm:spPr/>
    </dgm:pt>
    <dgm:pt modelId="{908614F8-9231-4462-A8EB-8BDED132911C}" type="pres">
      <dgm:prSet presAssocID="{A08FD626-1CEA-41F5-B0EE-B434EF6B91C0}" presName="rootConnector" presStyleLbl="node3" presStyleIdx="1" presStyleCnt="2"/>
      <dgm:spPr/>
    </dgm:pt>
    <dgm:pt modelId="{0A4D1E7B-E010-4FC6-9040-6681117069BD}" type="pres">
      <dgm:prSet presAssocID="{A08FD626-1CEA-41F5-B0EE-B434EF6B91C0}" presName="hierChild4" presStyleCnt="0"/>
      <dgm:spPr/>
    </dgm:pt>
    <dgm:pt modelId="{A4AB4BD2-045A-4EE7-8666-1CC2875C8876}" type="pres">
      <dgm:prSet presAssocID="{A08FD626-1CEA-41F5-B0EE-B434EF6B91C0}" presName="hierChild5" presStyleCnt="0"/>
      <dgm:spPr/>
    </dgm:pt>
    <dgm:pt modelId="{F523E43E-B6F8-49EE-A545-7DD24036B53B}" type="pres">
      <dgm:prSet presAssocID="{ABBEF53E-0A27-4192-894C-6F4F64B6E9AF}" presName="hierChild5" presStyleCnt="0"/>
      <dgm:spPr/>
    </dgm:pt>
    <dgm:pt modelId="{300968B8-3729-4CB1-B63B-3D68903C8C46}" type="pres">
      <dgm:prSet presAssocID="{2A95401C-3A4C-4DCF-A999-A63CDF226ED5}" presName="hierChild3" presStyleCnt="0"/>
      <dgm:spPr/>
    </dgm:pt>
    <dgm:pt modelId="{6DF06309-9D9F-4143-A949-C7248C0D89B4}" type="pres">
      <dgm:prSet presAssocID="{F580FDA0-25F6-4482-80B2-8DDCE966561B}" presName="Name111" presStyleLbl="parChTrans1D2" presStyleIdx="2" presStyleCnt="3"/>
      <dgm:spPr/>
    </dgm:pt>
    <dgm:pt modelId="{8AD6548E-31F2-4892-9CD1-E612D076A8CA}" type="pres">
      <dgm:prSet presAssocID="{36FF0DA5-CE14-4E8D-8FC0-33F725ACE79C}" presName="hierRoot3" presStyleCnt="0">
        <dgm:presLayoutVars>
          <dgm:hierBranch val="init"/>
        </dgm:presLayoutVars>
      </dgm:prSet>
      <dgm:spPr/>
    </dgm:pt>
    <dgm:pt modelId="{D1C152A2-2B7C-4985-8A14-12D28F6F2B31}" type="pres">
      <dgm:prSet presAssocID="{36FF0DA5-CE14-4E8D-8FC0-33F725ACE79C}" presName="rootComposite3" presStyleCnt="0"/>
      <dgm:spPr/>
    </dgm:pt>
    <dgm:pt modelId="{A2D39FF8-73BB-4E38-8B8F-2C3FC7995DF4}" type="pres">
      <dgm:prSet presAssocID="{36FF0DA5-CE14-4E8D-8FC0-33F725ACE79C}" presName="rootText3" presStyleLbl="asst1" presStyleIdx="0" presStyleCnt="1">
        <dgm:presLayoutVars>
          <dgm:chPref val="3"/>
        </dgm:presLayoutVars>
      </dgm:prSet>
      <dgm:spPr/>
    </dgm:pt>
    <dgm:pt modelId="{57C2A78D-00A9-449C-9B02-630810B6F77B}" type="pres">
      <dgm:prSet presAssocID="{36FF0DA5-CE14-4E8D-8FC0-33F725ACE79C}" presName="rootConnector3" presStyleLbl="asst1" presStyleIdx="0" presStyleCnt="1"/>
      <dgm:spPr/>
    </dgm:pt>
    <dgm:pt modelId="{BE99CB63-D433-4B88-9373-799615D47303}" type="pres">
      <dgm:prSet presAssocID="{36FF0DA5-CE14-4E8D-8FC0-33F725ACE79C}" presName="hierChild6" presStyleCnt="0"/>
      <dgm:spPr/>
    </dgm:pt>
    <dgm:pt modelId="{95008A0C-CACC-458D-B467-E3BC6BACADED}" type="pres">
      <dgm:prSet presAssocID="{36FF0DA5-CE14-4E8D-8FC0-33F725ACE79C}" presName="hierChild7" presStyleCnt="0"/>
      <dgm:spPr/>
    </dgm:pt>
  </dgm:ptLst>
  <dgm:cxnLst>
    <dgm:cxn modelId="{39867D01-EFEA-43D5-95CE-073D4F84E76A}" type="presOf" srcId="{36FF0DA5-CE14-4E8D-8FC0-33F725ACE79C}" destId="{57C2A78D-00A9-449C-9B02-630810B6F77B}" srcOrd="1" destOrd="0" presId="urn:microsoft.com/office/officeart/2005/8/layout/orgChart1"/>
    <dgm:cxn modelId="{96C7BC01-A62A-422A-BF6E-40B8665CC0B4}" type="presOf" srcId="{2A95401C-3A4C-4DCF-A999-A63CDF226ED5}" destId="{083D4D5A-2935-432D-8035-0C2A4A5124FE}" srcOrd="1" destOrd="0" presId="urn:microsoft.com/office/officeart/2005/8/layout/orgChart1"/>
    <dgm:cxn modelId="{705C0B09-E062-4A46-BEB6-1F8840031755}" srcId="{8891EF15-AE6C-4350-AE31-E330BCC2DBF9}" destId="{5DBF96E7-8EC9-4A04-AE8F-3F3832ED7534}" srcOrd="0" destOrd="0" parTransId="{F9A6FE9F-FA15-4E33-8CA6-8D3545420E3E}" sibTransId="{10B7F238-F10F-493F-856E-9491D409856D}"/>
    <dgm:cxn modelId="{B494AB09-CF5E-4776-A17A-34AF791E874E}" type="presOf" srcId="{2A95401C-3A4C-4DCF-A999-A63CDF226ED5}" destId="{BAF8FD23-ED33-498D-AF4C-983AC5B24DAE}" srcOrd="0" destOrd="0" presId="urn:microsoft.com/office/officeart/2005/8/layout/orgChart1"/>
    <dgm:cxn modelId="{B12C6F0C-728D-4CB8-BC81-FDD17D5AF19F}" type="presOf" srcId="{A08FD626-1CEA-41F5-B0EE-B434EF6B91C0}" destId="{1BF600C5-3A39-4664-81C3-74ECD094EEE2}" srcOrd="0" destOrd="0" presId="urn:microsoft.com/office/officeart/2005/8/layout/orgChart1"/>
    <dgm:cxn modelId="{C94FB114-E5FE-4FB7-AB99-BD9DF2E05480}" srcId="{2A95401C-3A4C-4DCF-A999-A63CDF226ED5}" destId="{ABBEF53E-0A27-4192-894C-6F4F64B6E9AF}" srcOrd="2" destOrd="0" parTransId="{664AC1EB-D53C-43FD-86A2-97B3E715C8F4}" sibTransId="{135CF1A4-2D4C-42C5-A188-57F9E2632193}"/>
    <dgm:cxn modelId="{B7656417-A79B-4287-85C2-A2442DCAEFAC}" type="presOf" srcId="{F9A6FE9F-FA15-4E33-8CA6-8D3545420E3E}" destId="{3F41FDCF-EF24-414F-8313-DF16B29E3680}" srcOrd="0" destOrd="0" presId="urn:microsoft.com/office/officeart/2005/8/layout/orgChart1"/>
    <dgm:cxn modelId="{96A7A71E-4359-47E2-89D1-21963757BC32}" type="presOf" srcId="{ABBEF53E-0A27-4192-894C-6F4F64B6E9AF}" destId="{2417EE78-6536-47BB-920D-4FED75FC3EFA}" srcOrd="0" destOrd="0" presId="urn:microsoft.com/office/officeart/2005/8/layout/orgChart1"/>
    <dgm:cxn modelId="{4ED8042A-FAF1-4866-BF84-2A44AEBDA95B}" type="presOf" srcId="{8891EF15-AE6C-4350-AE31-E330BCC2DBF9}" destId="{488FAADC-E9C6-41D0-BA0A-A437E8B84A64}" srcOrd="1" destOrd="0" presId="urn:microsoft.com/office/officeart/2005/8/layout/orgChart1"/>
    <dgm:cxn modelId="{36DBC135-7217-497D-9A42-C1C3F50BC189}" type="presOf" srcId="{664AC1EB-D53C-43FD-86A2-97B3E715C8F4}" destId="{A7AC2096-6B5D-4D05-AFD8-A21F27E4660D}" srcOrd="0" destOrd="0" presId="urn:microsoft.com/office/officeart/2005/8/layout/orgChart1"/>
    <dgm:cxn modelId="{213F463C-296D-4868-A525-62FA7D320152}" srcId="{2A95401C-3A4C-4DCF-A999-A63CDF226ED5}" destId="{36FF0DA5-CE14-4E8D-8FC0-33F725ACE79C}" srcOrd="0" destOrd="0" parTransId="{F580FDA0-25F6-4482-80B2-8DDCE966561B}" sibTransId="{E9C3FA30-CB59-4A56-A1EE-2939A5269376}"/>
    <dgm:cxn modelId="{7C188E3D-B372-4B94-8A2C-DD75BBC88FBB}" srcId="{ABBEF53E-0A27-4192-894C-6F4F64B6E9AF}" destId="{A08FD626-1CEA-41F5-B0EE-B434EF6B91C0}" srcOrd="0" destOrd="0" parTransId="{05279942-CCD8-455A-9912-5AB1CB3B7FD5}" sibTransId="{F4581C8B-348C-4851-9A50-8B11612ED794}"/>
    <dgm:cxn modelId="{164E3B41-8D9C-4D52-A307-75E7EAEA87C8}" type="presOf" srcId="{5DBF96E7-8EC9-4A04-AE8F-3F3832ED7534}" destId="{AB36A197-FB73-4966-B5BB-27100DE868D2}" srcOrd="0" destOrd="0" presId="urn:microsoft.com/office/officeart/2005/8/layout/orgChart1"/>
    <dgm:cxn modelId="{67353462-9C5D-4972-B223-676EA29CBDCC}" type="presOf" srcId="{05279942-CCD8-455A-9912-5AB1CB3B7FD5}" destId="{37E6D713-3FCC-46F2-A5E1-AC4D3B365E79}" srcOrd="0" destOrd="0" presId="urn:microsoft.com/office/officeart/2005/8/layout/orgChart1"/>
    <dgm:cxn modelId="{08F9CE69-93B5-4F23-8BB7-FBA71A23BFB5}" srcId="{2A95401C-3A4C-4DCF-A999-A63CDF226ED5}" destId="{8891EF15-AE6C-4350-AE31-E330BCC2DBF9}" srcOrd="1" destOrd="0" parTransId="{654532B8-FEE0-410E-A142-5C9172C571DF}" sibTransId="{129B8078-6118-4506-A364-B5058A1190BC}"/>
    <dgm:cxn modelId="{12490C6B-CEF5-4AFA-B905-7FE88857DE90}" type="presOf" srcId="{F580FDA0-25F6-4482-80B2-8DDCE966561B}" destId="{6DF06309-9D9F-4143-A949-C7248C0D89B4}" srcOrd="0" destOrd="0" presId="urn:microsoft.com/office/officeart/2005/8/layout/orgChart1"/>
    <dgm:cxn modelId="{EAE25A80-D553-4077-9EEC-B8FF477DF0E5}" type="presOf" srcId="{36FF0DA5-CE14-4E8D-8FC0-33F725ACE79C}" destId="{A2D39FF8-73BB-4E38-8B8F-2C3FC7995DF4}" srcOrd="0" destOrd="0" presId="urn:microsoft.com/office/officeart/2005/8/layout/orgChart1"/>
    <dgm:cxn modelId="{E014F086-30C2-4623-99C0-810CAACDF960}" srcId="{B83F9EDD-F9BC-48A0-AC1C-DB080F3B04CD}" destId="{2A95401C-3A4C-4DCF-A999-A63CDF226ED5}" srcOrd="0" destOrd="0" parTransId="{15362AB6-FC6F-4B6C-A1E2-AAB36AF3AAA6}" sibTransId="{28EE2978-9082-4E20-8437-F238A0A10CA1}"/>
    <dgm:cxn modelId="{355EF498-C9AA-4976-AC53-3D483A6CF64C}" type="presOf" srcId="{5DBF96E7-8EC9-4A04-AE8F-3F3832ED7534}" destId="{F6304FE6-3A52-49B4-9C03-2CB5EF6E8379}" srcOrd="1" destOrd="0" presId="urn:microsoft.com/office/officeart/2005/8/layout/orgChart1"/>
    <dgm:cxn modelId="{9F7A06B3-75BA-49C7-AA71-35AE63461401}" type="presOf" srcId="{A08FD626-1CEA-41F5-B0EE-B434EF6B91C0}" destId="{908614F8-9231-4462-A8EB-8BDED132911C}" srcOrd="1" destOrd="0" presId="urn:microsoft.com/office/officeart/2005/8/layout/orgChart1"/>
    <dgm:cxn modelId="{74D1CDB4-B55F-415B-BD0D-327293038ABA}" type="presOf" srcId="{8891EF15-AE6C-4350-AE31-E330BCC2DBF9}" destId="{2E366FFB-A9D0-4FCD-A179-9FD2E77AD5DC}" srcOrd="0" destOrd="0" presId="urn:microsoft.com/office/officeart/2005/8/layout/orgChart1"/>
    <dgm:cxn modelId="{8FC40BDB-5DFD-4453-97A3-6B1CC3641B73}" type="presOf" srcId="{654532B8-FEE0-410E-A142-5C9172C571DF}" destId="{D51762D2-A678-4F4A-B433-EB291DE65946}" srcOrd="0" destOrd="0" presId="urn:microsoft.com/office/officeart/2005/8/layout/orgChart1"/>
    <dgm:cxn modelId="{95CA2BE2-EAF5-4366-A1A9-1685B9862ED8}" type="presOf" srcId="{ABBEF53E-0A27-4192-894C-6F4F64B6E9AF}" destId="{615C043C-1626-44A7-93FA-3FA05F8D0FFF}" srcOrd="1" destOrd="0" presId="urn:microsoft.com/office/officeart/2005/8/layout/orgChart1"/>
    <dgm:cxn modelId="{9FE86AE8-A8BA-448A-A218-5C8B18776C1F}" type="presOf" srcId="{B83F9EDD-F9BC-48A0-AC1C-DB080F3B04CD}" destId="{0CB4500A-4FE5-48E5-834B-FA733EFD55E7}" srcOrd="0" destOrd="0" presId="urn:microsoft.com/office/officeart/2005/8/layout/orgChart1"/>
    <dgm:cxn modelId="{FCF7D4B0-A410-48E4-AC46-16B749CF2516}" type="presParOf" srcId="{0CB4500A-4FE5-48E5-834B-FA733EFD55E7}" destId="{B0778C60-2BCA-46F1-8ABD-C5AA5070D6D1}" srcOrd="0" destOrd="0" presId="urn:microsoft.com/office/officeart/2005/8/layout/orgChart1"/>
    <dgm:cxn modelId="{7430BB57-F60C-41BD-809C-37B993821212}" type="presParOf" srcId="{B0778C60-2BCA-46F1-8ABD-C5AA5070D6D1}" destId="{EE55D213-2E76-4D07-A6A5-F7A580D71646}" srcOrd="0" destOrd="0" presId="urn:microsoft.com/office/officeart/2005/8/layout/orgChart1"/>
    <dgm:cxn modelId="{DFECB0DB-5736-46E0-B9F1-4B31A3230C78}" type="presParOf" srcId="{EE55D213-2E76-4D07-A6A5-F7A580D71646}" destId="{BAF8FD23-ED33-498D-AF4C-983AC5B24DAE}" srcOrd="0" destOrd="0" presId="urn:microsoft.com/office/officeart/2005/8/layout/orgChart1"/>
    <dgm:cxn modelId="{66E69212-E3E8-4542-840C-5BB302F95666}" type="presParOf" srcId="{EE55D213-2E76-4D07-A6A5-F7A580D71646}" destId="{083D4D5A-2935-432D-8035-0C2A4A5124FE}" srcOrd="1" destOrd="0" presId="urn:microsoft.com/office/officeart/2005/8/layout/orgChart1"/>
    <dgm:cxn modelId="{F07FD799-6382-4C3C-A3ED-CC6130B9D9C9}" type="presParOf" srcId="{B0778C60-2BCA-46F1-8ABD-C5AA5070D6D1}" destId="{55905E0F-91A0-4B87-BE3E-F22B1A841DF2}" srcOrd="1" destOrd="0" presId="urn:microsoft.com/office/officeart/2005/8/layout/orgChart1"/>
    <dgm:cxn modelId="{57631F52-A213-4A7F-A715-D0D1B06CC479}" type="presParOf" srcId="{55905E0F-91A0-4B87-BE3E-F22B1A841DF2}" destId="{D51762D2-A678-4F4A-B433-EB291DE65946}" srcOrd="0" destOrd="0" presId="urn:microsoft.com/office/officeart/2005/8/layout/orgChart1"/>
    <dgm:cxn modelId="{02FCB1B0-9B9C-47F3-8138-01D9902A6377}" type="presParOf" srcId="{55905E0F-91A0-4B87-BE3E-F22B1A841DF2}" destId="{0E52F690-1FB3-4016-8EDE-AE08B9B5A476}" srcOrd="1" destOrd="0" presId="urn:microsoft.com/office/officeart/2005/8/layout/orgChart1"/>
    <dgm:cxn modelId="{1E25C1F8-CC51-4A6E-97E5-1F331725A59F}" type="presParOf" srcId="{0E52F690-1FB3-4016-8EDE-AE08B9B5A476}" destId="{31CC0EC3-94D2-4E3E-B721-7F351E6AB0B8}" srcOrd="0" destOrd="0" presId="urn:microsoft.com/office/officeart/2005/8/layout/orgChart1"/>
    <dgm:cxn modelId="{E8134C09-7892-4D02-B15B-27D79BB99EFE}" type="presParOf" srcId="{31CC0EC3-94D2-4E3E-B721-7F351E6AB0B8}" destId="{2E366FFB-A9D0-4FCD-A179-9FD2E77AD5DC}" srcOrd="0" destOrd="0" presId="urn:microsoft.com/office/officeart/2005/8/layout/orgChart1"/>
    <dgm:cxn modelId="{D9E3CA0D-3EAE-48FB-99BF-86F52B8105C7}" type="presParOf" srcId="{31CC0EC3-94D2-4E3E-B721-7F351E6AB0B8}" destId="{488FAADC-E9C6-41D0-BA0A-A437E8B84A64}" srcOrd="1" destOrd="0" presId="urn:microsoft.com/office/officeart/2005/8/layout/orgChart1"/>
    <dgm:cxn modelId="{3EDA368A-4230-4957-9613-7319EDF86E95}" type="presParOf" srcId="{0E52F690-1FB3-4016-8EDE-AE08B9B5A476}" destId="{F47B50CC-8D7E-4A7C-A6D2-DD96FFC2ED5C}" srcOrd="1" destOrd="0" presId="urn:microsoft.com/office/officeart/2005/8/layout/orgChart1"/>
    <dgm:cxn modelId="{9BA3B45C-B289-4475-87A9-5849FF6D7C16}" type="presParOf" srcId="{F47B50CC-8D7E-4A7C-A6D2-DD96FFC2ED5C}" destId="{3F41FDCF-EF24-414F-8313-DF16B29E3680}" srcOrd="0" destOrd="0" presId="urn:microsoft.com/office/officeart/2005/8/layout/orgChart1"/>
    <dgm:cxn modelId="{97750087-B294-4521-B49D-373769B51005}" type="presParOf" srcId="{F47B50CC-8D7E-4A7C-A6D2-DD96FFC2ED5C}" destId="{C72415CE-7334-4F52-88B5-ADF3F7B91BED}" srcOrd="1" destOrd="0" presId="urn:microsoft.com/office/officeart/2005/8/layout/orgChart1"/>
    <dgm:cxn modelId="{CEA2DEAA-C077-42FF-AC57-FB36EC6ADE27}" type="presParOf" srcId="{C72415CE-7334-4F52-88B5-ADF3F7B91BED}" destId="{96A32927-C6D3-46D7-BF41-A464898B12CF}" srcOrd="0" destOrd="0" presId="urn:microsoft.com/office/officeart/2005/8/layout/orgChart1"/>
    <dgm:cxn modelId="{E77889B4-DCC4-4E23-9D2D-3CA866836E00}" type="presParOf" srcId="{96A32927-C6D3-46D7-BF41-A464898B12CF}" destId="{AB36A197-FB73-4966-B5BB-27100DE868D2}" srcOrd="0" destOrd="0" presId="urn:microsoft.com/office/officeart/2005/8/layout/orgChart1"/>
    <dgm:cxn modelId="{885095C6-848B-44AC-AC08-AED949C4D8AF}" type="presParOf" srcId="{96A32927-C6D3-46D7-BF41-A464898B12CF}" destId="{F6304FE6-3A52-49B4-9C03-2CB5EF6E8379}" srcOrd="1" destOrd="0" presId="urn:microsoft.com/office/officeart/2005/8/layout/orgChart1"/>
    <dgm:cxn modelId="{539DF54F-4A96-4A40-813A-4FAFCB7A4EC3}" type="presParOf" srcId="{C72415CE-7334-4F52-88B5-ADF3F7B91BED}" destId="{A09B4B9A-4B23-42EC-952B-8A13F2128AD5}" srcOrd="1" destOrd="0" presId="urn:microsoft.com/office/officeart/2005/8/layout/orgChart1"/>
    <dgm:cxn modelId="{43348A71-A2D3-4BB3-9C9D-9DF450CDADB8}" type="presParOf" srcId="{C72415CE-7334-4F52-88B5-ADF3F7B91BED}" destId="{F8F5989C-94AA-4870-AA04-F8753F795288}" srcOrd="2" destOrd="0" presId="urn:microsoft.com/office/officeart/2005/8/layout/orgChart1"/>
    <dgm:cxn modelId="{0732C922-3FF9-46A7-9342-92785E94FCCF}" type="presParOf" srcId="{0E52F690-1FB3-4016-8EDE-AE08B9B5A476}" destId="{43F8A18E-B58C-4414-99ED-2FB48EE2BA07}" srcOrd="2" destOrd="0" presId="urn:microsoft.com/office/officeart/2005/8/layout/orgChart1"/>
    <dgm:cxn modelId="{E84D1146-D28E-446A-AE01-8E9E31E7E45F}" type="presParOf" srcId="{55905E0F-91A0-4B87-BE3E-F22B1A841DF2}" destId="{A7AC2096-6B5D-4D05-AFD8-A21F27E4660D}" srcOrd="2" destOrd="0" presId="urn:microsoft.com/office/officeart/2005/8/layout/orgChart1"/>
    <dgm:cxn modelId="{432C279E-943A-443D-9D90-403EFFEE43DF}" type="presParOf" srcId="{55905E0F-91A0-4B87-BE3E-F22B1A841DF2}" destId="{1F519B68-EFED-4684-A561-4553FCA07BA9}" srcOrd="3" destOrd="0" presId="urn:microsoft.com/office/officeart/2005/8/layout/orgChart1"/>
    <dgm:cxn modelId="{C538B00E-4288-41BD-9451-9766F3B068A7}" type="presParOf" srcId="{1F519B68-EFED-4684-A561-4553FCA07BA9}" destId="{913794DD-5F8C-49F8-929B-D498A48A07B1}" srcOrd="0" destOrd="0" presId="urn:microsoft.com/office/officeart/2005/8/layout/orgChart1"/>
    <dgm:cxn modelId="{2A484098-0E4F-4260-A72D-ABE39A5D308A}" type="presParOf" srcId="{913794DD-5F8C-49F8-929B-D498A48A07B1}" destId="{2417EE78-6536-47BB-920D-4FED75FC3EFA}" srcOrd="0" destOrd="0" presId="urn:microsoft.com/office/officeart/2005/8/layout/orgChart1"/>
    <dgm:cxn modelId="{FE9A4AB7-2999-4D36-9C8A-C748E1E9276E}" type="presParOf" srcId="{913794DD-5F8C-49F8-929B-D498A48A07B1}" destId="{615C043C-1626-44A7-93FA-3FA05F8D0FFF}" srcOrd="1" destOrd="0" presId="urn:microsoft.com/office/officeart/2005/8/layout/orgChart1"/>
    <dgm:cxn modelId="{454D37A3-04C2-4FFC-8051-DB9828D7FE4C}" type="presParOf" srcId="{1F519B68-EFED-4684-A561-4553FCA07BA9}" destId="{38BEF67D-0350-449F-ACE1-3C5265A47489}" srcOrd="1" destOrd="0" presId="urn:microsoft.com/office/officeart/2005/8/layout/orgChart1"/>
    <dgm:cxn modelId="{61ABA030-A41C-447C-B174-4E42F5639BF6}" type="presParOf" srcId="{38BEF67D-0350-449F-ACE1-3C5265A47489}" destId="{37E6D713-3FCC-46F2-A5E1-AC4D3B365E79}" srcOrd="0" destOrd="0" presId="urn:microsoft.com/office/officeart/2005/8/layout/orgChart1"/>
    <dgm:cxn modelId="{45ECC0D7-92E1-4BC6-B079-A20AAA785124}" type="presParOf" srcId="{38BEF67D-0350-449F-ACE1-3C5265A47489}" destId="{49DB8C37-4509-48E1-BBEF-E9522ACF80FD}" srcOrd="1" destOrd="0" presId="urn:microsoft.com/office/officeart/2005/8/layout/orgChart1"/>
    <dgm:cxn modelId="{D91353C5-BA63-4306-A30E-5C9541031582}" type="presParOf" srcId="{49DB8C37-4509-48E1-BBEF-E9522ACF80FD}" destId="{D794AED4-9DA5-4D30-8ACF-2B0664A46704}" srcOrd="0" destOrd="0" presId="urn:microsoft.com/office/officeart/2005/8/layout/orgChart1"/>
    <dgm:cxn modelId="{00819792-269C-4902-8BE4-17B0CC0F8D31}" type="presParOf" srcId="{D794AED4-9DA5-4D30-8ACF-2B0664A46704}" destId="{1BF600C5-3A39-4664-81C3-74ECD094EEE2}" srcOrd="0" destOrd="0" presId="urn:microsoft.com/office/officeart/2005/8/layout/orgChart1"/>
    <dgm:cxn modelId="{4D2D48EB-1CF7-4407-A5C4-543C91F61DB1}" type="presParOf" srcId="{D794AED4-9DA5-4D30-8ACF-2B0664A46704}" destId="{908614F8-9231-4462-A8EB-8BDED132911C}" srcOrd="1" destOrd="0" presId="urn:microsoft.com/office/officeart/2005/8/layout/orgChart1"/>
    <dgm:cxn modelId="{6A6D452A-8AF1-45F7-A704-D883E5B37B88}" type="presParOf" srcId="{49DB8C37-4509-48E1-BBEF-E9522ACF80FD}" destId="{0A4D1E7B-E010-4FC6-9040-6681117069BD}" srcOrd="1" destOrd="0" presId="urn:microsoft.com/office/officeart/2005/8/layout/orgChart1"/>
    <dgm:cxn modelId="{C9384C4D-51CA-40D9-90A6-299737A0CF26}" type="presParOf" srcId="{49DB8C37-4509-48E1-BBEF-E9522ACF80FD}" destId="{A4AB4BD2-045A-4EE7-8666-1CC2875C8876}" srcOrd="2" destOrd="0" presId="urn:microsoft.com/office/officeart/2005/8/layout/orgChart1"/>
    <dgm:cxn modelId="{5F7F14E6-A6E9-4968-9BB4-F377C6F609CA}" type="presParOf" srcId="{1F519B68-EFED-4684-A561-4553FCA07BA9}" destId="{F523E43E-B6F8-49EE-A545-7DD24036B53B}" srcOrd="2" destOrd="0" presId="urn:microsoft.com/office/officeart/2005/8/layout/orgChart1"/>
    <dgm:cxn modelId="{6FFB905F-91F2-4EFD-BA9C-98DF7EC00B93}" type="presParOf" srcId="{B0778C60-2BCA-46F1-8ABD-C5AA5070D6D1}" destId="{300968B8-3729-4CB1-B63B-3D68903C8C46}" srcOrd="2" destOrd="0" presId="urn:microsoft.com/office/officeart/2005/8/layout/orgChart1"/>
    <dgm:cxn modelId="{588652AA-F46D-4EE9-9781-45C01158B0CD}" type="presParOf" srcId="{300968B8-3729-4CB1-B63B-3D68903C8C46}" destId="{6DF06309-9D9F-4143-A949-C7248C0D89B4}" srcOrd="0" destOrd="0" presId="urn:microsoft.com/office/officeart/2005/8/layout/orgChart1"/>
    <dgm:cxn modelId="{05C75509-3E5D-4379-9D45-A1D883C55BD3}" type="presParOf" srcId="{300968B8-3729-4CB1-B63B-3D68903C8C46}" destId="{8AD6548E-31F2-4892-9CD1-E612D076A8CA}" srcOrd="1" destOrd="0" presId="urn:microsoft.com/office/officeart/2005/8/layout/orgChart1"/>
    <dgm:cxn modelId="{05A47B6A-9582-44BE-BA1E-9B69A8547AA7}" type="presParOf" srcId="{8AD6548E-31F2-4892-9CD1-E612D076A8CA}" destId="{D1C152A2-2B7C-4985-8A14-12D28F6F2B31}" srcOrd="0" destOrd="0" presId="urn:microsoft.com/office/officeart/2005/8/layout/orgChart1"/>
    <dgm:cxn modelId="{EA3CBF86-67E1-4D03-BECB-640E35FA7D64}" type="presParOf" srcId="{D1C152A2-2B7C-4985-8A14-12D28F6F2B31}" destId="{A2D39FF8-73BB-4E38-8B8F-2C3FC7995DF4}" srcOrd="0" destOrd="0" presId="urn:microsoft.com/office/officeart/2005/8/layout/orgChart1"/>
    <dgm:cxn modelId="{29DD1F71-C646-4796-8C16-8187D286C432}" type="presParOf" srcId="{D1C152A2-2B7C-4985-8A14-12D28F6F2B31}" destId="{57C2A78D-00A9-449C-9B02-630810B6F77B}" srcOrd="1" destOrd="0" presId="urn:microsoft.com/office/officeart/2005/8/layout/orgChart1"/>
    <dgm:cxn modelId="{877D21D1-1784-414E-B929-3A24F97AE78A}" type="presParOf" srcId="{8AD6548E-31F2-4892-9CD1-E612D076A8CA}" destId="{BE99CB63-D433-4B88-9373-799615D47303}" srcOrd="1" destOrd="0" presId="urn:microsoft.com/office/officeart/2005/8/layout/orgChart1"/>
    <dgm:cxn modelId="{2EE4F384-548E-43EC-9176-4B15EC15AFFF}" type="presParOf" srcId="{8AD6548E-31F2-4892-9CD1-E612D076A8CA}" destId="{95008A0C-CACC-458D-B467-E3BC6BACADE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B72D968-F040-44B3-BCC5-8AA941C8F7C3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7F016F9-D0A4-49C1-B3A0-E89B4654C523}">
      <dgm:prSet phldrT="[Text]"/>
      <dgm:spPr/>
      <dgm:t>
        <a:bodyPr/>
        <a:lstStyle/>
        <a:p>
          <a:r>
            <a:rPr lang="en-SG" dirty="0"/>
            <a:t>Reduce Local demand </a:t>
          </a:r>
        </a:p>
      </dgm:t>
    </dgm:pt>
    <dgm:pt modelId="{E9E8A637-5A4D-4E4B-8E82-B18A1A6AD743}" type="parTrans" cxnId="{09A56608-9BB6-44BB-9EC0-DDAB0CD627E7}">
      <dgm:prSet/>
      <dgm:spPr/>
      <dgm:t>
        <a:bodyPr/>
        <a:lstStyle/>
        <a:p>
          <a:endParaRPr lang="en-SG"/>
        </a:p>
      </dgm:t>
    </dgm:pt>
    <dgm:pt modelId="{B8791B4F-9359-4FD2-AB32-A7F141307C77}" type="sibTrans" cxnId="{09A56608-9BB6-44BB-9EC0-DDAB0CD627E7}">
      <dgm:prSet/>
      <dgm:spPr/>
      <dgm:t>
        <a:bodyPr/>
        <a:lstStyle/>
        <a:p>
          <a:endParaRPr lang="en-SG"/>
        </a:p>
      </dgm:t>
    </dgm:pt>
    <dgm:pt modelId="{36710E54-22B0-46CB-91AC-6B31A24ECB56}">
      <dgm:prSet phldrT="[Text]"/>
      <dgm:spPr/>
      <dgm:t>
        <a:bodyPr/>
        <a:lstStyle/>
        <a:p>
          <a:r>
            <a:rPr lang="en-SG" dirty="0"/>
            <a:t>Increase Local supply </a:t>
          </a:r>
        </a:p>
      </dgm:t>
    </dgm:pt>
    <dgm:pt modelId="{34A77EDE-21EF-4E3F-9BF5-C4038B3F9CCC}" type="parTrans" cxnId="{15907F80-6D4C-4809-BE2B-EFB71F642EAA}">
      <dgm:prSet/>
      <dgm:spPr/>
      <dgm:t>
        <a:bodyPr/>
        <a:lstStyle/>
        <a:p>
          <a:endParaRPr lang="en-SG"/>
        </a:p>
      </dgm:t>
    </dgm:pt>
    <dgm:pt modelId="{4B35BE6C-F43A-4DF9-AADE-49362F8E9DCF}" type="sibTrans" cxnId="{15907F80-6D4C-4809-BE2B-EFB71F642EAA}">
      <dgm:prSet/>
      <dgm:spPr/>
      <dgm:t>
        <a:bodyPr/>
        <a:lstStyle/>
        <a:p>
          <a:endParaRPr lang="en-SG"/>
        </a:p>
      </dgm:t>
    </dgm:pt>
    <dgm:pt modelId="{84D0531C-E73D-4C0E-8F51-B615880C065D}" type="pres">
      <dgm:prSet presAssocID="{EB72D968-F040-44B3-BCC5-8AA941C8F7C3}" presName="compositeShape" presStyleCnt="0">
        <dgm:presLayoutVars>
          <dgm:chMax val="2"/>
          <dgm:dir/>
          <dgm:resizeHandles val="exact"/>
        </dgm:presLayoutVars>
      </dgm:prSet>
      <dgm:spPr/>
    </dgm:pt>
    <dgm:pt modelId="{125896B8-7E4D-4CC6-896D-B7B328A01660}" type="pres">
      <dgm:prSet presAssocID="{EB72D968-F040-44B3-BCC5-8AA941C8F7C3}" presName="divider" presStyleLbl="fgShp" presStyleIdx="0" presStyleCnt="1"/>
      <dgm:spPr/>
    </dgm:pt>
    <dgm:pt modelId="{B0C7C65A-CFB9-4BF5-A93E-A62AE9B75B4E}" type="pres">
      <dgm:prSet presAssocID="{47F016F9-D0A4-49C1-B3A0-E89B4654C523}" presName="downArrow" presStyleLbl="node1" presStyleIdx="0" presStyleCnt="2"/>
      <dgm:spPr/>
    </dgm:pt>
    <dgm:pt modelId="{CE68140B-1A10-4AA8-85F2-DDAE5AC2D538}" type="pres">
      <dgm:prSet presAssocID="{47F016F9-D0A4-49C1-B3A0-E89B4654C523}" presName="downArrowText" presStyleLbl="revTx" presStyleIdx="0" presStyleCnt="2">
        <dgm:presLayoutVars>
          <dgm:bulletEnabled val="1"/>
        </dgm:presLayoutVars>
      </dgm:prSet>
      <dgm:spPr/>
    </dgm:pt>
    <dgm:pt modelId="{E5EDBE11-42BD-4F4D-A0DA-C4276B0A167A}" type="pres">
      <dgm:prSet presAssocID="{36710E54-22B0-46CB-91AC-6B31A24ECB56}" presName="upArrow" presStyleLbl="node1" presStyleIdx="1" presStyleCnt="2"/>
      <dgm:spPr/>
    </dgm:pt>
    <dgm:pt modelId="{AFD1B80D-C3ED-4C5A-829C-4D4858710571}" type="pres">
      <dgm:prSet presAssocID="{36710E54-22B0-46CB-91AC-6B31A24ECB56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D5205D07-5653-435E-BCD5-D714F2A6F339}" type="presOf" srcId="{47F016F9-D0A4-49C1-B3A0-E89B4654C523}" destId="{CE68140B-1A10-4AA8-85F2-DDAE5AC2D538}" srcOrd="0" destOrd="0" presId="urn:microsoft.com/office/officeart/2005/8/layout/arrow3"/>
    <dgm:cxn modelId="{09A56608-9BB6-44BB-9EC0-DDAB0CD627E7}" srcId="{EB72D968-F040-44B3-BCC5-8AA941C8F7C3}" destId="{47F016F9-D0A4-49C1-B3A0-E89B4654C523}" srcOrd="0" destOrd="0" parTransId="{E9E8A637-5A4D-4E4B-8E82-B18A1A6AD743}" sibTransId="{B8791B4F-9359-4FD2-AB32-A7F141307C77}"/>
    <dgm:cxn modelId="{B3BEF81F-2A21-4CA5-9D66-07CA11FBF681}" type="presOf" srcId="{36710E54-22B0-46CB-91AC-6B31A24ECB56}" destId="{AFD1B80D-C3ED-4C5A-829C-4D4858710571}" srcOrd="0" destOrd="0" presId="urn:microsoft.com/office/officeart/2005/8/layout/arrow3"/>
    <dgm:cxn modelId="{3E4C8666-96C5-4008-9EA8-1BF10B926CF7}" type="presOf" srcId="{EB72D968-F040-44B3-BCC5-8AA941C8F7C3}" destId="{84D0531C-E73D-4C0E-8F51-B615880C065D}" srcOrd="0" destOrd="0" presId="urn:microsoft.com/office/officeart/2005/8/layout/arrow3"/>
    <dgm:cxn modelId="{15907F80-6D4C-4809-BE2B-EFB71F642EAA}" srcId="{EB72D968-F040-44B3-BCC5-8AA941C8F7C3}" destId="{36710E54-22B0-46CB-91AC-6B31A24ECB56}" srcOrd="1" destOrd="0" parTransId="{34A77EDE-21EF-4E3F-9BF5-C4038B3F9CCC}" sibTransId="{4B35BE6C-F43A-4DF9-AADE-49362F8E9DCF}"/>
    <dgm:cxn modelId="{B88DCEBC-FECE-46E1-87A1-594A00880196}" type="presParOf" srcId="{84D0531C-E73D-4C0E-8F51-B615880C065D}" destId="{125896B8-7E4D-4CC6-896D-B7B328A01660}" srcOrd="0" destOrd="0" presId="urn:microsoft.com/office/officeart/2005/8/layout/arrow3"/>
    <dgm:cxn modelId="{A601D9C9-9464-49B4-B029-7F0FEEDBA1B1}" type="presParOf" srcId="{84D0531C-E73D-4C0E-8F51-B615880C065D}" destId="{B0C7C65A-CFB9-4BF5-A93E-A62AE9B75B4E}" srcOrd="1" destOrd="0" presId="urn:microsoft.com/office/officeart/2005/8/layout/arrow3"/>
    <dgm:cxn modelId="{83A601FA-B5FE-42C4-8900-13090513476F}" type="presParOf" srcId="{84D0531C-E73D-4C0E-8F51-B615880C065D}" destId="{CE68140B-1A10-4AA8-85F2-DDAE5AC2D538}" srcOrd="2" destOrd="0" presId="urn:microsoft.com/office/officeart/2005/8/layout/arrow3"/>
    <dgm:cxn modelId="{68BF7EF3-90E2-43FE-8F11-15ED931AB8E3}" type="presParOf" srcId="{84D0531C-E73D-4C0E-8F51-B615880C065D}" destId="{E5EDBE11-42BD-4F4D-A0DA-C4276B0A167A}" srcOrd="3" destOrd="0" presId="urn:microsoft.com/office/officeart/2005/8/layout/arrow3"/>
    <dgm:cxn modelId="{36E9B4B9-4628-4295-8143-1DC7EAB62EBC}" type="presParOf" srcId="{84D0531C-E73D-4C0E-8F51-B615880C065D}" destId="{AFD1B80D-C3ED-4C5A-829C-4D4858710571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B72D968-F040-44B3-BCC5-8AA941C8F7C3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7F016F9-D0A4-49C1-B3A0-E89B4654C523}">
      <dgm:prSet phldrT="[Text]"/>
      <dgm:spPr/>
      <dgm:t>
        <a:bodyPr/>
        <a:lstStyle/>
        <a:p>
          <a:r>
            <a:rPr lang="en-SG" dirty="0"/>
            <a:t>Reduce Local demand </a:t>
          </a:r>
        </a:p>
      </dgm:t>
    </dgm:pt>
    <dgm:pt modelId="{E9E8A637-5A4D-4E4B-8E82-B18A1A6AD743}" type="parTrans" cxnId="{09A56608-9BB6-44BB-9EC0-DDAB0CD627E7}">
      <dgm:prSet/>
      <dgm:spPr/>
      <dgm:t>
        <a:bodyPr/>
        <a:lstStyle/>
        <a:p>
          <a:endParaRPr lang="en-SG"/>
        </a:p>
      </dgm:t>
    </dgm:pt>
    <dgm:pt modelId="{B8791B4F-9359-4FD2-AB32-A7F141307C77}" type="sibTrans" cxnId="{09A56608-9BB6-44BB-9EC0-DDAB0CD627E7}">
      <dgm:prSet/>
      <dgm:spPr/>
      <dgm:t>
        <a:bodyPr/>
        <a:lstStyle/>
        <a:p>
          <a:endParaRPr lang="en-SG"/>
        </a:p>
      </dgm:t>
    </dgm:pt>
    <dgm:pt modelId="{36710E54-22B0-46CB-91AC-6B31A24ECB56}">
      <dgm:prSet phldrT="[Text]"/>
      <dgm:spPr/>
      <dgm:t>
        <a:bodyPr/>
        <a:lstStyle/>
        <a:p>
          <a:r>
            <a:rPr lang="en-SG" dirty="0"/>
            <a:t>Increase Local supply </a:t>
          </a:r>
        </a:p>
      </dgm:t>
    </dgm:pt>
    <dgm:pt modelId="{34A77EDE-21EF-4E3F-9BF5-C4038B3F9CCC}" type="parTrans" cxnId="{15907F80-6D4C-4809-BE2B-EFB71F642EAA}">
      <dgm:prSet/>
      <dgm:spPr/>
      <dgm:t>
        <a:bodyPr/>
        <a:lstStyle/>
        <a:p>
          <a:endParaRPr lang="en-SG"/>
        </a:p>
      </dgm:t>
    </dgm:pt>
    <dgm:pt modelId="{4B35BE6C-F43A-4DF9-AADE-49362F8E9DCF}" type="sibTrans" cxnId="{15907F80-6D4C-4809-BE2B-EFB71F642EAA}">
      <dgm:prSet/>
      <dgm:spPr/>
      <dgm:t>
        <a:bodyPr/>
        <a:lstStyle/>
        <a:p>
          <a:endParaRPr lang="en-SG"/>
        </a:p>
      </dgm:t>
    </dgm:pt>
    <dgm:pt modelId="{84D0531C-E73D-4C0E-8F51-B615880C065D}" type="pres">
      <dgm:prSet presAssocID="{EB72D968-F040-44B3-BCC5-8AA941C8F7C3}" presName="compositeShape" presStyleCnt="0">
        <dgm:presLayoutVars>
          <dgm:chMax val="2"/>
          <dgm:dir/>
          <dgm:resizeHandles val="exact"/>
        </dgm:presLayoutVars>
      </dgm:prSet>
      <dgm:spPr/>
    </dgm:pt>
    <dgm:pt modelId="{125896B8-7E4D-4CC6-896D-B7B328A01660}" type="pres">
      <dgm:prSet presAssocID="{EB72D968-F040-44B3-BCC5-8AA941C8F7C3}" presName="divider" presStyleLbl="fgShp" presStyleIdx="0" presStyleCnt="1"/>
      <dgm:spPr/>
    </dgm:pt>
    <dgm:pt modelId="{B0C7C65A-CFB9-4BF5-A93E-A62AE9B75B4E}" type="pres">
      <dgm:prSet presAssocID="{47F016F9-D0A4-49C1-B3A0-E89B4654C523}" presName="downArrow" presStyleLbl="node1" presStyleIdx="0" presStyleCnt="2"/>
      <dgm:spPr/>
    </dgm:pt>
    <dgm:pt modelId="{CE68140B-1A10-4AA8-85F2-DDAE5AC2D538}" type="pres">
      <dgm:prSet presAssocID="{47F016F9-D0A4-49C1-B3A0-E89B4654C523}" presName="downArrowText" presStyleLbl="revTx" presStyleIdx="0" presStyleCnt="2">
        <dgm:presLayoutVars>
          <dgm:bulletEnabled val="1"/>
        </dgm:presLayoutVars>
      </dgm:prSet>
      <dgm:spPr/>
    </dgm:pt>
    <dgm:pt modelId="{E5EDBE11-42BD-4F4D-A0DA-C4276B0A167A}" type="pres">
      <dgm:prSet presAssocID="{36710E54-22B0-46CB-91AC-6B31A24ECB56}" presName="upArrow" presStyleLbl="node1" presStyleIdx="1" presStyleCnt="2"/>
      <dgm:spPr/>
    </dgm:pt>
    <dgm:pt modelId="{AFD1B80D-C3ED-4C5A-829C-4D4858710571}" type="pres">
      <dgm:prSet presAssocID="{36710E54-22B0-46CB-91AC-6B31A24ECB56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D5205D07-5653-435E-BCD5-D714F2A6F339}" type="presOf" srcId="{47F016F9-D0A4-49C1-B3A0-E89B4654C523}" destId="{CE68140B-1A10-4AA8-85F2-DDAE5AC2D538}" srcOrd="0" destOrd="0" presId="urn:microsoft.com/office/officeart/2005/8/layout/arrow3"/>
    <dgm:cxn modelId="{09A56608-9BB6-44BB-9EC0-DDAB0CD627E7}" srcId="{EB72D968-F040-44B3-BCC5-8AA941C8F7C3}" destId="{47F016F9-D0A4-49C1-B3A0-E89B4654C523}" srcOrd="0" destOrd="0" parTransId="{E9E8A637-5A4D-4E4B-8E82-B18A1A6AD743}" sibTransId="{B8791B4F-9359-4FD2-AB32-A7F141307C77}"/>
    <dgm:cxn modelId="{B3BEF81F-2A21-4CA5-9D66-07CA11FBF681}" type="presOf" srcId="{36710E54-22B0-46CB-91AC-6B31A24ECB56}" destId="{AFD1B80D-C3ED-4C5A-829C-4D4858710571}" srcOrd="0" destOrd="0" presId="urn:microsoft.com/office/officeart/2005/8/layout/arrow3"/>
    <dgm:cxn modelId="{3E4C8666-96C5-4008-9EA8-1BF10B926CF7}" type="presOf" srcId="{EB72D968-F040-44B3-BCC5-8AA941C8F7C3}" destId="{84D0531C-E73D-4C0E-8F51-B615880C065D}" srcOrd="0" destOrd="0" presId="urn:microsoft.com/office/officeart/2005/8/layout/arrow3"/>
    <dgm:cxn modelId="{15907F80-6D4C-4809-BE2B-EFB71F642EAA}" srcId="{EB72D968-F040-44B3-BCC5-8AA941C8F7C3}" destId="{36710E54-22B0-46CB-91AC-6B31A24ECB56}" srcOrd="1" destOrd="0" parTransId="{34A77EDE-21EF-4E3F-9BF5-C4038B3F9CCC}" sibTransId="{4B35BE6C-F43A-4DF9-AADE-49362F8E9DCF}"/>
    <dgm:cxn modelId="{B88DCEBC-FECE-46E1-87A1-594A00880196}" type="presParOf" srcId="{84D0531C-E73D-4C0E-8F51-B615880C065D}" destId="{125896B8-7E4D-4CC6-896D-B7B328A01660}" srcOrd="0" destOrd="0" presId="urn:microsoft.com/office/officeart/2005/8/layout/arrow3"/>
    <dgm:cxn modelId="{A601D9C9-9464-49B4-B029-7F0FEEDBA1B1}" type="presParOf" srcId="{84D0531C-E73D-4C0E-8F51-B615880C065D}" destId="{B0C7C65A-CFB9-4BF5-A93E-A62AE9B75B4E}" srcOrd="1" destOrd="0" presId="urn:microsoft.com/office/officeart/2005/8/layout/arrow3"/>
    <dgm:cxn modelId="{83A601FA-B5FE-42C4-8900-13090513476F}" type="presParOf" srcId="{84D0531C-E73D-4C0E-8F51-B615880C065D}" destId="{CE68140B-1A10-4AA8-85F2-DDAE5AC2D538}" srcOrd="2" destOrd="0" presId="urn:microsoft.com/office/officeart/2005/8/layout/arrow3"/>
    <dgm:cxn modelId="{68BF7EF3-90E2-43FE-8F11-15ED931AB8E3}" type="presParOf" srcId="{84D0531C-E73D-4C0E-8F51-B615880C065D}" destId="{E5EDBE11-42BD-4F4D-A0DA-C4276B0A167A}" srcOrd="3" destOrd="0" presId="urn:microsoft.com/office/officeart/2005/8/layout/arrow3"/>
    <dgm:cxn modelId="{36E9B4B9-4628-4295-8143-1DC7EAB62EBC}" type="presParOf" srcId="{84D0531C-E73D-4C0E-8F51-B615880C065D}" destId="{AFD1B80D-C3ED-4C5A-829C-4D4858710571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09559A6-9013-4795-B1B0-4F8DE4F344D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17D4678-32B6-4ED9-92E5-D30244DCAD3A}">
      <dgm:prSet phldrT="[Text]" phldr="0"/>
      <dgm:spPr/>
      <dgm:t>
        <a:bodyPr/>
        <a:lstStyle/>
        <a:p>
          <a:r>
            <a:rPr lang="en-GB" dirty="0"/>
            <a:t>Local production rises </a:t>
          </a:r>
          <a:endParaRPr lang="en-SG" dirty="0"/>
        </a:p>
      </dgm:t>
    </dgm:pt>
    <dgm:pt modelId="{52A385D5-EB28-4C2C-86BC-F0CCCBE39761}" type="parTrans" cxnId="{145CD833-BC10-425D-9599-A4DB990EA41B}">
      <dgm:prSet/>
      <dgm:spPr/>
      <dgm:t>
        <a:bodyPr/>
        <a:lstStyle/>
        <a:p>
          <a:endParaRPr lang="en-SG"/>
        </a:p>
      </dgm:t>
    </dgm:pt>
    <dgm:pt modelId="{06E38964-3B55-4CBE-AEA0-5087BE834AE8}" type="sibTrans" cxnId="{145CD833-BC10-425D-9599-A4DB990EA41B}">
      <dgm:prSet/>
      <dgm:spPr/>
      <dgm:t>
        <a:bodyPr/>
        <a:lstStyle/>
        <a:p>
          <a:endParaRPr lang="en-SG"/>
        </a:p>
      </dgm:t>
    </dgm:pt>
    <dgm:pt modelId="{60C84AED-F31F-461E-B467-5BAB0A14B0F9}">
      <dgm:prSet phldrT="[Text]" phldr="0"/>
      <dgm:spPr/>
      <dgm:t>
        <a:bodyPr/>
        <a:lstStyle/>
        <a:p>
          <a:r>
            <a:rPr lang="en-GB" dirty="0"/>
            <a:t>Local consumption rises </a:t>
          </a:r>
          <a:endParaRPr lang="en-SG" dirty="0"/>
        </a:p>
      </dgm:t>
    </dgm:pt>
    <dgm:pt modelId="{58413DF9-C312-4A84-B0C3-4489A14FF04B}" type="parTrans" cxnId="{7D0D689C-37BE-4CAF-A1B4-EBC39BDE6901}">
      <dgm:prSet/>
      <dgm:spPr/>
      <dgm:t>
        <a:bodyPr/>
        <a:lstStyle/>
        <a:p>
          <a:endParaRPr lang="en-SG"/>
        </a:p>
      </dgm:t>
    </dgm:pt>
    <dgm:pt modelId="{9524AD65-7C4D-4A32-8700-DF43D9EE86F5}" type="sibTrans" cxnId="{7D0D689C-37BE-4CAF-A1B4-EBC39BDE6901}">
      <dgm:prSet/>
      <dgm:spPr/>
      <dgm:t>
        <a:bodyPr/>
        <a:lstStyle/>
        <a:p>
          <a:endParaRPr lang="en-SG"/>
        </a:p>
      </dgm:t>
    </dgm:pt>
    <dgm:pt modelId="{D5FD04B9-098B-41F5-82F1-9EAE38595265}" type="pres">
      <dgm:prSet presAssocID="{909559A6-9013-4795-B1B0-4F8DE4F344DA}" presName="diagram" presStyleCnt="0">
        <dgm:presLayoutVars>
          <dgm:dir/>
          <dgm:resizeHandles val="exact"/>
        </dgm:presLayoutVars>
      </dgm:prSet>
      <dgm:spPr/>
    </dgm:pt>
    <dgm:pt modelId="{2ED31BD4-DD85-45A5-812E-2F716E4AC5E9}" type="pres">
      <dgm:prSet presAssocID="{417D4678-32B6-4ED9-92E5-D30244DCAD3A}" presName="arrow" presStyleLbl="node1" presStyleIdx="0" presStyleCnt="2">
        <dgm:presLayoutVars>
          <dgm:bulletEnabled val="1"/>
        </dgm:presLayoutVars>
      </dgm:prSet>
      <dgm:spPr/>
    </dgm:pt>
    <dgm:pt modelId="{C9290702-F0D9-4BFB-9381-7D97A3CBDAB4}" type="pres">
      <dgm:prSet presAssocID="{60C84AED-F31F-461E-B467-5BAB0A14B0F9}" presName="arrow" presStyleLbl="node1" presStyleIdx="1" presStyleCnt="2">
        <dgm:presLayoutVars>
          <dgm:bulletEnabled val="1"/>
        </dgm:presLayoutVars>
      </dgm:prSet>
      <dgm:spPr/>
    </dgm:pt>
  </dgm:ptLst>
  <dgm:cxnLst>
    <dgm:cxn modelId="{3D8AFB2E-CAC0-4D25-8256-2DC1E533CF82}" type="presOf" srcId="{60C84AED-F31F-461E-B467-5BAB0A14B0F9}" destId="{C9290702-F0D9-4BFB-9381-7D97A3CBDAB4}" srcOrd="0" destOrd="0" presId="urn:microsoft.com/office/officeart/2005/8/layout/arrow5"/>
    <dgm:cxn modelId="{145CD833-BC10-425D-9599-A4DB990EA41B}" srcId="{909559A6-9013-4795-B1B0-4F8DE4F344DA}" destId="{417D4678-32B6-4ED9-92E5-D30244DCAD3A}" srcOrd="0" destOrd="0" parTransId="{52A385D5-EB28-4C2C-86BC-F0CCCBE39761}" sibTransId="{06E38964-3B55-4CBE-AEA0-5087BE834AE8}"/>
    <dgm:cxn modelId="{7D0D689C-37BE-4CAF-A1B4-EBC39BDE6901}" srcId="{909559A6-9013-4795-B1B0-4F8DE4F344DA}" destId="{60C84AED-F31F-461E-B467-5BAB0A14B0F9}" srcOrd="1" destOrd="0" parTransId="{58413DF9-C312-4A84-B0C3-4489A14FF04B}" sibTransId="{9524AD65-7C4D-4A32-8700-DF43D9EE86F5}"/>
    <dgm:cxn modelId="{1BA075A3-5F75-4D74-B834-521E8E3275FE}" type="presOf" srcId="{417D4678-32B6-4ED9-92E5-D30244DCAD3A}" destId="{2ED31BD4-DD85-45A5-812E-2F716E4AC5E9}" srcOrd="0" destOrd="0" presId="urn:microsoft.com/office/officeart/2005/8/layout/arrow5"/>
    <dgm:cxn modelId="{92EBD5B3-D374-48B6-9964-32B99649FCA3}" type="presOf" srcId="{909559A6-9013-4795-B1B0-4F8DE4F344DA}" destId="{D5FD04B9-098B-41F5-82F1-9EAE38595265}" srcOrd="0" destOrd="0" presId="urn:microsoft.com/office/officeart/2005/8/layout/arrow5"/>
    <dgm:cxn modelId="{F34C55FA-0C62-4028-B6D1-2C64C423F04E}" type="presParOf" srcId="{D5FD04B9-098B-41F5-82F1-9EAE38595265}" destId="{2ED31BD4-DD85-45A5-812E-2F716E4AC5E9}" srcOrd="0" destOrd="0" presId="urn:microsoft.com/office/officeart/2005/8/layout/arrow5"/>
    <dgm:cxn modelId="{FFBBE72D-842D-43E5-8A87-38709E6525E8}" type="presParOf" srcId="{D5FD04B9-098B-41F5-82F1-9EAE38595265}" destId="{C9290702-F0D9-4BFB-9381-7D97A3CBDAB4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C95C4B-4ACA-4CED-8AB4-ABE0A9DE255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31A71E00-6E3F-4E31-9468-B69F846C9CE2}">
      <dgm:prSet phldrT="[Text]" phldr="0"/>
      <dgm:spPr/>
      <dgm:t>
        <a:bodyPr/>
        <a:lstStyle/>
        <a:p>
          <a:r>
            <a:rPr lang="en-GB" dirty="0"/>
            <a:t>Restrict import </a:t>
          </a:r>
          <a:r>
            <a:rPr lang="en-GB" dirty="0" err="1"/>
            <a:t>vai</a:t>
          </a:r>
          <a:r>
            <a:rPr lang="en-GB" dirty="0"/>
            <a:t> tariffs </a:t>
          </a:r>
          <a:endParaRPr lang="en-SG" dirty="0"/>
        </a:p>
      </dgm:t>
    </dgm:pt>
    <dgm:pt modelId="{A281B301-5BF0-4EB8-B26A-B26AFE449F36}" type="parTrans" cxnId="{52E3FF8E-09BC-430F-860A-75A43EC70DEE}">
      <dgm:prSet/>
      <dgm:spPr/>
      <dgm:t>
        <a:bodyPr/>
        <a:lstStyle/>
        <a:p>
          <a:endParaRPr lang="en-SG"/>
        </a:p>
      </dgm:t>
    </dgm:pt>
    <dgm:pt modelId="{C285F6EC-31F1-4946-8EC4-73C06B7C0165}" type="sibTrans" cxnId="{52E3FF8E-09BC-430F-860A-75A43EC70DEE}">
      <dgm:prSet/>
      <dgm:spPr/>
      <dgm:t>
        <a:bodyPr/>
        <a:lstStyle/>
        <a:p>
          <a:endParaRPr lang="en-SG"/>
        </a:p>
      </dgm:t>
    </dgm:pt>
    <dgm:pt modelId="{D29B3AA7-EEF0-4519-987B-738686DFD9AD}">
      <dgm:prSet phldrT="[Text]" phldr="0"/>
      <dgm:spPr/>
      <dgm:t>
        <a:bodyPr/>
        <a:lstStyle/>
        <a:p>
          <a:r>
            <a:rPr lang="en-GB" dirty="0"/>
            <a:t>Govt collect more taxes </a:t>
          </a:r>
          <a:endParaRPr lang="en-SG" dirty="0"/>
        </a:p>
      </dgm:t>
    </dgm:pt>
    <dgm:pt modelId="{DEF729CE-5584-4061-8910-09FA5A4E2DFD}" type="parTrans" cxnId="{27C4574E-617F-4D3C-B8F4-75CFA8000000}">
      <dgm:prSet/>
      <dgm:spPr/>
      <dgm:t>
        <a:bodyPr/>
        <a:lstStyle/>
        <a:p>
          <a:endParaRPr lang="en-SG"/>
        </a:p>
      </dgm:t>
    </dgm:pt>
    <dgm:pt modelId="{F8CA58F1-F4E5-4389-8D91-C657D552B81A}" type="sibTrans" cxnId="{27C4574E-617F-4D3C-B8F4-75CFA8000000}">
      <dgm:prSet/>
      <dgm:spPr/>
      <dgm:t>
        <a:bodyPr/>
        <a:lstStyle/>
        <a:p>
          <a:endParaRPr lang="en-SG"/>
        </a:p>
      </dgm:t>
    </dgm:pt>
    <dgm:pt modelId="{FBE87451-CC43-4D45-8233-886371B9FA2B}">
      <dgm:prSet phldrT="[Text]" phldr="0"/>
      <dgm:spPr/>
      <dgm:t>
        <a:bodyPr/>
        <a:lstStyle/>
        <a:p>
          <a:r>
            <a:rPr lang="en-GB" dirty="0"/>
            <a:t>Increase govt spending </a:t>
          </a:r>
          <a:endParaRPr lang="en-SG" dirty="0"/>
        </a:p>
      </dgm:t>
    </dgm:pt>
    <dgm:pt modelId="{DA6D2F4B-3045-44AA-8CD2-2DC1F05F73A2}" type="parTrans" cxnId="{7E323E35-D389-4907-A6D1-1F5853E47AA1}">
      <dgm:prSet/>
      <dgm:spPr/>
      <dgm:t>
        <a:bodyPr/>
        <a:lstStyle/>
        <a:p>
          <a:endParaRPr lang="en-SG"/>
        </a:p>
      </dgm:t>
    </dgm:pt>
    <dgm:pt modelId="{50706AC4-97FC-42C5-B32A-276B4288F3BA}" type="sibTrans" cxnId="{7E323E35-D389-4907-A6D1-1F5853E47AA1}">
      <dgm:prSet/>
      <dgm:spPr/>
      <dgm:t>
        <a:bodyPr/>
        <a:lstStyle/>
        <a:p>
          <a:endParaRPr lang="en-SG"/>
        </a:p>
      </dgm:t>
    </dgm:pt>
    <dgm:pt modelId="{BA480B07-A83D-4FC0-BB31-8DC725713DDF}">
      <dgm:prSet phldrT="[Text]" phldr="0"/>
      <dgm:spPr/>
      <dgm:t>
        <a:bodyPr/>
        <a:lstStyle/>
        <a:p>
          <a:r>
            <a:rPr lang="en-GB" dirty="0"/>
            <a:t>RGDP rises </a:t>
          </a:r>
          <a:endParaRPr lang="en-SG" dirty="0"/>
        </a:p>
      </dgm:t>
    </dgm:pt>
    <dgm:pt modelId="{BF7A6755-343C-471E-A3C7-FD7C29E41C59}" type="parTrans" cxnId="{0DDC8EE1-8E02-4726-B98D-EEACE7E1A25A}">
      <dgm:prSet/>
      <dgm:spPr/>
      <dgm:t>
        <a:bodyPr/>
        <a:lstStyle/>
        <a:p>
          <a:endParaRPr lang="en-SG"/>
        </a:p>
      </dgm:t>
    </dgm:pt>
    <dgm:pt modelId="{5D1B21DB-A9D6-439E-9201-97A081B54BF2}" type="sibTrans" cxnId="{0DDC8EE1-8E02-4726-B98D-EEACE7E1A25A}">
      <dgm:prSet/>
      <dgm:spPr/>
      <dgm:t>
        <a:bodyPr/>
        <a:lstStyle/>
        <a:p>
          <a:endParaRPr lang="en-SG"/>
        </a:p>
      </dgm:t>
    </dgm:pt>
    <dgm:pt modelId="{AE52D9E7-2045-4636-A98B-1180A42D5388}" type="pres">
      <dgm:prSet presAssocID="{D3C95C4B-4ACA-4CED-8AB4-ABE0A9DE2550}" presName="Name0" presStyleCnt="0">
        <dgm:presLayoutVars>
          <dgm:dir/>
          <dgm:resizeHandles val="exact"/>
        </dgm:presLayoutVars>
      </dgm:prSet>
      <dgm:spPr/>
    </dgm:pt>
    <dgm:pt modelId="{EC1BE3D1-6CED-486C-9ACD-2EDBE4E63058}" type="pres">
      <dgm:prSet presAssocID="{31A71E00-6E3F-4E31-9468-B69F846C9CE2}" presName="node" presStyleLbl="node1" presStyleIdx="0" presStyleCnt="4">
        <dgm:presLayoutVars>
          <dgm:bulletEnabled val="1"/>
        </dgm:presLayoutVars>
      </dgm:prSet>
      <dgm:spPr/>
    </dgm:pt>
    <dgm:pt modelId="{71D46A84-DE9E-4B86-AC3C-41D35E680275}" type="pres">
      <dgm:prSet presAssocID="{C285F6EC-31F1-4946-8EC4-73C06B7C0165}" presName="sibTrans" presStyleLbl="sibTrans2D1" presStyleIdx="0" presStyleCnt="3"/>
      <dgm:spPr/>
    </dgm:pt>
    <dgm:pt modelId="{CA5A3F33-E7E5-4D13-94F1-92230F1E8465}" type="pres">
      <dgm:prSet presAssocID="{C285F6EC-31F1-4946-8EC4-73C06B7C0165}" presName="connectorText" presStyleLbl="sibTrans2D1" presStyleIdx="0" presStyleCnt="3"/>
      <dgm:spPr/>
    </dgm:pt>
    <dgm:pt modelId="{A7F954BB-B5E4-452D-B7CE-62862EEB93D2}" type="pres">
      <dgm:prSet presAssocID="{D29B3AA7-EEF0-4519-987B-738686DFD9AD}" presName="node" presStyleLbl="node1" presStyleIdx="1" presStyleCnt="4">
        <dgm:presLayoutVars>
          <dgm:bulletEnabled val="1"/>
        </dgm:presLayoutVars>
      </dgm:prSet>
      <dgm:spPr/>
    </dgm:pt>
    <dgm:pt modelId="{ABD32282-A1E2-4369-8C94-60181AFE82B3}" type="pres">
      <dgm:prSet presAssocID="{F8CA58F1-F4E5-4389-8D91-C657D552B81A}" presName="sibTrans" presStyleLbl="sibTrans2D1" presStyleIdx="1" presStyleCnt="3"/>
      <dgm:spPr/>
    </dgm:pt>
    <dgm:pt modelId="{CE690D1A-3BCA-4872-9ECF-AA790206833D}" type="pres">
      <dgm:prSet presAssocID="{F8CA58F1-F4E5-4389-8D91-C657D552B81A}" presName="connectorText" presStyleLbl="sibTrans2D1" presStyleIdx="1" presStyleCnt="3"/>
      <dgm:spPr/>
    </dgm:pt>
    <dgm:pt modelId="{06CB9287-72C2-4983-9273-F30B94493CF0}" type="pres">
      <dgm:prSet presAssocID="{FBE87451-CC43-4D45-8233-886371B9FA2B}" presName="node" presStyleLbl="node1" presStyleIdx="2" presStyleCnt="4">
        <dgm:presLayoutVars>
          <dgm:bulletEnabled val="1"/>
        </dgm:presLayoutVars>
      </dgm:prSet>
      <dgm:spPr/>
    </dgm:pt>
    <dgm:pt modelId="{AEC1C252-73C1-477F-94A5-714AC29B7FDD}" type="pres">
      <dgm:prSet presAssocID="{50706AC4-97FC-42C5-B32A-276B4288F3BA}" presName="sibTrans" presStyleLbl="sibTrans2D1" presStyleIdx="2" presStyleCnt="3"/>
      <dgm:spPr/>
    </dgm:pt>
    <dgm:pt modelId="{2CCA93BC-ADA6-499A-9FC8-1D9420544A49}" type="pres">
      <dgm:prSet presAssocID="{50706AC4-97FC-42C5-B32A-276B4288F3BA}" presName="connectorText" presStyleLbl="sibTrans2D1" presStyleIdx="2" presStyleCnt="3"/>
      <dgm:spPr/>
    </dgm:pt>
    <dgm:pt modelId="{190E3B48-6C39-4951-BF5E-1668EB838E87}" type="pres">
      <dgm:prSet presAssocID="{BA480B07-A83D-4FC0-BB31-8DC725713DDF}" presName="node" presStyleLbl="node1" presStyleIdx="3" presStyleCnt="4">
        <dgm:presLayoutVars>
          <dgm:bulletEnabled val="1"/>
        </dgm:presLayoutVars>
      </dgm:prSet>
      <dgm:spPr/>
    </dgm:pt>
  </dgm:ptLst>
  <dgm:cxnLst>
    <dgm:cxn modelId="{52105500-0C93-4BBE-8DE7-E69C88D9716C}" type="presOf" srcId="{31A71E00-6E3F-4E31-9468-B69F846C9CE2}" destId="{EC1BE3D1-6CED-486C-9ACD-2EDBE4E63058}" srcOrd="0" destOrd="0" presId="urn:microsoft.com/office/officeart/2005/8/layout/process1"/>
    <dgm:cxn modelId="{4DFB610C-95E9-4FB3-AE01-06093CADD437}" type="presOf" srcId="{D29B3AA7-EEF0-4519-987B-738686DFD9AD}" destId="{A7F954BB-B5E4-452D-B7CE-62862EEB93D2}" srcOrd="0" destOrd="0" presId="urn:microsoft.com/office/officeart/2005/8/layout/process1"/>
    <dgm:cxn modelId="{5726BD1C-263D-4095-A589-BE53775656C8}" type="presOf" srcId="{BA480B07-A83D-4FC0-BB31-8DC725713DDF}" destId="{190E3B48-6C39-4951-BF5E-1668EB838E87}" srcOrd="0" destOrd="0" presId="urn:microsoft.com/office/officeart/2005/8/layout/process1"/>
    <dgm:cxn modelId="{EE70A721-3AD9-45B1-A1EC-1C251ABCD11F}" type="presOf" srcId="{50706AC4-97FC-42C5-B32A-276B4288F3BA}" destId="{2CCA93BC-ADA6-499A-9FC8-1D9420544A49}" srcOrd="1" destOrd="0" presId="urn:microsoft.com/office/officeart/2005/8/layout/process1"/>
    <dgm:cxn modelId="{2D977F22-B0F9-463C-A0D4-D1233CF11280}" type="presOf" srcId="{C285F6EC-31F1-4946-8EC4-73C06B7C0165}" destId="{CA5A3F33-E7E5-4D13-94F1-92230F1E8465}" srcOrd="1" destOrd="0" presId="urn:microsoft.com/office/officeart/2005/8/layout/process1"/>
    <dgm:cxn modelId="{7E323E35-D389-4907-A6D1-1F5853E47AA1}" srcId="{D3C95C4B-4ACA-4CED-8AB4-ABE0A9DE2550}" destId="{FBE87451-CC43-4D45-8233-886371B9FA2B}" srcOrd="2" destOrd="0" parTransId="{DA6D2F4B-3045-44AA-8CD2-2DC1F05F73A2}" sibTransId="{50706AC4-97FC-42C5-B32A-276B4288F3BA}"/>
    <dgm:cxn modelId="{E935925B-5BB9-42F2-A079-806E31E52EDF}" type="presOf" srcId="{F8CA58F1-F4E5-4389-8D91-C657D552B81A}" destId="{CE690D1A-3BCA-4872-9ECF-AA790206833D}" srcOrd="1" destOrd="0" presId="urn:microsoft.com/office/officeart/2005/8/layout/process1"/>
    <dgm:cxn modelId="{0823C46C-DA22-4566-8465-C49B88D4ED4E}" type="presOf" srcId="{50706AC4-97FC-42C5-B32A-276B4288F3BA}" destId="{AEC1C252-73C1-477F-94A5-714AC29B7FDD}" srcOrd="0" destOrd="0" presId="urn:microsoft.com/office/officeart/2005/8/layout/process1"/>
    <dgm:cxn modelId="{27C4574E-617F-4D3C-B8F4-75CFA8000000}" srcId="{D3C95C4B-4ACA-4CED-8AB4-ABE0A9DE2550}" destId="{D29B3AA7-EEF0-4519-987B-738686DFD9AD}" srcOrd="1" destOrd="0" parTransId="{DEF729CE-5584-4061-8910-09FA5A4E2DFD}" sibTransId="{F8CA58F1-F4E5-4389-8D91-C657D552B81A}"/>
    <dgm:cxn modelId="{686B8950-6E8E-49C2-A37B-CEED804926BF}" type="presOf" srcId="{FBE87451-CC43-4D45-8233-886371B9FA2B}" destId="{06CB9287-72C2-4983-9273-F30B94493CF0}" srcOrd="0" destOrd="0" presId="urn:microsoft.com/office/officeart/2005/8/layout/process1"/>
    <dgm:cxn modelId="{52E3FF8E-09BC-430F-860A-75A43EC70DEE}" srcId="{D3C95C4B-4ACA-4CED-8AB4-ABE0A9DE2550}" destId="{31A71E00-6E3F-4E31-9468-B69F846C9CE2}" srcOrd="0" destOrd="0" parTransId="{A281B301-5BF0-4EB8-B26A-B26AFE449F36}" sibTransId="{C285F6EC-31F1-4946-8EC4-73C06B7C0165}"/>
    <dgm:cxn modelId="{461C5EC1-29BF-440A-BB91-8D623957C9DD}" type="presOf" srcId="{F8CA58F1-F4E5-4389-8D91-C657D552B81A}" destId="{ABD32282-A1E2-4369-8C94-60181AFE82B3}" srcOrd="0" destOrd="0" presId="urn:microsoft.com/office/officeart/2005/8/layout/process1"/>
    <dgm:cxn modelId="{2085B3C4-F991-463F-8090-2AA192852BF6}" type="presOf" srcId="{D3C95C4B-4ACA-4CED-8AB4-ABE0A9DE2550}" destId="{AE52D9E7-2045-4636-A98B-1180A42D5388}" srcOrd="0" destOrd="0" presId="urn:microsoft.com/office/officeart/2005/8/layout/process1"/>
    <dgm:cxn modelId="{58E34ECC-9BCE-445B-8C5B-7DFFE6ACD4E1}" type="presOf" srcId="{C285F6EC-31F1-4946-8EC4-73C06B7C0165}" destId="{71D46A84-DE9E-4B86-AC3C-41D35E680275}" srcOrd="0" destOrd="0" presId="urn:microsoft.com/office/officeart/2005/8/layout/process1"/>
    <dgm:cxn modelId="{0DDC8EE1-8E02-4726-B98D-EEACE7E1A25A}" srcId="{D3C95C4B-4ACA-4CED-8AB4-ABE0A9DE2550}" destId="{BA480B07-A83D-4FC0-BB31-8DC725713DDF}" srcOrd="3" destOrd="0" parTransId="{BF7A6755-343C-471E-A3C7-FD7C29E41C59}" sibTransId="{5D1B21DB-A9D6-439E-9201-97A081B54BF2}"/>
    <dgm:cxn modelId="{3646DA51-02E8-4981-AEB2-EADE61367C95}" type="presParOf" srcId="{AE52D9E7-2045-4636-A98B-1180A42D5388}" destId="{EC1BE3D1-6CED-486C-9ACD-2EDBE4E63058}" srcOrd="0" destOrd="0" presId="urn:microsoft.com/office/officeart/2005/8/layout/process1"/>
    <dgm:cxn modelId="{7975A152-F0BC-4309-A29D-D6C4C4D303D1}" type="presParOf" srcId="{AE52D9E7-2045-4636-A98B-1180A42D5388}" destId="{71D46A84-DE9E-4B86-AC3C-41D35E680275}" srcOrd="1" destOrd="0" presId="urn:microsoft.com/office/officeart/2005/8/layout/process1"/>
    <dgm:cxn modelId="{A94FBCBC-6176-4F4B-95B4-CA931CFBE245}" type="presParOf" srcId="{71D46A84-DE9E-4B86-AC3C-41D35E680275}" destId="{CA5A3F33-E7E5-4D13-94F1-92230F1E8465}" srcOrd="0" destOrd="0" presId="urn:microsoft.com/office/officeart/2005/8/layout/process1"/>
    <dgm:cxn modelId="{F1BFB823-20EE-40D3-A904-6125D7985639}" type="presParOf" srcId="{AE52D9E7-2045-4636-A98B-1180A42D5388}" destId="{A7F954BB-B5E4-452D-B7CE-62862EEB93D2}" srcOrd="2" destOrd="0" presId="urn:microsoft.com/office/officeart/2005/8/layout/process1"/>
    <dgm:cxn modelId="{A76530E4-C105-4AFD-892C-0C77A09D318C}" type="presParOf" srcId="{AE52D9E7-2045-4636-A98B-1180A42D5388}" destId="{ABD32282-A1E2-4369-8C94-60181AFE82B3}" srcOrd="3" destOrd="0" presId="urn:microsoft.com/office/officeart/2005/8/layout/process1"/>
    <dgm:cxn modelId="{72B15421-BF94-41AF-8A6A-601182B6A2B7}" type="presParOf" srcId="{ABD32282-A1E2-4369-8C94-60181AFE82B3}" destId="{CE690D1A-3BCA-4872-9ECF-AA790206833D}" srcOrd="0" destOrd="0" presId="urn:microsoft.com/office/officeart/2005/8/layout/process1"/>
    <dgm:cxn modelId="{307691CD-8247-4EA5-9A90-9D590200B955}" type="presParOf" srcId="{AE52D9E7-2045-4636-A98B-1180A42D5388}" destId="{06CB9287-72C2-4983-9273-F30B94493CF0}" srcOrd="4" destOrd="0" presId="urn:microsoft.com/office/officeart/2005/8/layout/process1"/>
    <dgm:cxn modelId="{B3F71EFF-4863-42B8-BE2C-7C6195278DBB}" type="presParOf" srcId="{AE52D9E7-2045-4636-A98B-1180A42D5388}" destId="{AEC1C252-73C1-477F-94A5-714AC29B7FDD}" srcOrd="5" destOrd="0" presId="urn:microsoft.com/office/officeart/2005/8/layout/process1"/>
    <dgm:cxn modelId="{10872ACB-0322-4F72-A923-AECB6C5EF478}" type="presParOf" srcId="{AEC1C252-73C1-477F-94A5-714AC29B7FDD}" destId="{2CCA93BC-ADA6-499A-9FC8-1D9420544A49}" srcOrd="0" destOrd="0" presId="urn:microsoft.com/office/officeart/2005/8/layout/process1"/>
    <dgm:cxn modelId="{EC98CB6B-A3AA-4E17-A277-AD7AFFC99949}" type="presParOf" srcId="{AE52D9E7-2045-4636-A98B-1180A42D5388}" destId="{190E3B48-6C39-4951-BF5E-1668EB838E8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2EFAA52-BC30-4807-ADFA-87EB6936126E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 phldr="1"/>
      <dgm:spPr/>
    </dgm:pt>
    <dgm:pt modelId="{6CE6CD94-786A-412E-BA55-F8C82F967FBB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Industrialisation </a:t>
          </a:r>
        </a:p>
      </dgm:t>
    </dgm:pt>
    <dgm:pt modelId="{F4D2987B-426A-4074-8F22-596AE606FA30}" type="parTrans" cxnId="{37856A06-D1B5-48F5-9AF4-BF04E484E304}">
      <dgm:prSet/>
      <dgm:spPr/>
      <dgm:t>
        <a:bodyPr/>
        <a:lstStyle/>
        <a:p>
          <a:endParaRPr lang="en-S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A59E55-230A-4796-9544-386CAAADE525}" type="sibTrans" cxnId="{37856A06-D1B5-48F5-9AF4-BF04E484E304}">
      <dgm:prSet/>
      <dgm:spPr/>
      <dgm:t>
        <a:bodyPr/>
        <a:lstStyle/>
        <a:p>
          <a:endParaRPr lang="en-S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FDDBA5A-6021-49A6-B40B-333FF5C8BB9F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Inward oriented approach </a:t>
          </a:r>
        </a:p>
      </dgm:t>
    </dgm:pt>
    <dgm:pt modelId="{7DDA93E7-5788-484B-930C-D6FC29A7F148}" type="parTrans" cxnId="{7E117E95-988B-424F-962C-A7D91B8DA30B}">
      <dgm:prSet/>
      <dgm:spPr/>
      <dgm:t>
        <a:bodyPr/>
        <a:lstStyle/>
        <a:p>
          <a:endParaRPr lang="en-S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574E95-18F0-4253-9388-D8FF4DEF6116}" type="sibTrans" cxnId="{7E117E95-988B-424F-962C-A7D91B8DA30B}">
      <dgm:prSet/>
      <dgm:spPr/>
      <dgm:t>
        <a:bodyPr/>
        <a:lstStyle/>
        <a:p>
          <a:endParaRPr lang="en-S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C1DAE6-A8C8-480C-AE45-816B1663A9E1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Trade restriction </a:t>
          </a:r>
        </a:p>
        <a:p>
          <a:r>
            <a:rPr lang="en-S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Overvalue currency</a:t>
          </a:r>
        </a:p>
        <a:p>
          <a:r>
            <a:rPr lang="en-S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Government support </a:t>
          </a:r>
        </a:p>
      </dgm:t>
    </dgm:pt>
    <dgm:pt modelId="{BF2AD70F-AA4A-470D-9D5E-B766B87EA011}" type="parTrans" cxnId="{D2E23048-A100-4C8C-BC89-353C3A7E2B2E}">
      <dgm:prSet/>
      <dgm:spPr/>
      <dgm:t>
        <a:bodyPr/>
        <a:lstStyle/>
        <a:p>
          <a:endParaRPr lang="en-S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7EB6897-B8E6-443B-8FD8-35F51E2D4818}" type="sibTrans" cxnId="{D2E23048-A100-4C8C-BC89-353C3A7E2B2E}">
      <dgm:prSet/>
      <dgm:spPr/>
      <dgm:t>
        <a:bodyPr/>
        <a:lstStyle/>
        <a:p>
          <a:endParaRPr lang="en-S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0AF865-4DA9-4C02-97FD-82F6213A8854}" type="pres">
      <dgm:prSet presAssocID="{32EFAA52-BC30-4807-ADFA-87EB6936126E}" presName="Name0" presStyleCnt="0">
        <dgm:presLayoutVars>
          <dgm:dir/>
          <dgm:resizeHandles val="exact"/>
        </dgm:presLayoutVars>
      </dgm:prSet>
      <dgm:spPr/>
    </dgm:pt>
    <dgm:pt modelId="{B0E359A7-47B3-4662-A0C5-1284286C8526}" type="pres">
      <dgm:prSet presAssocID="{6CE6CD94-786A-412E-BA55-F8C82F967FBB}" presName="parTxOnly" presStyleLbl="node1" presStyleIdx="0" presStyleCnt="3">
        <dgm:presLayoutVars>
          <dgm:bulletEnabled val="1"/>
        </dgm:presLayoutVars>
      </dgm:prSet>
      <dgm:spPr/>
    </dgm:pt>
    <dgm:pt modelId="{40FB025C-832C-4662-BC74-BA16030A5D56}" type="pres">
      <dgm:prSet presAssocID="{0BA59E55-230A-4796-9544-386CAAADE525}" presName="parSpace" presStyleCnt="0"/>
      <dgm:spPr/>
    </dgm:pt>
    <dgm:pt modelId="{95F37BF6-788C-4B53-A5E3-5C6896F796A0}" type="pres">
      <dgm:prSet presAssocID="{2FDDBA5A-6021-49A6-B40B-333FF5C8BB9F}" presName="parTxOnly" presStyleLbl="node1" presStyleIdx="1" presStyleCnt="3">
        <dgm:presLayoutVars>
          <dgm:bulletEnabled val="1"/>
        </dgm:presLayoutVars>
      </dgm:prSet>
      <dgm:spPr/>
    </dgm:pt>
    <dgm:pt modelId="{308C6B30-C6F4-48A6-8520-E29313403B59}" type="pres">
      <dgm:prSet presAssocID="{2A574E95-18F0-4253-9388-D8FF4DEF6116}" presName="parSpace" presStyleCnt="0"/>
      <dgm:spPr/>
    </dgm:pt>
    <dgm:pt modelId="{A73A8580-4143-4BDF-9C51-7014A4918899}" type="pres">
      <dgm:prSet presAssocID="{88C1DAE6-A8C8-480C-AE45-816B1663A9E1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37856A06-D1B5-48F5-9AF4-BF04E484E304}" srcId="{32EFAA52-BC30-4807-ADFA-87EB6936126E}" destId="{6CE6CD94-786A-412E-BA55-F8C82F967FBB}" srcOrd="0" destOrd="0" parTransId="{F4D2987B-426A-4074-8F22-596AE606FA30}" sibTransId="{0BA59E55-230A-4796-9544-386CAAADE525}"/>
    <dgm:cxn modelId="{D2E23048-A100-4C8C-BC89-353C3A7E2B2E}" srcId="{32EFAA52-BC30-4807-ADFA-87EB6936126E}" destId="{88C1DAE6-A8C8-480C-AE45-816B1663A9E1}" srcOrd="2" destOrd="0" parTransId="{BF2AD70F-AA4A-470D-9D5E-B766B87EA011}" sibTransId="{B7EB6897-B8E6-443B-8FD8-35F51E2D4818}"/>
    <dgm:cxn modelId="{FAEA7975-4599-4E2A-AA0D-840D3A039CE1}" type="presOf" srcId="{2FDDBA5A-6021-49A6-B40B-333FF5C8BB9F}" destId="{95F37BF6-788C-4B53-A5E3-5C6896F796A0}" srcOrd="0" destOrd="0" presId="urn:microsoft.com/office/officeart/2005/8/layout/hChevron3"/>
    <dgm:cxn modelId="{E252BE58-6CC6-4A62-A630-F7403D12CEDF}" type="presOf" srcId="{32EFAA52-BC30-4807-ADFA-87EB6936126E}" destId="{900AF865-4DA9-4C02-97FD-82F6213A8854}" srcOrd="0" destOrd="0" presId="urn:microsoft.com/office/officeart/2005/8/layout/hChevron3"/>
    <dgm:cxn modelId="{7E117E95-988B-424F-962C-A7D91B8DA30B}" srcId="{32EFAA52-BC30-4807-ADFA-87EB6936126E}" destId="{2FDDBA5A-6021-49A6-B40B-333FF5C8BB9F}" srcOrd="1" destOrd="0" parTransId="{7DDA93E7-5788-484B-930C-D6FC29A7F148}" sibTransId="{2A574E95-18F0-4253-9388-D8FF4DEF6116}"/>
    <dgm:cxn modelId="{8D2661A4-3A50-4C1E-A213-5C3A9467E15D}" type="presOf" srcId="{88C1DAE6-A8C8-480C-AE45-816B1663A9E1}" destId="{A73A8580-4143-4BDF-9C51-7014A4918899}" srcOrd="0" destOrd="0" presId="urn:microsoft.com/office/officeart/2005/8/layout/hChevron3"/>
    <dgm:cxn modelId="{593CECD4-7117-4BE4-96D0-B2727D5333A0}" type="presOf" srcId="{6CE6CD94-786A-412E-BA55-F8C82F967FBB}" destId="{B0E359A7-47B3-4662-A0C5-1284286C8526}" srcOrd="0" destOrd="0" presId="urn:microsoft.com/office/officeart/2005/8/layout/hChevron3"/>
    <dgm:cxn modelId="{C29CEF4A-9A1B-4F4E-8D08-95F7866157EC}" type="presParOf" srcId="{900AF865-4DA9-4C02-97FD-82F6213A8854}" destId="{B0E359A7-47B3-4662-A0C5-1284286C8526}" srcOrd="0" destOrd="0" presId="urn:microsoft.com/office/officeart/2005/8/layout/hChevron3"/>
    <dgm:cxn modelId="{D8FC24DC-45E0-4DE7-B4A0-E424F6562F07}" type="presParOf" srcId="{900AF865-4DA9-4C02-97FD-82F6213A8854}" destId="{40FB025C-832C-4662-BC74-BA16030A5D56}" srcOrd="1" destOrd="0" presId="urn:microsoft.com/office/officeart/2005/8/layout/hChevron3"/>
    <dgm:cxn modelId="{BF597090-8AAC-4466-9140-30D5B7EB54BB}" type="presParOf" srcId="{900AF865-4DA9-4C02-97FD-82F6213A8854}" destId="{95F37BF6-788C-4B53-A5E3-5C6896F796A0}" srcOrd="2" destOrd="0" presId="urn:microsoft.com/office/officeart/2005/8/layout/hChevron3"/>
    <dgm:cxn modelId="{E052EA89-BF74-4898-9D24-28896C306CA4}" type="presParOf" srcId="{900AF865-4DA9-4C02-97FD-82F6213A8854}" destId="{308C6B30-C6F4-48A6-8520-E29313403B59}" srcOrd="3" destOrd="0" presId="urn:microsoft.com/office/officeart/2005/8/layout/hChevron3"/>
    <dgm:cxn modelId="{13E916F6-2A4F-496A-93BB-A53B0E648D4E}" type="presParOf" srcId="{900AF865-4DA9-4C02-97FD-82F6213A8854}" destId="{A73A8580-4143-4BDF-9C51-7014A491889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1B0973F-EA1D-4513-BCED-6F147E0336D8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78442ED-C231-4971-A5BC-0B6978C0D644}">
      <dgm:prSet phldrT="[Text]"/>
      <dgm:spPr/>
      <dgm:t>
        <a:bodyPr/>
        <a:lstStyle/>
        <a:p>
          <a:r>
            <a:rPr lang="en-GB" dirty="0"/>
            <a:t>Inward orientation </a:t>
          </a:r>
        </a:p>
      </dgm:t>
    </dgm:pt>
    <dgm:pt modelId="{EA2FE286-6F81-419B-B707-2929D5C06BEE}" type="parTrans" cxnId="{D312C82E-F5F6-4524-A064-655E788E940C}">
      <dgm:prSet/>
      <dgm:spPr/>
      <dgm:t>
        <a:bodyPr/>
        <a:lstStyle/>
        <a:p>
          <a:endParaRPr lang="en-GB"/>
        </a:p>
      </dgm:t>
    </dgm:pt>
    <dgm:pt modelId="{F741F99A-EDD8-48B2-81A2-0A13E89D0C3B}" type="sibTrans" cxnId="{D312C82E-F5F6-4524-A064-655E788E940C}">
      <dgm:prSet/>
      <dgm:spPr/>
      <dgm:t>
        <a:bodyPr/>
        <a:lstStyle/>
        <a:p>
          <a:endParaRPr lang="en-GB"/>
        </a:p>
      </dgm:t>
    </dgm:pt>
    <dgm:pt modelId="{397066AE-88E3-4C6F-B117-F4FEC4CA0542}">
      <dgm:prSet phldrT="[Text]"/>
      <dgm:spPr/>
      <dgm:t>
        <a:bodyPr/>
        <a:lstStyle/>
        <a:p>
          <a:r>
            <a:rPr lang="en-GB" dirty="0"/>
            <a:t>Focus on domestic  market </a:t>
          </a:r>
        </a:p>
      </dgm:t>
    </dgm:pt>
    <dgm:pt modelId="{2C5506F2-14FC-4D91-B2D8-0823B7FB0606}" type="parTrans" cxnId="{80CA4759-3ED3-4379-9C94-BF494C65E2F9}">
      <dgm:prSet/>
      <dgm:spPr/>
      <dgm:t>
        <a:bodyPr/>
        <a:lstStyle/>
        <a:p>
          <a:endParaRPr lang="en-GB"/>
        </a:p>
      </dgm:t>
    </dgm:pt>
    <dgm:pt modelId="{5439AC55-9DAC-4F73-9EE6-95571F78D2E0}" type="sibTrans" cxnId="{80CA4759-3ED3-4379-9C94-BF494C65E2F9}">
      <dgm:prSet/>
      <dgm:spPr/>
      <dgm:t>
        <a:bodyPr/>
        <a:lstStyle/>
        <a:p>
          <a:endParaRPr lang="en-GB"/>
        </a:p>
      </dgm:t>
    </dgm:pt>
    <dgm:pt modelId="{DBCE7631-E13A-4A41-9A7B-91F347FC55D9}">
      <dgm:prSet phldrT="[Text]"/>
      <dgm:spPr/>
      <dgm:t>
        <a:bodyPr/>
        <a:lstStyle/>
        <a:p>
          <a:r>
            <a:rPr lang="en-GB" dirty="0"/>
            <a:t>Outward Orientation </a:t>
          </a:r>
        </a:p>
      </dgm:t>
    </dgm:pt>
    <dgm:pt modelId="{BCEF51DF-B154-411A-BE87-B38B1EA1AE9D}" type="parTrans" cxnId="{7B264C1D-C76C-4390-AD03-0640A31A8D2D}">
      <dgm:prSet/>
      <dgm:spPr/>
      <dgm:t>
        <a:bodyPr/>
        <a:lstStyle/>
        <a:p>
          <a:endParaRPr lang="en-GB"/>
        </a:p>
      </dgm:t>
    </dgm:pt>
    <dgm:pt modelId="{364BA8B5-7165-49A1-9DC5-01D084D5C38D}" type="sibTrans" cxnId="{7B264C1D-C76C-4390-AD03-0640A31A8D2D}">
      <dgm:prSet/>
      <dgm:spPr/>
      <dgm:t>
        <a:bodyPr/>
        <a:lstStyle/>
        <a:p>
          <a:endParaRPr lang="en-GB"/>
        </a:p>
      </dgm:t>
    </dgm:pt>
    <dgm:pt modelId="{D5B8E161-0A15-4203-9410-6BDA585445F2}">
      <dgm:prSet phldrT="[Text]"/>
      <dgm:spPr/>
      <dgm:t>
        <a:bodyPr/>
        <a:lstStyle/>
        <a:p>
          <a:r>
            <a:rPr lang="en-GB" dirty="0"/>
            <a:t>Focus on international market </a:t>
          </a:r>
        </a:p>
      </dgm:t>
    </dgm:pt>
    <dgm:pt modelId="{A5F1111F-AA75-481C-B590-89FC11152FE3}" type="parTrans" cxnId="{A01FB89F-29ED-4F0D-A616-533439ADF34C}">
      <dgm:prSet/>
      <dgm:spPr/>
      <dgm:t>
        <a:bodyPr/>
        <a:lstStyle/>
        <a:p>
          <a:endParaRPr lang="en-GB"/>
        </a:p>
      </dgm:t>
    </dgm:pt>
    <dgm:pt modelId="{DCB0E388-BE84-418B-85FA-DBA78E33C9C6}" type="sibTrans" cxnId="{A01FB89F-29ED-4F0D-A616-533439ADF34C}">
      <dgm:prSet/>
      <dgm:spPr/>
      <dgm:t>
        <a:bodyPr/>
        <a:lstStyle/>
        <a:p>
          <a:endParaRPr lang="en-GB"/>
        </a:p>
      </dgm:t>
    </dgm:pt>
    <dgm:pt modelId="{152B0224-E8CF-4EA6-80D8-B8A1E8A2A00D}" type="pres">
      <dgm:prSet presAssocID="{B1B0973F-EA1D-4513-BCED-6F147E0336D8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44983996-61AC-451A-A76B-D1E3A1A97BAC}" type="pres">
      <dgm:prSet presAssocID="{B1B0973F-EA1D-4513-BCED-6F147E0336D8}" presName="Background" presStyleLbl="node1" presStyleIdx="0" presStyleCnt="1" custLinFactNeighborX="364" custLinFactNeighborY="-4213"/>
      <dgm:spPr/>
    </dgm:pt>
    <dgm:pt modelId="{1ED0145A-CF22-41D0-BA00-A066DF4C7334}" type="pres">
      <dgm:prSet presAssocID="{B1B0973F-EA1D-4513-BCED-6F147E0336D8}" presName="Divider" presStyleLbl="callout" presStyleIdx="0" presStyleCnt="1"/>
      <dgm:spPr/>
    </dgm:pt>
    <dgm:pt modelId="{62ABF631-E1DF-4AC7-A2F2-18DF1813EFC6}" type="pres">
      <dgm:prSet presAssocID="{B1B0973F-EA1D-4513-BCED-6F147E0336D8}" presName="ChildText1" presStyleLbl="revTx" presStyleIdx="0" presStyleCnt="0" custLinFactNeighborY="661">
        <dgm:presLayoutVars>
          <dgm:chMax val="0"/>
          <dgm:chPref val="0"/>
          <dgm:bulletEnabled val="1"/>
        </dgm:presLayoutVars>
      </dgm:prSet>
      <dgm:spPr/>
    </dgm:pt>
    <dgm:pt modelId="{1196C948-84E5-41B9-820C-FCA918F2BC37}" type="pres">
      <dgm:prSet presAssocID="{B1B0973F-EA1D-4513-BCED-6F147E0336D8}" presName="ChildText2" presStyleLbl="revTx" presStyleIdx="0" presStyleCnt="0" custLinFactNeighborY="661">
        <dgm:presLayoutVars>
          <dgm:chMax val="0"/>
          <dgm:chPref val="0"/>
          <dgm:bulletEnabled val="1"/>
        </dgm:presLayoutVars>
      </dgm:prSet>
      <dgm:spPr/>
    </dgm:pt>
    <dgm:pt modelId="{23AD498F-598D-4391-8D6A-518E9A329076}" type="pres">
      <dgm:prSet presAssocID="{B1B0973F-EA1D-4513-BCED-6F147E0336D8}" presName="ParentText1" presStyleLbl="revTx" presStyleIdx="0" presStyleCnt="0">
        <dgm:presLayoutVars>
          <dgm:chMax val="1"/>
          <dgm:chPref val="1"/>
        </dgm:presLayoutVars>
      </dgm:prSet>
      <dgm:spPr/>
    </dgm:pt>
    <dgm:pt modelId="{7213070C-E6EC-4D8A-8F62-29ADD778D518}" type="pres">
      <dgm:prSet presAssocID="{B1B0973F-EA1D-4513-BCED-6F147E0336D8}" presName="ParentShape1" presStyleLbl="alignImgPlace1" presStyleIdx="0" presStyleCnt="2" custLinFactNeighborX="9054" custLinFactNeighborY="-1451">
        <dgm:presLayoutVars/>
      </dgm:prSet>
      <dgm:spPr/>
    </dgm:pt>
    <dgm:pt modelId="{5A61626A-126B-4951-AC8E-143D411B71CB}" type="pres">
      <dgm:prSet presAssocID="{B1B0973F-EA1D-4513-BCED-6F147E0336D8}" presName="ParentText2" presStyleLbl="revTx" presStyleIdx="0" presStyleCnt="0">
        <dgm:presLayoutVars>
          <dgm:chMax val="1"/>
          <dgm:chPref val="1"/>
        </dgm:presLayoutVars>
      </dgm:prSet>
      <dgm:spPr/>
    </dgm:pt>
    <dgm:pt modelId="{1EB25D99-4631-4751-8DF2-CFFADB249E21}" type="pres">
      <dgm:prSet presAssocID="{B1B0973F-EA1D-4513-BCED-6F147E0336D8}" presName="ParentShape2" presStyleLbl="alignImgPlace1" presStyleIdx="1" presStyleCnt="2" custLinFactNeighborX="9054" custLinFactNeighborY="-1451">
        <dgm:presLayoutVars/>
      </dgm:prSet>
      <dgm:spPr/>
    </dgm:pt>
  </dgm:ptLst>
  <dgm:cxnLst>
    <dgm:cxn modelId="{7B264C1D-C76C-4390-AD03-0640A31A8D2D}" srcId="{B1B0973F-EA1D-4513-BCED-6F147E0336D8}" destId="{DBCE7631-E13A-4A41-9A7B-91F347FC55D9}" srcOrd="1" destOrd="0" parTransId="{BCEF51DF-B154-411A-BE87-B38B1EA1AE9D}" sibTransId="{364BA8B5-7165-49A1-9DC5-01D084D5C38D}"/>
    <dgm:cxn modelId="{D312C82E-F5F6-4524-A064-655E788E940C}" srcId="{B1B0973F-EA1D-4513-BCED-6F147E0336D8}" destId="{878442ED-C231-4971-A5BC-0B6978C0D644}" srcOrd="0" destOrd="0" parTransId="{EA2FE286-6F81-419B-B707-2929D5C06BEE}" sibTransId="{F741F99A-EDD8-48B2-81A2-0A13E89D0C3B}"/>
    <dgm:cxn modelId="{C3EF9A40-F687-4A31-A925-186C9A459F4D}" type="presOf" srcId="{DBCE7631-E13A-4A41-9A7B-91F347FC55D9}" destId="{1EB25D99-4631-4751-8DF2-CFFADB249E21}" srcOrd="1" destOrd="0" presId="urn:microsoft.com/office/officeart/2009/3/layout/OpposingIdeas"/>
    <dgm:cxn modelId="{99EAEC45-64E3-4505-A3AD-B5E92DA11C92}" type="presOf" srcId="{878442ED-C231-4971-A5BC-0B6978C0D644}" destId="{7213070C-E6EC-4D8A-8F62-29ADD778D518}" srcOrd="1" destOrd="0" presId="urn:microsoft.com/office/officeart/2009/3/layout/OpposingIdeas"/>
    <dgm:cxn modelId="{2C30586B-5A9A-49FE-AB61-6D4D21EC3D01}" type="presOf" srcId="{DBCE7631-E13A-4A41-9A7B-91F347FC55D9}" destId="{5A61626A-126B-4951-AC8E-143D411B71CB}" srcOrd="0" destOrd="0" presId="urn:microsoft.com/office/officeart/2009/3/layout/OpposingIdeas"/>
    <dgm:cxn modelId="{41E8E74D-C291-408B-BB3A-F6F8900D9C34}" type="presOf" srcId="{D5B8E161-0A15-4203-9410-6BDA585445F2}" destId="{1196C948-84E5-41B9-820C-FCA918F2BC37}" srcOrd="0" destOrd="0" presId="urn:microsoft.com/office/officeart/2009/3/layout/OpposingIdeas"/>
    <dgm:cxn modelId="{80CA4759-3ED3-4379-9C94-BF494C65E2F9}" srcId="{878442ED-C231-4971-A5BC-0B6978C0D644}" destId="{397066AE-88E3-4C6F-B117-F4FEC4CA0542}" srcOrd="0" destOrd="0" parTransId="{2C5506F2-14FC-4D91-B2D8-0823B7FB0606}" sibTransId="{5439AC55-9DAC-4F73-9EE6-95571F78D2E0}"/>
    <dgm:cxn modelId="{A01FB89F-29ED-4F0D-A616-533439ADF34C}" srcId="{DBCE7631-E13A-4A41-9A7B-91F347FC55D9}" destId="{D5B8E161-0A15-4203-9410-6BDA585445F2}" srcOrd="0" destOrd="0" parTransId="{A5F1111F-AA75-481C-B590-89FC11152FE3}" sibTransId="{DCB0E388-BE84-418B-85FA-DBA78E33C9C6}"/>
    <dgm:cxn modelId="{EA9BA6A8-422E-4E2F-A256-50E221B47756}" type="presOf" srcId="{878442ED-C231-4971-A5BC-0B6978C0D644}" destId="{23AD498F-598D-4391-8D6A-518E9A329076}" srcOrd="0" destOrd="0" presId="urn:microsoft.com/office/officeart/2009/3/layout/OpposingIdeas"/>
    <dgm:cxn modelId="{6029B8E1-9FBF-4D4E-9F34-1575A4F2F1A0}" type="presOf" srcId="{B1B0973F-EA1D-4513-BCED-6F147E0336D8}" destId="{152B0224-E8CF-4EA6-80D8-B8A1E8A2A00D}" srcOrd="0" destOrd="0" presId="urn:microsoft.com/office/officeart/2009/3/layout/OpposingIdeas"/>
    <dgm:cxn modelId="{900F33F1-70C1-4A8C-8D3F-372B93309711}" type="presOf" srcId="{397066AE-88E3-4C6F-B117-F4FEC4CA0542}" destId="{62ABF631-E1DF-4AC7-A2F2-18DF1813EFC6}" srcOrd="0" destOrd="0" presId="urn:microsoft.com/office/officeart/2009/3/layout/OpposingIdeas"/>
    <dgm:cxn modelId="{493C1B6F-5235-4F8A-896B-A994DFAFB70E}" type="presParOf" srcId="{152B0224-E8CF-4EA6-80D8-B8A1E8A2A00D}" destId="{44983996-61AC-451A-A76B-D1E3A1A97BAC}" srcOrd="0" destOrd="0" presId="urn:microsoft.com/office/officeart/2009/3/layout/OpposingIdeas"/>
    <dgm:cxn modelId="{1803763F-08E2-4AFA-97A6-937EE2016C64}" type="presParOf" srcId="{152B0224-E8CF-4EA6-80D8-B8A1E8A2A00D}" destId="{1ED0145A-CF22-41D0-BA00-A066DF4C7334}" srcOrd="1" destOrd="0" presId="urn:microsoft.com/office/officeart/2009/3/layout/OpposingIdeas"/>
    <dgm:cxn modelId="{2590EF1D-7688-4CF8-8639-017904CC8B4E}" type="presParOf" srcId="{152B0224-E8CF-4EA6-80D8-B8A1E8A2A00D}" destId="{62ABF631-E1DF-4AC7-A2F2-18DF1813EFC6}" srcOrd="2" destOrd="0" presId="urn:microsoft.com/office/officeart/2009/3/layout/OpposingIdeas"/>
    <dgm:cxn modelId="{2960F11C-35F0-4BF2-AB61-A190A89A339E}" type="presParOf" srcId="{152B0224-E8CF-4EA6-80D8-B8A1E8A2A00D}" destId="{1196C948-84E5-41B9-820C-FCA918F2BC37}" srcOrd="3" destOrd="0" presId="urn:microsoft.com/office/officeart/2009/3/layout/OpposingIdeas"/>
    <dgm:cxn modelId="{D3EF5126-C47C-41B8-BE36-E2023EC93A59}" type="presParOf" srcId="{152B0224-E8CF-4EA6-80D8-B8A1E8A2A00D}" destId="{23AD498F-598D-4391-8D6A-518E9A329076}" srcOrd="4" destOrd="0" presId="urn:microsoft.com/office/officeart/2009/3/layout/OpposingIdeas"/>
    <dgm:cxn modelId="{0D15458F-8795-43B5-9960-F607A8F32077}" type="presParOf" srcId="{152B0224-E8CF-4EA6-80D8-B8A1E8A2A00D}" destId="{7213070C-E6EC-4D8A-8F62-29ADD778D518}" srcOrd="5" destOrd="0" presId="urn:microsoft.com/office/officeart/2009/3/layout/OpposingIdeas"/>
    <dgm:cxn modelId="{50649FD5-8507-451F-B2E2-B69014E6F478}" type="presParOf" srcId="{152B0224-E8CF-4EA6-80D8-B8A1E8A2A00D}" destId="{5A61626A-126B-4951-AC8E-143D411B71CB}" srcOrd="6" destOrd="0" presId="urn:microsoft.com/office/officeart/2009/3/layout/OpposingIdeas"/>
    <dgm:cxn modelId="{4126CEF8-DF35-4101-9867-7062DAFC7C9C}" type="presParOf" srcId="{152B0224-E8CF-4EA6-80D8-B8A1E8A2A00D}" destId="{1EB25D99-4631-4751-8DF2-CFFADB249E21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E076A69-0342-4144-BFBA-F6F2A0EBAD4F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28CB558-4151-46F4-BC6A-F03BDCF67553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Inward oriented Growth and development</a:t>
          </a:r>
        </a:p>
      </dgm:t>
    </dgm:pt>
    <dgm:pt modelId="{60594CFA-9664-4AFF-B6F6-3D580311A4EA}" type="parTrans" cxnId="{9B87BE3D-9743-4060-ACAF-458E27D3337E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C14CCFCD-7E41-4D62-B5FB-2EF0DA7FD1E0}" type="sibTrans" cxnId="{9B87BE3D-9743-4060-ACAF-458E27D3337E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4C0EC4CE-F76B-4C45-9D1F-D3010D00E030}">
      <dgm:prSet phldrT="[Text]" custT="1"/>
      <dgm:spPr/>
      <dgm:t>
        <a:bodyPr/>
        <a:lstStyle/>
        <a:p>
          <a:r>
            <a:rPr lang="en-GB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Reforms </a:t>
          </a:r>
        </a:p>
        <a:p>
          <a:r>
            <a:rPr lang="en-GB" sz="1900" dirty="0">
              <a:solidFill>
                <a:schemeClr val="tx1"/>
              </a:solidFill>
            </a:rPr>
            <a:t>1) Trade reforms</a:t>
          </a:r>
        </a:p>
        <a:p>
          <a:r>
            <a:rPr lang="en-GB" sz="1900" dirty="0">
              <a:solidFill>
                <a:schemeClr val="tx1"/>
              </a:solidFill>
            </a:rPr>
            <a:t>2) Investment reforms </a:t>
          </a:r>
        </a:p>
      </dgm:t>
    </dgm:pt>
    <dgm:pt modelId="{FCA71705-677D-48DF-85FA-F40319530F3A}" type="parTrans" cxnId="{DD33300E-C7E2-43AC-85D0-4138A21B1773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2D08C6B8-73CB-4A68-8875-DCDDC557937E}" type="sibTrans" cxnId="{DD33300E-C7E2-43AC-85D0-4138A21B1773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A80D088-1130-4EB6-A6A0-9467327AD8A9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Outward Oriented Growth and Development </a:t>
          </a:r>
        </a:p>
      </dgm:t>
    </dgm:pt>
    <dgm:pt modelId="{24E0F686-E12F-4F82-B408-BC363289517B}" type="parTrans" cxnId="{223619A7-5A99-4F70-8CA1-3C4533898F0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14619251-9532-4306-9024-2275BB88527F}" type="sibTrans" cxnId="{223619A7-5A99-4F70-8CA1-3C4533898F0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C837D443-F344-4EEB-83A3-B357DA17BA24}" type="pres">
      <dgm:prSet presAssocID="{1E076A69-0342-4144-BFBA-F6F2A0EBAD4F}" presName="rootnode" presStyleCnt="0">
        <dgm:presLayoutVars>
          <dgm:chMax/>
          <dgm:chPref/>
          <dgm:dir/>
          <dgm:animLvl val="lvl"/>
        </dgm:presLayoutVars>
      </dgm:prSet>
      <dgm:spPr/>
    </dgm:pt>
    <dgm:pt modelId="{AD4C1E66-0639-485E-9746-15F558DF6EC9}" type="pres">
      <dgm:prSet presAssocID="{928CB558-4151-46F4-BC6A-F03BDCF67553}" presName="composite" presStyleCnt="0"/>
      <dgm:spPr/>
    </dgm:pt>
    <dgm:pt modelId="{2ADC0309-DBC0-4604-82A2-50C842F67BA6}" type="pres">
      <dgm:prSet presAssocID="{928CB558-4151-46F4-BC6A-F03BDCF67553}" presName="LShape" presStyleLbl="alignNode1" presStyleIdx="0" presStyleCnt="5"/>
      <dgm:spPr/>
    </dgm:pt>
    <dgm:pt modelId="{49F7F9E1-F79B-41C3-ADE6-6968635A5CA2}" type="pres">
      <dgm:prSet presAssocID="{928CB558-4151-46F4-BC6A-F03BDCF67553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B62C2AD-A793-4DEB-9F24-632B55DEC1A1}" type="pres">
      <dgm:prSet presAssocID="{928CB558-4151-46F4-BC6A-F03BDCF67553}" presName="Triangle" presStyleLbl="alignNode1" presStyleIdx="1" presStyleCnt="5"/>
      <dgm:spPr/>
    </dgm:pt>
    <dgm:pt modelId="{A486D066-32BC-4724-B215-26275650E24C}" type="pres">
      <dgm:prSet presAssocID="{C14CCFCD-7E41-4D62-B5FB-2EF0DA7FD1E0}" presName="sibTrans" presStyleCnt="0"/>
      <dgm:spPr/>
    </dgm:pt>
    <dgm:pt modelId="{27499DAA-D54F-4DCA-83BA-9235E93D8B44}" type="pres">
      <dgm:prSet presAssocID="{C14CCFCD-7E41-4D62-B5FB-2EF0DA7FD1E0}" presName="space" presStyleCnt="0"/>
      <dgm:spPr/>
    </dgm:pt>
    <dgm:pt modelId="{F352A9CF-F581-4A37-A664-74BC99DC0C9C}" type="pres">
      <dgm:prSet presAssocID="{4C0EC4CE-F76B-4C45-9D1F-D3010D00E030}" presName="composite" presStyleCnt="0"/>
      <dgm:spPr/>
    </dgm:pt>
    <dgm:pt modelId="{4CD7C015-39B2-4E1A-B2DB-174B29B5626B}" type="pres">
      <dgm:prSet presAssocID="{4C0EC4CE-F76B-4C45-9D1F-D3010D00E030}" presName="LShape" presStyleLbl="alignNode1" presStyleIdx="2" presStyleCnt="5"/>
      <dgm:spPr/>
    </dgm:pt>
    <dgm:pt modelId="{77CC3D76-353D-4860-A902-405BA8F06405}" type="pres">
      <dgm:prSet presAssocID="{4C0EC4CE-F76B-4C45-9D1F-D3010D00E030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C8734AF-602D-48E3-89C3-9923AA933DBA}" type="pres">
      <dgm:prSet presAssocID="{4C0EC4CE-F76B-4C45-9D1F-D3010D00E030}" presName="Triangle" presStyleLbl="alignNode1" presStyleIdx="3" presStyleCnt="5"/>
      <dgm:spPr/>
    </dgm:pt>
    <dgm:pt modelId="{8AFC119E-C0CF-4515-9222-1FF76316F81E}" type="pres">
      <dgm:prSet presAssocID="{2D08C6B8-73CB-4A68-8875-DCDDC557937E}" presName="sibTrans" presStyleCnt="0"/>
      <dgm:spPr/>
    </dgm:pt>
    <dgm:pt modelId="{47AC5D7A-AF08-42A5-9E0F-50C45512EC95}" type="pres">
      <dgm:prSet presAssocID="{2D08C6B8-73CB-4A68-8875-DCDDC557937E}" presName="space" presStyleCnt="0"/>
      <dgm:spPr/>
    </dgm:pt>
    <dgm:pt modelId="{F4EFD5AB-0396-48F1-A868-96C0C9326475}" type="pres">
      <dgm:prSet presAssocID="{AA80D088-1130-4EB6-A6A0-9467327AD8A9}" presName="composite" presStyleCnt="0"/>
      <dgm:spPr/>
    </dgm:pt>
    <dgm:pt modelId="{1CCC776B-CC83-4BB6-8FE9-1B0032FBEBF0}" type="pres">
      <dgm:prSet presAssocID="{AA80D088-1130-4EB6-A6A0-9467327AD8A9}" presName="LShape" presStyleLbl="alignNode1" presStyleIdx="4" presStyleCnt="5"/>
      <dgm:spPr/>
    </dgm:pt>
    <dgm:pt modelId="{DD6C2C5D-331D-4A9A-B1B7-4D76E12A164F}" type="pres">
      <dgm:prSet presAssocID="{AA80D088-1130-4EB6-A6A0-9467327AD8A9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D33300E-C7E2-43AC-85D0-4138A21B1773}" srcId="{1E076A69-0342-4144-BFBA-F6F2A0EBAD4F}" destId="{4C0EC4CE-F76B-4C45-9D1F-D3010D00E030}" srcOrd="1" destOrd="0" parTransId="{FCA71705-677D-48DF-85FA-F40319530F3A}" sibTransId="{2D08C6B8-73CB-4A68-8875-DCDDC557937E}"/>
    <dgm:cxn modelId="{8C37DB1A-2CE3-47A9-91A7-BD7D927123C6}" type="presOf" srcId="{1E076A69-0342-4144-BFBA-F6F2A0EBAD4F}" destId="{C837D443-F344-4EEB-83A3-B357DA17BA24}" srcOrd="0" destOrd="0" presId="urn:microsoft.com/office/officeart/2009/3/layout/StepUpProcess"/>
    <dgm:cxn modelId="{9B87BE3D-9743-4060-ACAF-458E27D3337E}" srcId="{1E076A69-0342-4144-BFBA-F6F2A0EBAD4F}" destId="{928CB558-4151-46F4-BC6A-F03BDCF67553}" srcOrd="0" destOrd="0" parTransId="{60594CFA-9664-4AFF-B6F6-3D580311A4EA}" sibTransId="{C14CCFCD-7E41-4D62-B5FB-2EF0DA7FD1E0}"/>
    <dgm:cxn modelId="{223619A7-5A99-4F70-8CA1-3C4533898F00}" srcId="{1E076A69-0342-4144-BFBA-F6F2A0EBAD4F}" destId="{AA80D088-1130-4EB6-A6A0-9467327AD8A9}" srcOrd="2" destOrd="0" parTransId="{24E0F686-E12F-4F82-B408-BC363289517B}" sibTransId="{14619251-9532-4306-9024-2275BB88527F}"/>
    <dgm:cxn modelId="{3C01CFAC-C654-473A-9EF5-9CD8056AD2BE}" type="presOf" srcId="{928CB558-4151-46F4-BC6A-F03BDCF67553}" destId="{49F7F9E1-F79B-41C3-ADE6-6968635A5CA2}" srcOrd="0" destOrd="0" presId="urn:microsoft.com/office/officeart/2009/3/layout/StepUpProcess"/>
    <dgm:cxn modelId="{2036C0BC-0ED3-4E6C-ABDD-B9BB30AB6847}" type="presOf" srcId="{4C0EC4CE-F76B-4C45-9D1F-D3010D00E030}" destId="{77CC3D76-353D-4860-A902-405BA8F06405}" srcOrd="0" destOrd="0" presId="urn:microsoft.com/office/officeart/2009/3/layout/StepUpProcess"/>
    <dgm:cxn modelId="{7C8985FA-FC40-414E-9EC6-76500ABCE5FC}" type="presOf" srcId="{AA80D088-1130-4EB6-A6A0-9467327AD8A9}" destId="{DD6C2C5D-331D-4A9A-B1B7-4D76E12A164F}" srcOrd="0" destOrd="0" presId="urn:microsoft.com/office/officeart/2009/3/layout/StepUpProcess"/>
    <dgm:cxn modelId="{FFC383BA-C866-4947-BB7E-CE2B5DCD4CD9}" type="presParOf" srcId="{C837D443-F344-4EEB-83A3-B357DA17BA24}" destId="{AD4C1E66-0639-485E-9746-15F558DF6EC9}" srcOrd="0" destOrd="0" presId="urn:microsoft.com/office/officeart/2009/3/layout/StepUpProcess"/>
    <dgm:cxn modelId="{E8B46913-5571-459B-9584-919F1C438C6C}" type="presParOf" srcId="{AD4C1E66-0639-485E-9746-15F558DF6EC9}" destId="{2ADC0309-DBC0-4604-82A2-50C842F67BA6}" srcOrd="0" destOrd="0" presId="urn:microsoft.com/office/officeart/2009/3/layout/StepUpProcess"/>
    <dgm:cxn modelId="{BBE47581-6A11-4EB2-8E3E-1A1A38995CBF}" type="presParOf" srcId="{AD4C1E66-0639-485E-9746-15F558DF6EC9}" destId="{49F7F9E1-F79B-41C3-ADE6-6968635A5CA2}" srcOrd="1" destOrd="0" presId="urn:microsoft.com/office/officeart/2009/3/layout/StepUpProcess"/>
    <dgm:cxn modelId="{3CD302FB-B855-4444-B291-D5114C043E47}" type="presParOf" srcId="{AD4C1E66-0639-485E-9746-15F558DF6EC9}" destId="{7B62C2AD-A793-4DEB-9F24-632B55DEC1A1}" srcOrd="2" destOrd="0" presId="urn:microsoft.com/office/officeart/2009/3/layout/StepUpProcess"/>
    <dgm:cxn modelId="{77848085-E1B2-4B9C-996E-661A8E86D8F6}" type="presParOf" srcId="{C837D443-F344-4EEB-83A3-B357DA17BA24}" destId="{A486D066-32BC-4724-B215-26275650E24C}" srcOrd="1" destOrd="0" presId="urn:microsoft.com/office/officeart/2009/3/layout/StepUpProcess"/>
    <dgm:cxn modelId="{50A42B88-5BF5-47F4-8D52-31D2E51D3186}" type="presParOf" srcId="{A486D066-32BC-4724-B215-26275650E24C}" destId="{27499DAA-D54F-4DCA-83BA-9235E93D8B44}" srcOrd="0" destOrd="0" presId="urn:microsoft.com/office/officeart/2009/3/layout/StepUpProcess"/>
    <dgm:cxn modelId="{5ACF5FC6-E9C6-4228-886E-6B7634FF8200}" type="presParOf" srcId="{C837D443-F344-4EEB-83A3-B357DA17BA24}" destId="{F352A9CF-F581-4A37-A664-74BC99DC0C9C}" srcOrd="2" destOrd="0" presId="urn:microsoft.com/office/officeart/2009/3/layout/StepUpProcess"/>
    <dgm:cxn modelId="{DE6EBACE-F96F-4793-9D85-A9765EB8EA59}" type="presParOf" srcId="{F352A9CF-F581-4A37-A664-74BC99DC0C9C}" destId="{4CD7C015-39B2-4E1A-B2DB-174B29B5626B}" srcOrd="0" destOrd="0" presId="urn:microsoft.com/office/officeart/2009/3/layout/StepUpProcess"/>
    <dgm:cxn modelId="{0672C90E-4350-4498-A904-5BCCCD86BBCF}" type="presParOf" srcId="{F352A9CF-F581-4A37-A664-74BC99DC0C9C}" destId="{77CC3D76-353D-4860-A902-405BA8F06405}" srcOrd="1" destOrd="0" presId="urn:microsoft.com/office/officeart/2009/3/layout/StepUpProcess"/>
    <dgm:cxn modelId="{04DAA0D5-6FA2-4FE3-AEF3-A2176DD546A5}" type="presParOf" srcId="{F352A9CF-F581-4A37-A664-74BC99DC0C9C}" destId="{7C8734AF-602D-48E3-89C3-9923AA933DBA}" srcOrd="2" destOrd="0" presId="urn:microsoft.com/office/officeart/2009/3/layout/StepUpProcess"/>
    <dgm:cxn modelId="{E1B0AD53-7058-4491-9034-CA051410206B}" type="presParOf" srcId="{C837D443-F344-4EEB-83A3-B357DA17BA24}" destId="{8AFC119E-C0CF-4515-9222-1FF76316F81E}" srcOrd="3" destOrd="0" presId="urn:microsoft.com/office/officeart/2009/3/layout/StepUpProcess"/>
    <dgm:cxn modelId="{12442AD1-7859-4654-AE4E-F46D35C98355}" type="presParOf" srcId="{8AFC119E-C0CF-4515-9222-1FF76316F81E}" destId="{47AC5D7A-AF08-42A5-9E0F-50C45512EC95}" srcOrd="0" destOrd="0" presId="urn:microsoft.com/office/officeart/2009/3/layout/StepUpProcess"/>
    <dgm:cxn modelId="{8E1C57BB-31BB-4F6D-BEEC-E8CD99BA425B}" type="presParOf" srcId="{C837D443-F344-4EEB-83A3-B357DA17BA24}" destId="{F4EFD5AB-0396-48F1-A868-96C0C9326475}" srcOrd="4" destOrd="0" presId="urn:microsoft.com/office/officeart/2009/3/layout/StepUpProcess"/>
    <dgm:cxn modelId="{32DB6493-F830-451E-9FBB-AF2DFE5F04E1}" type="presParOf" srcId="{F4EFD5AB-0396-48F1-A868-96C0C9326475}" destId="{1CCC776B-CC83-4BB6-8FE9-1B0032FBEBF0}" srcOrd="0" destOrd="0" presId="urn:microsoft.com/office/officeart/2009/3/layout/StepUpProcess"/>
    <dgm:cxn modelId="{F075B118-9FA7-4DC9-AA6A-7F58F071B8E7}" type="presParOf" srcId="{F4EFD5AB-0396-48F1-A868-96C0C9326475}" destId="{DD6C2C5D-331D-4A9A-B1B7-4D76E12A164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05383-807C-4A20-877D-55662DABFA76}">
      <dsp:nvSpPr>
        <dsp:cNvPr id="0" name=""/>
        <dsp:cNvSpPr/>
      </dsp:nvSpPr>
      <dsp:spPr>
        <a:xfrm>
          <a:off x="0" y="0"/>
          <a:ext cx="8391763" cy="17088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400" kern="1200" dirty="0">
              <a:solidFill>
                <a:schemeClr val="tx1"/>
              </a:solidFill>
            </a:rPr>
            <a:t>Describe the main features of structuralist approach</a:t>
          </a:r>
          <a:endParaRPr lang="en-US" sz="3400" kern="1200" dirty="0">
            <a:solidFill>
              <a:schemeClr val="tx1"/>
            </a:solidFill>
          </a:endParaRPr>
        </a:p>
      </dsp:txBody>
      <dsp:txXfrm>
        <a:off x="50051" y="50051"/>
        <a:ext cx="6625521" cy="1608759"/>
      </dsp:txXfrm>
    </dsp:sp>
    <dsp:sp modelId="{E8CEAF28-427B-409F-9748-6BF55C8192F3}">
      <dsp:nvSpPr>
        <dsp:cNvPr id="0" name=""/>
        <dsp:cNvSpPr/>
      </dsp:nvSpPr>
      <dsp:spPr>
        <a:xfrm>
          <a:off x="1480899" y="2088608"/>
          <a:ext cx="8391763" cy="1708861"/>
        </a:xfrm>
        <a:prstGeom prst="roundRect">
          <a:avLst>
            <a:gd name="adj" fmla="val 10000"/>
          </a:avLst>
        </a:prstGeom>
        <a:solidFill>
          <a:schemeClr val="accent4">
            <a:hueOff val="-1528355"/>
            <a:satOff val="-10245"/>
            <a:lumOff val="-1058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400" kern="1200" dirty="0">
              <a:solidFill>
                <a:schemeClr val="tx1"/>
              </a:solidFill>
            </a:rPr>
            <a:t>Discuss  and evaluate the import substitution strategies</a:t>
          </a:r>
          <a:endParaRPr lang="en-US" sz="3400" kern="1200" dirty="0">
            <a:solidFill>
              <a:schemeClr val="tx1"/>
            </a:solidFill>
          </a:endParaRPr>
        </a:p>
      </dsp:txBody>
      <dsp:txXfrm>
        <a:off x="1530950" y="2138659"/>
        <a:ext cx="5700002" cy="1608759"/>
      </dsp:txXfrm>
    </dsp:sp>
    <dsp:sp modelId="{B002858C-3938-4AE4-B185-D3EE06492337}">
      <dsp:nvSpPr>
        <dsp:cNvPr id="0" name=""/>
        <dsp:cNvSpPr/>
      </dsp:nvSpPr>
      <dsp:spPr>
        <a:xfrm>
          <a:off x="7281003" y="1343355"/>
          <a:ext cx="1110759" cy="111075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 dirty="0">
            <a:solidFill>
              <a:schemeClr val="tx1"/>
            </a:solidFill>
          </a:endParaRPr>
        </a:p>
      </dsp:txBody>
      <dsp:txXfrm>
        <a:off x="7530924" y="1343355"/>
        <a:ext cx="610917" cy="8358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3C736-D47C-4A83-A603-3A83AE3213E6}">
      <dsp:nvSpPr>
        <dsp:cNvPr id="0" name=""/>
        <dsp:cNvSpPr/>
      </dsp:nvSpPr>
      <dsp:spPr>
        <a:xfrm>
          <a:off x="263383" y="84075"/>
          <a:ext cx="1580302" cy="877946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Primary goods</a:t>
          </a:r>
        </a:p>
      </dsp:txBody>
      <dsp:txXfrm>
        <a:off x="289097" y="109789"/>
        <a:ext cx="1528874" cy="826518"/>
      </dsp:txXfrm>
    </dsp:sp>
    <dsp:sp modelId="{E399046D-5E4B-40BA-8B7A-4D6A524F39D1}">
      <dsp:nvSpPr>
        <dsp:cNvPr id="0" name=""/>
        <dsp:cNvSpPr/>
      </dsp:nvSpPr>
      <dsp:spPr>
        <a:xfrm>
          <a:off x="2546043" y="84075"/>
          <a:ext cx="1580302" cy="877946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Manufacturing goods</a:t>
          </a:r>
        </a:p>
      </dsp:txBody>
      <dsp:txXfrm>
        <a:off x="2571757" y="109789"/>
        <a:ext cx="1528874" cy="826518"/>
      </dsp:txXfrm>
    </dsp:sp>
    <dsp:sp modelId="{D411A478-2AE5-45D2-9BCD-18C737BC4EF1}">
      <dsp:nvSpPr>
        <dsp:cNvPr id="0" name=""/>
        <dsp:cNvSpPr/>
      </dsp:nvSpPr>
      <dsp:spPr>
        <a:xfrm>
          <a:off x="1865635" y="3815346"/>
          <a:ext cx="658459" cy="658459"/>
        </a:xfrm>
        <a:prstGeom prst="triangle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4C2C5-96C4-4B44-840F-A275C062FCD0}">
      <dsp:nvSpPr>
        <dsp:cNvPr id="0" name=""/>
        <dsp:cNvSpPr/>
      </dsp:nvSpPr>
      <dsp:spPr>
        <a:xfrm rot="240000">
          <a:off x="218883" y="3533189"/>
          <a:ext cx="3951963" cy="27634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6CEAA-2B0D-4EAA-9792-F9E03ABBBACA}">
      <dsp:nvSpPr>
        <dsp:cNvPr id="0" name=""/>
        <dsp:cNvSpPr/>
      </dsp:nvSpPr>
      <dsp:spPr>
        <a:xfrm rot="240000">
          <a:off x="2595946" y="3035337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Engine of growth </a:t>
          </a:r>
        </a:p>
      </dsp:txBody>
      <dsp:txXfrm>
        <a:off x="2622385" y="3061776"/>
        <a:ext cx="1515413" cy="488722"/>
      </dsp:txXfrm>
    </dsp:sp>
    <dsp:sp modelId="{4F995D41-BDB3-4F93-9305-C75F972B0688}">
      <dsp:nvSpPr>
        <dsp:cNvPr id="0" name=""/>
        <dsp:cNvSpPr/>
      </dsp:nvSpPr>
      <dsp:spPr>
        <a:xfrm rot="240000">
          <a:off x="2639843" y="2455893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Linkages </a:t>
          </a:r>
        </a:p>
      </dsp:txBody>
      <dsp:txXfrm>
        <a:off x="2666282" y="2482332"/>
        <a:ext cx="1515413" cy="488722"/>
      </dsp:txXfrm>
    </dsp:sp>
    <dsp:sp modelId="{111A54ED-E408-4675-9FFB-7466485D4B21}">
      <dsp:nvSpPr>
        <dsp:cNvPr id="0" name=""/>
        <dsp:cNvSpPr/>
      </dsp:nvSpPr>
      <dsp:spPr>
        <a:xfrm rot="240000">
          <a:off x="2683740" y="1876448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Stable supply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SG" sz="900" kern="1200" dirty="0"/>
        </a:p>
      </dsp:txBody>
      <dsp:txXfrm>
        <a:off x="2710179" y="1902887"/>
        <a:ext cx="1515413" cy="488722"/>
      </dsp:txXfrm>
    </dsp:sp>
    <dsp:sp modelId="{0420EA64-6E2E-4FD8-9B5B-C95803C7CBB9}">
      <dsp:nvSpPr>
        <dsp:cNvPr id="0" name=""/>
        <dsp:cNvSpPr/>
      </dsp:nvSpPr>
      <dsp:spPr>
        <a:xfrm rot="240000">
          <a:off x="2727638" y="1297004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Higher % of K and A </a:t>
          </a:r>
          <a:endParaRPr lang="en-SG" sz="1200" kern="1200" dirty="0"/>
        </a:p>
      </dsp:txBody>
      <dsp:txXfrm>
        <a:off x="2754077" y="1323443"/>
        <a:ext cx="1515413" cy="488722"/>
      </dsp:txXfrm>
    </dsp:sp>
    <dsp:sp modelId="{217365AB-809B-45F4-9325-87A6AF0593D0}">
      <dsp:nvSpPr>
        <dsp:cNvPr id="0" name=""/>
        <dsp:cNvSpPr/>
      </dsp:nvSpPr>
      <dsp:spPr>
        <a:xfrm rot="240000">
          <a:off x="313286" y="2877307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Low GDP and growth </a:t>
          </a:r>
        </a:p>
      </dsp:txBody>
      <dsp:txXfrm>
        <a:off x="339725" y="2903746"/>
        <a:ext cx="1515413" cy="488722"/>
      </dsp:txXfrm>
    </dsp:sp>
    <dsp:sp modelId="{892F6E2C-B877-442F-83E7-CBD640F5FA42}">
      <dsp:nvSpPr>
        <dsp:cNvPr id="0" name=""/>
        <dsp:cNvSpPr/>
      </dsp:nvSpPr>
      <dsp:spPr>
        <a:xfrm rot="240000">
          <a:off x="357184" y="2297862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Unstable supply </a:t>
          </a:r>
        </a:p>
      </dsp:txBody>
      <dsp:txXfrm>
        <a:off x="383623" y="2324301"/>
        <a:ext cx="1515413" cy="488722"/>
      </dsp:txXfrm>
    </dsp:sp>
    <dsp:sp modelId="{FB762DF5-CF73-481E-BA14-85CEB2DB4594}">
      <dsp:nvSpPr>
        <dsp:cNvPr id="0" name=""/>
        <dsp:cNvSpPr/>
      </dsp:nvSpPr>
      <dsp:spPr>
        <a:xfrm rot="240000">
          <a:off x="401081" y="1718418"/>
          <a:ext cx="1568291" cy="541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Smaller % of K and A </a:t>
          </a:r>
          <a:endParaRPr lang="en-SG" sz="1200" kern="1200" dirty="0"/>
        </a:p>
      </dsp:txBody>
      <dsp:txXfrm>
        <a:off x="427520" y="1744857"/>
        <a:ext cx="1515413" cy="4887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83996-61AC-451A-A76B-D1E3A1A97BAC}">
      <dsp:nvSpPr>
        <dsp:cNvPr id="0" name=""/>
        <dsp:cNvSpPr/>
      </dsp:nvSpPr>
      <dsp:spPr>
        <a:xfrm>
          <a:off x="972215" y="699515"/>
          <a:ext cx="5050094" cy="2715768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0145A-CF22-41D0-BA00-A066DF4C7334}">
      <dsp:nvSpPr>
        <dsp:cNvPr id="0" name=""/>
        <dsp:cNvSpPr/>
      </dsp:nvSpPr>
      <dsp:spPr>
        <a:xfrm>
          <a:off x="3497262" y="987551"/>
          <a:ext cx="673" cy="213969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BF631-E1DF-4AC7-A2F2-18DF1813EFC6}">
      <dsp:nvSpPr>
        <dsp:cNvPr id="0" name=""/>
        <dsp:cNvSpPr/>
      </dsp:nvSpPr>
      <dsp:spPr>
        <a:xfrm>
          <a:off x="1140551" y="905255"/>
          <a:ext cx="2188374" cy="23042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Focus on </a:t>
          </a:r>
          <a:r>
            <a:rPr lang="en-GB" sz="2900" kern="1200" dirty="0">
              <a:highlight>
                <a:srgbClr val="FFFF00"/>
              </a:highlight>
            </a:rPr>
            <a:t>domestic  market </a:t>
          </a:r>
        </a:p>
      </dsp:txBody>
      <dsp:txXfrm>
        <a:off x="1140551" y="905255"/>
        <a:ext cx="2188374" cy="2304288"/>
      </dsp:txXfrm>
    </dsp:sp>
    <dsp:sp modelId="{1196C948-84E5-41B9-820C-FCA918F2BC37}">
      <dsp:nvSpPr>
        <dsp:cNvPr id="0" name=""/>
        <dsp:cNvSpPr/>
      </dsp:nvSpPr>
      <dsp:spPr>
        <a:xfrm>
          <a:off x="3665598" y="905255"/>
          <a:ext cx="2188374" cy="23042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Focus on international market </a:t>
          </a:r>
        </a:p>
      </dsp:txBody>
      <dsp:txXfrm>
        <a:off x="3665598" y="905255"/>
        <a:ext cx="2188374" cy="2304288"/>
      </dsp:txXfrm>
    </dsp:sp>
    <dsp:sp modelId="{7213070C-E6EC-4D8A-8F62-29ADD778D518}">
      <dsp:nvSpPr>
        <dsp:cNvPr id="0" name=""/>
        <dsp:cNvSpPr/>
      </dsp:nvSpPr>
      <dsp:spPr>
        <a:xfrm rot="16200000">
          <a:off x="-929953" y="1060486"/>
          <a:ext cx="2962656" cy="841682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highlight>
                <a:srgbClr val="FFFF00"/>
              </a:highlight>
            </a:rPr>
            <a:t>Inward orientation </a:t>
          </a:r>
        </a:p>
      </dsp:txBody>
      <dsp:txXfrm>
        <a:off x="-802746" y="1398829"/>
        <a:ext cx="2708242" cy="419410"/>
      </dsp:txXfrm>
    </dsp:sp>
    <dsp:sp modelId="{1EB25D99-4631-4751-8DF2-CFFADB249E21}">
      <dsp:nvSpPr>
        <dsp:cNvPr id="0" name=""/>
        <dsp:cNvSpPr/>
      </dsp:nvSpPr>
      <dsp:spPr>
        <a:xfrm rot="5400000">
          <a:off x="4961822" y="2212630"/>
          <a:ext cx="2962656" cy="841682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Outward Orientation </a:t>
          </a:r>
        </a:p>
      </dsp:txBody>
      <dsp:txXfrm>
        <a:off x="5089029" y="2296559"/>
        <a:ext cx="2708242" cy="4194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2629C-6E55-4688-BD2D-BC032735617D}">
      <dsp:nvSpPr>
        <dsp:cNvPr id="0" name=""/>
        <dsp:cNvSpPr/>
      </dsp:nvSpPr>
      <dsp:spPr>
        <a:xfrm>
          <a:off x="3638622" y="538721"/>
          <a:ext cx="1427343" cy="14273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FEB4B-6DD6-4B52-90D2-B88B13375D26}">
      <dsp:nvSpPr>
        <dsp:cNvPr id="0" name=""/>
        <dsp:cNvSpPr/>
      </dsp:nvSpPr>
      <dsp:spPr>
        <a:xfrm>
          <a:off x="3686179" y="586306"/>
          <a:ext cx="1331912" cy="13321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Manufacturing sector </a:t>
          </a:r>
        </a:p>
      </dsp:txBody>
      <dsp:txXfrm>
        <a:off x="3876724" y="776650"/>
        <a:ext cx="951456" cy="951465"/>
      </dsp:txXfrm>
    </dsp:sp>
    <dsp:sp modelId="{9111C37C-BAE6-4A83-8103-055C149C579D}">
      <dsp:nvSpPr>
        <dsp:cNvPr id="0" name=""/>
        <dsp:cNvSpPr/>
      </dsp:nvSpPr>
      <dsp:spPr>
        <a:xfrm rot="2700000">
          <a:off x="2163856" y="538562"/>
          <a:ext cx="1427390" cy="1427390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2FD78-32ED-4F6B-A7CF-ED48201ECD4D}">
      <dsp:nvSpPr>
        <dsp:cNvPr id="0" name=""/>
        <dsp:cNvSpPr/>
      </dsp:nvSpPr>
      <dsp:spPr>
        <a:xfrm>
          <a:off x="2211595" y="586306"/>
          <a:ext cx="1331912" cy="13321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Primary sector </a:t>
          </a:r>
        </a:p>
      </dsp:txBody>
      <dsp:txXfrm>
        <a:off x="2401823" y="776650"/>
        <a:ext cx="951456" cy="9514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C03B0-2486-4A2C-A65B-0B463094E93E}">
      <dsp:nvSpPr>
        <dsp:cNvPr id="0" name=""/>
        <dsp:cNvSpPr/>
      </dsp:nvSpPr>
      <dsp:spPr>
        <a:xfrm>
          <a:off x="2733" y="396935"/>
          <a:ext cx="7748950" cy="271521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>
              <a:solidFill>
                <a:schemeClr val="tx1"/>
              </a:solidFill>
              <a:highlight>
                <a:srgbClr val="FFFF00"/>
              </a:highlight>
            </a:rPr>
            <a:t>Inward Orientation 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Growth strategies </a:t>
          </a:r>
        </a:p>
      </dsp:txBody>
      <dsp:txXfrm>
        <a:off x="2733" y="396935"/>
        <a:ext cx="7748950" cy="2715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2629C-6E55-4688-BD2D-BC032735617D}">
      <dsp:nvSpPr>
        <dsp:cNvPr id="0" name=""/>
        <dsp:cNvSpPr/>
      </dsp:nvSpPr>
      <dsp:spPr>
        <a:xfrm>
          <a:off x="3638622" y="538721"/>
          <a:ext cx="1427343" cy="14273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FEB4B-6DD6-4B52-90D2-B88B13375D26}">
      <dsp:nvSpPr>
        <dsp:cNvPr id="0" name=""/>
        <dsp:cNvSpPr/>
      </dsp:nvSpPr>
      <dsp:spPr>
        <a:xfrm>
          <a:off x="3686179" y="586306"/>
          <a:ext cx="1331912" cy="13321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Manufacturing sector </a:t>
          </a:r>
        </a:p>
      </dsp:txBody>
      <dsp:txXfrm>
        <a:off x="3876724" y="776650"/>
        <a:ext cx="951456" cy="951465"/>
      </dsp:txXfrm>
    </dsp:sp>
    <dsp:sp modelId="{9111C37C-BAE6-4A83-8103-055C149C579D}">
      <dsp:nvSpPr>
        <dsp:cNvPr id="0" name=""/>
        <dsp:cNvSpPr/>
      </dsp:nvSpPr>
      <dsp:spPr>
        <a:xfrm rot="2700000">
          <a:off x="2163856" y="538562"/>
          <a:ext cx="1427390" cy="1427390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2FD78-32ED-4F6B-A7CF-ED48201ECD4D}">
      <dsp:nvSpPr>
        <dsp:cNvPr id="0" name=""/>
        <dsp:cNvSpPr/>
      </dsp:nvSpPr>
      <dsp:spPr>
        <a:xfrm>
          <a:off x="2211595" y="586306"/>
          <a:ext cx="1331912" cy="133215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Primary sector </a:t>
          </a:r>
        </a:p>
      </dsp:txBody>
      <dsp:txXfrm>
        <a:off x="2401823" y="776650"/>
        <a:ext cx="951456" cy="9514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59A29-3EBA-4036-824E-942A207B14AD}">
      <dsp:nvSpPr>
        <dsp:cNvPr id="0" name=""/>
        <dsp:cNvSpPr/>
      </dsp:nvSpPr>
      <dsp:spPr>
        <a:xfrm>
          <a:off x="3715600" y="1392392"/>
          <a:ext cx="1354196" cy="470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025"/>
              </a:lnTo>
              <a:lnTo>
                <a:pt x="1354196" y="235025"/>
              </a:lnTo>
              <a:lnTo>
                <a:pt x="1354196" y="47005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B7FBC-EBAA-4CD9-AE56-0FF835BFA147}">
      <dsp:nvSpPr>
        <dsp:cNvPr id="0" name=""/>
        <dsp:cNvSpPr/>
      </dsp:nvSpPr>
      <dsp:spPr>
        <a:xfrm>
          <a:off x="1466067" y="2981614"/>
          <a:ext cx="335751" cy="10296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9636"/>
              </a:lnTo>
              <a:lnTo>
                <a:pt x="335751" y="1029636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E5D519-353E-4B20-A6A8-643BA1DA17F2}">
      <dsp:nvSpPr>
        <dsp:cNvPr id="0" name=""/>
        <dsp:cNvSpPr/>
      </dsp:nvSpPr>
      <dsp:spPr>
        <a:xfrm>
          <a:off x="2361404" y="1392392"/>
          <a:ext cx="1354196" cy="470051"/>
        </a:xfrm>
        <a:custGeom>
          <a:avLst/>
          <a:gdLst/>
          <a:ahLst/>
          <a:cxnLst/>
          <a:rect l="0" t="0" r="0" b="0"/>
          <a:pathLst>
            <a:path>
              <a:moveTo>
                <a:pt x="1354196" y="0"/>
              </a:moveTo>
              <a:lnTo>
                <a:pt x="1354196" y="235025"/>
              </a:lnTo>
              <a:lnTo>
                <a:pt x="0" y="235025"/>
              </a:lnTo>
              <a:lnTo>
                <a:pt x="0" y="47005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BC03B0-2486-4A2C-A65B-0B463094E93E}">
      <dsp:nvSpPr>
        <dsp:cNvPr id="0" name=""/>
        <dsp:cNvSpPr/>
      </dsp:nvSpPr>
      <dsp:spPr>
        <a:xfrm>
          <a:off x="1730382" y="1163"/>
          <a:ext cx="3970436" cy="13912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>
              <a:solidFill>
                <a:schemeClr val="tx1"/>
              </a:solidFill>
              <a:highlight>
                <a:srgbClr val="FFFF00"/>
              </a:highlight>
            </a:rPr>
            <a:t>Inward Orientation </a:t>
          </a:r>
          <a:r>
            <a:rPr lang="en-GB" sz="3600" kern="1200" dirty="0"/>
            <a:t>Growth strategies </a:t>
          </a:r>
        </a:p>
      </dsp:txBody>
      <dsp:txXfrm>
        <a:off x="1730382" y="1163"/>
        <a:ext cx="3970436" cy="1391229"/>
      </dsp:txXfrm>
    </dsp:sp>
    <dsp:sp modelId="{04CFBDBC-79CA-4C7F-AA0C-485336DCF81B}">
      <dsp:nvSpPr>
        <dsp:cNvPr id="0" name=""/>
        <dsp:cNvSpPr/>
      </dsp:nvSpPr>
      <dsp:spPr>
        <a:xfrm>
          <a:off x="1242233" y="1862444"/>
          <a:ext cx="2238340" cy="11191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Trade Protection </a:t>
          </a:r>
        </a:p>
      </dsp:txBody>
      <dsp:txXfrm>
        <a:off x="1242233" y="1862444"/>
        <a:ext cx="2238340" cy="1119170"/>
      </dsp:txXfrm>
    </dsp:sp>
    <dsp:sp modelId="{5D4A1195-F866-46BE-A0E4-D6EA06EEB61F}">
      <dsp:nvSpPr>
        <dsp:cNvPr id="0" name=""/>
        <dsp:cNvSpPr/>
      </dsp:nvSpPr>
      <dsp:spPr>
        <a:xfrm>
          <a:off x="1801819" y="3451666"/>
          <a:ext cx="2238340" cy="11191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Limit trade </a:t>
          </a:r>
        </a:p>
      </dsp:txBody>
      <dsp:txXfrm>
        <a:off x="1801819" y="3451666"/>
        <a:ext cx="2238340" cy="1119170"/>
      </dsp:txXfrm>
    </dsp:sp>
    <dsp:sp modelId="{9583B7E4-1C80-4025-94AB-40877C6A07BA}">
      <dsp:nvSpPr>
        <dsp:cNvPr id="0" name=""/>
        <dsp:cNvSpPr/>
      </dsp:nvSpPr>
      <dsp:spPr>
        <a:xfrm>
          <a:off x="3950626" y="1862444"/>
          <a:ext cx="2238340" cy="111917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Overvalued currency </a:t>
          </a:r>
        </a:p>
      </dsp:txBody>
      <dsp:txXfrm>
        <a:off x="3950626" y="1862444"/>
        <a:ext cx="2238340" cy="11191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06309-9D9F-4143-A949-C7248C0D89B4}">
      <dsp:nvSpPr>
        <dsp:cNvPr id="0" name=""/>
        <dsp:cNvSpPr/>
      </dsp:nvSpPr>
      <dsp:spPr>
        <a:xfrm>
          <a:off x="5981369" y="1077524"/>
          <a:ext cx="206202" cy="903361"/>
        </a:xfrm>
        <a:custGeom>
          <a:avLst/>
          <a:gdLst/>
          <a:ahLst/>
          <a:cxnLst/>
          <a:rect l="0" t="0" r="0" b="0"/>
          <a:pathLst>
            <a:path>
              <a:moveTo>
                <a:pt x="206202" y="0"/>
              </a:moveTo>
              <a:lnTo>
                <a:pt x="206202" y="903361"/>
              </a:lnTo>
              <a:lnTo>
                <a:pt x="0" y="90336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6D713-3FCC-46F2-A5E1-AC4D3B365E79}">
      <dsp:nvSpPr>
        <dsp:cNvPr id="0" name=""/>
        <dsp:cNvSpPr/>
      </dsp:nvSpPr>
      <dsp:spPr>
        <a:xfrm>
          <a:off x="6866099" y="3866161"/>
          <a:ext cx="420543" cy="9033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3361"/>
              </a:lnTo>
              <a:lnTo>
                <a:pt x="420543" y="90336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C2096-6B5D-4D05-AFD8-A21F27E4660D}">
      <dsp:nvSpPr>
        <dsp:cNvPr id="0" name=""/>
        <dsp:cNvSpPr/>
      </dsp:nvSpPr>
      <dsp:spPr>
        <a:xfrm>
          <a:off x="6187571" y="1077524"/>
          <a:ext cx="1799976" cy="1806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0520"/>
              </a:lnTo>
              <a:lnTo>
                <a:pt x="1799976" y="1600520"/>
              </a:lnTo>
              <a:lnTo>
                <a:pt x="1799976" y="18067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1FDCF-EF24-414F-8313-DF16B29E3680}">
      <dsp:nvSpPr>
        <dsp:cNvPr id="0" name=""/>
        <dsp:cNvSpPr/>
      </dsp:nvSpPr>
      <dsp:spPr>
        <a:xfrm>
          <a:off x="3304539" y="3866161"/>
          <a:ext cx="478132" cy="9033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3361"/>
              </a:lnTo>
              <a:lnTo>
                <a:pt x="478132" y="90336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1762D2-A678-4F4A-B433-EB291DE65946}">
      <dsp:nvSpPr>
        <dsp:cNvPr id="0" name=""/>
        <dsp:cNvSpPr/>
      </dsp:nvSpPr>
      <dsp:spPr>
        <a:xfrm>
          <a:off x="4579558" y="1077524"/>
          <a:ext cx="1608012" cy="1806722"/>
        </a:xfrm>
        <a:custGeom>
          <a:avLst/>
          <a:gdLst/>
          <a:ahLst/>
          <a:cxnLst/>
          <a:rect l="0" t="0" r="0" b="0"/>
          <a:pathLst>
            <a:path>
              <a:moveTo>
                <a:pt x="1608012" y="0"/>
              </a:moveTo>
              <a:lnTo>
                <a:pt x="1608012" y="1600520"/>
              </a:lnTo>
              <a:lnTo>
                <a:pt x="0" y="1600520"/>
              </a:lnTo>
              <a:lnTo>
                <a:pt x="0" y="18067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F8FD23-ED33-498D-AF4C-983AC5B24DAE}">
      <dsp:nvSpPr>
        <dsp:cNvPr id="0" name=""/>
        <dsp:cNvSpPr/>
      </dsp:nvSpPr>
      <dsp:spPr>
        <a:xfrm>
          <a:off x="4018964" y="698"/>
          <a:ext cx="4337214" cy="10768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World price of apples = $10/kg</a:t>
          </a:r>
        </a:p>
      </dsp:txBody>
      <dsp:txXfrm>
        <a:off x="4018964" y="698"/>
        <a:ext cx="4337214" cy="1076826"/>
      </dsp:txXfrm>
    </dsp:sp>
    <dsp:sp modelId="{2E366FFB-A9D0-4FCD-A179-9FD2E77AD5DC}">
      <dsp:nvSpPr>
        <dsp:cNvPr id="0" name=""/>
        <dsp:cNvSpPr/>
      </dsp:nvSpPr>
      <dsp:spPr>
        <a:xfrm>
          <a:off x="2985784" y="2884246"/>
          <a:ext cx="3187549" cy="98191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Specific tax of $1 per kg </a:t>
          </a:r>
        </a:p>
      </dsp:txBody>
      <dsp:txXfrm>
        <a:off x="2985784" y="2884246"/>
        <a:ext cx="3187549" cy="981914"/>
      </dsp:txXfrm>
    </dsp:sp>
    <dsp:sp modelId="{AB36A197-FB73-4966-B5BB-27100DE868D2}">
      <dsp:nvSpPr>
        <dsp:cNvPr id="0" name=""/>
        <dsp:cNvSpPr/>
      </dsp:nvSpPr>
      <dsp:spPr>
        <a:xfrm>
          <a:off x="3782671" y="4278565"/>
          <a:ext cx="1963828" cy="98191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New price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$10 + $1 = $11 </a:t>
          </a:r>
        </a:p>
      </dsp:txBody>
      <dsp:txXfrm>
        <a:off x="3782671" y="4278565"/>
        <a:ext cx="1963828" cy="981914"/>
      </dsp:txXfrm>
    </dsp:sp>
    <dsp:sp modelId="{2417EE78-6536-47BB-920D-4FED75FC3EFA}">
      <dsp:nvSpPr>
        <dsp:cNvPr id="0" name=""/>
        <dsp:cNvSpPr/>
      </dsp:nvSpPr>
      <dsp:spPr>
        <a:xfrm>
          <a:off x="6585737" y="2884246"/>
          <a:ext cx="2803620" cy="98191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Ad valorem Tax of 20% </a:t>
          </a:r>
        </a:p>
      </dsp:txBody>
      <dsp:txXfrm>
        <a:off x="6585737" y="2884246"/>
        <a:ext cx="2803620" cy="981914"/>
      </dsp:txXfrm>
    </dsp:sp>
    <dsp:sp modelId="{1BF600C5-3A39-4664-81C3-74ECD094EEE2}">
      <dsp:nvSpPr>
        <dsp:cNvPr id="0" name=""/>
        <dsp:cNvSpPr/>
      </dsp:nvSpPr>
      <dsp:spPr>
        <a:xfrm>
          <a:off x="7286643" y="4278565"/>
          <a:ext cx="1963828" cy="98191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New price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$10 + 0.2X$10= $12  </a:t>
          </a:r>
        </a:p>
      </dsp:txBody>
      <dsp:txXfrm>
        <a:off x="7286643" y="4278565"/>
        <a:ext cx="1963828" cy="981914"/>
      </dsp:txXfrm>
    </dsp:sp>
    <dsp:sp modelId="{A2D39FF8-73BB-4E38-8B8F-2C3FC7995DF4}">
      <dsp:nvSpPr>
        <dsp:cNvPr id="0" name=""/>
        <dsp:cNvSpPr/>
      </dsp:nvSpPr>
      <dsp:spPr>
        <a:xfrm>
          <a:off x="4017540" y="1489928"/>
          <a:ext cx="1963828" cy="98191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Tariff imposed  = </a:t>
          </a:r>
          <a:r>
            <a:rPr lang="en-GB" sz="2400" b="1" kern="1200" dirty="0">
              <a:solidFill>
                <a:schemeClr val="tx1"/>
              </a:solidFill>
              <a:highlight>
                <a:srgbClr val="FFFF00"/>
              </a:highlight>
            </a:rPr>
            <a:t>tax on imports</a:t>
          </a:r>
          <a:endParaRPr lang="en-GB" sz="20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4017540" y="1489928"/>
        <a:ext cx="1963828" cy="9819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896B8-7E4D-4CC6-896D-B7B328A01660}">
      <dsp:nvSpPr>
        <dsp:cNvPr id="0" name=""/>
        <dsp:cNvSpPr/>
      </dsp:nvSpPr>
      <dsp:spPr>
        <a:xfrm rot="21300000">
          <a:off x="24942" y="2246800"/>
          <a:ext cx="8078114" cy="925066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7C65A-CFB9-4BF5-A93E-A62AE9B75B4E}">
      <dsp:nvSpPr>
        <dsp:cNvPr id="0" name=""/>
        <dsp:cNvSpPr/>
      </dsp:nvSpPr>
      <dsp:spPr>
        <a:xfrm>
          <a:off x="975360" y="270933"/>
          <a:ext cx="2438400" cy="2167466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8140B-1A10-4AA8-85F2-DDAE5AC2D538}">
      <dsp:nvSpPr>
        <dsp:cNvPr id="0" name=""/>
        <dsp:cNvSpPr/>
      </dsp:nvSpPr>
      <dsp:spPr>
        <a:xfrm>
          <a:off x="4307840" y="0"/>
          <a:ext cx="2600960" cy="227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 dirty="0"/>
            <a:t>Reduce Local demand </a:t>
          </a:r>
        </a:p>
      </dsp:txBody>
      <dsp:txXfrm>
        <a:off x="4307840" y="0"/>
        <a:ext cx="2600960" cy="2275840"/>
      </dsp:txXfrm>
    </dsp:sp>
    <dsp:sp modelId="{E5EDBE11-42BD-4F4D-A0DA-C4276B0A167A}">
      <dsp:nvSpPr>
        <dsp:cNvPr id="0" name=""/>
        <dsp:cNvSpPr/>
      </dsp:nvSpPr>
      <dsp:spPr>
        <a:xfrm>
          <a:off x="4714239" y="2980266"/>
          <a:ext cx="2438400" cy="2167466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1B80D-C3ED-4C5A-829C-4D4858710571}">
      <dsp:nvSpPr>
        <dsp:cNvPr id="0" name=""/>
        <dsp:cNvSpPr/>
      </dsp:nvSpPr>
      <dsp:spPr>
        <a:xfrm>
          <a:off x="1219200" y="3142826"/>
          <a:ext cx="2600960" cy="227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 dirty="0"/>
            <a:t>Increase Local supply </a:t>
          </a:r>
        </a:p>
      </dsp:txBody>
      <dsp:txXfrm>
        <a:off x="1219200" y="3142826"/>
        <a:ext cx="2600960" cy="22758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896B8-7E4D-4CC6-896D-B7B328A01660}">
      <dsp:nvSpPr>
        <dsp:cNvPr id="0" name=""/>
        <dsp:cNvSpPr/>
      </dsp:nvSpPr>
      <dsp:spPr>
        <a:xfrm rot="21300000">
          <a:off x="24942" y="2246800"/>
          <a:ext cx="8078114" cy="925066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7C65A-CFB9-4BF5-A93E-A62AE9B75B4E}">
      <dsp:nvSpPr>
        <dsp:cNvPr id="0" name=""/>
        <dsp:cNvSpPr/>
      </dsp:nvSpPr>
      <dsp:spPr>
        <a:xfrm>
          <a:off x="975360" y="270933"/>
          <a:ext cx="2438400" cy="2167466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8140B-1A10-4AA8-85F2-DDAE5AC2D538}">
      <dsp:nvSpPr>
        <dsp:cNvPr id="0" name=""/>
        <dsp:cNvSpPr/>
      </dsp:nvSpPr>
      <dsp:spPr>
        <a:xfrm>
          <a:off x="4307840" y="0"/>
          <a:ext cx="2600960" cy="227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 dirty="0"/>
            <a:t>Reduce Local demand </a:t>
          </a:r>
        </a:p>
      </dsp:txBody>
      <dsp:txXfrm>
        <a:off x="4307840" y="0"/>
        <a:ext cx="2600960" cy="2275840"/>
      </dsp:txXfrm>
    </dsp:sp>
    <dsp:sp modelId="{E5EDBE11-42BD-4F4D-A0DA-C4276B0A167A}">
      <dsp:nvSpPr>
        <dsp:cNvPr id="0" name=""/>
        <dsp:cNvSpPr/>
      </dsp:nvSpPr>
      <dsp:spPr>
        <a:xfrm>
          <a:off x="4714239" y="2980266"/>
          <a:ext cx="2438400" cy="2167466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1B80D-C3ED-4C5A-829C-4D4858710571}">
      <dsp:nvSpPr>
        <dsp:cNvPr id="0" name=""/>
        <dsp:cNvSpPr/>
      </dsp:nvSpPr>
      <dsp:spPr>
        <a:xfrm>
          <a:off x="1219200" y="3142826"/>
          <a:ext cx="2600960" cy="227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 dirty="0"/>
            <a:t>Increase Local supply </a:t>
          </a:r>
        </a:p>
      </dsp:txBody>
      <dsp:txXfrm>
        <a:off x="1219200" y="3142826"/>
        <a:ext cx="2600960" cy="22758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31BD4-DD85-45A5-812E-2F716E4AC5E9}">
      <dsp:nvSpPr>
        <dsp:cNvPr id="0" name=""/>
        <dsp:cNvSpPr/>
      </dsp:nvSpPr>
      <dsp:spPr>
        <a:xfrm rot="16200000">
          <a:off x="1763" y="744802"/>
          <a:ext cx="3929062" cy="392906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Local production rises </a:t>
          </a:r>
          <a:endParaRPr lang="en-SG" sz="3500" kern="1200" dirty="0"/>
        </a:p>
      </dsp:txBody>
      <dsp:txXfrm rot="5400000">
        <a:off x="1764" y="1727067"/>
        <a:ext cx="3241476" cy="1964531"/>
      </dsp:txXfrm>
    </dsp:sp>
    <dsp:sp modelId="{C9290702-F0D9-4BFB-9381-7D97A3CBDAB4}">
      <dsp:nvSpPr>
        <dsp:cNvPr id="0" name=""/>
        <dsp:cNvSpPr/>
      </dsp:nvSpPr>
      <dsp:spPr>
        <a:xfrm rot="5400000">
          <a:off x="4197174" y="744802"/>
          <a:ext cx="3929062" cy="392906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Local consumption rises </a:t>
          </a:r>
          <a:endParaRPr lang="en-SG" sz="3500" kern="1200" dirty="0"/>
        </a:p>
      </dsp:txBody>
      <dsp:txXfrm rot="-5400000">
        <a:off x="4884761" y="1727068"/>
        <a:ext cx="3241476" cy="19645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BE3D1-6CED-486C-9ACD-2EDBE4E63058}">
      <dsp:nvSpPr>
        <dsp:cNvPr id="0" name=""/>
        <dsp:cNvSpPr/>
      </dsp:nvSpPr>
      <dsp:spPr>
        <a:xfrm>
          <a:off x="3795" y="0"/>
          <a:ext cx="1659309" cy="8043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Restrict import </a:t>
          </a:r>
          <a:r>
            <a:rPr lang="en-GB" sz="1800" kern="1200" dirty="0" err="1"/>
            <a:t>vai</a:t>
          </a:r>
          <a:r>
            <a:rPr lang="en-GB" sz="1800" kern="1200" dirty="0"/>
            <a:t> tariffs </a:t>
          </a:r>
          <a:endParaRPr lang="en-SG" sz="1800" kern="1200" dirty="0"/>
        </a:p>
      </dsp:txBody>
      <dsp:txXfrm>
        <a:off x="27353" y="23558"/>
        <a:ext cx="1612193" cy="757217"/>
      </dsp:txXfrm>
    </dsp:sp>
    <dsp:sp modelId="{71D46A84-DE9E-4B86-AC3C-41D35E680275}">
      <dsp:nvSpPr>
        <dsp:cNvPr id="0" name=""/>
        <dsp:cNvSpPr/>
      </dsp:nvSpPr>
      <dsp:spPr>
        <a:xfrm>
          <a:off x="1829035" y="196412"/>
          <a:ext cx="351773" cy="411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1829035" y="278714"/>
        <a:ext cx="246241" cy="246904"/>
      </dsp:txXfrm>
    </dsp:sp>
    <dsp:sp modelId="{A7F954BB-B5E4-452D-B7CE-62862EEB93D2}">
      <dsp:nvSpPr>
        <dsp:cNvPr id="0" name=""/>
        <dsp:cNvSpPr/>
      </dsp:nvSpPr>
      <dsp:spPr>
        <a:xfrm>
          <a:off x="2326828" y="0"/>
          <a:ext cx="1659309" cy="8043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Govt collect more taxes </a:t>
          </a:r>
          <a:endParaRPr lang="en-SG" sz="1800" kern="1200" dirty="0"/>
        </a:p>
      </dsp:txBody>
      <dsp:txXfrm>
        <a:off x="2350386" y="23558"/>
        <a:ext cx="1612193" cy="757217"/>
      </dsp:txXfrm>
    </dsp:sp>
    <dsp:sp modelId="{ABD32282-A1E2-4369-8C94-60181AFE82B3}">
      <dsp:nvSpPr>
        <dsp:cNvPr id="0" name=""/>
        <dsp:cNvSpPr/>
      </dsp:nvSpPr>
      <dsp:spPr>
        <a:xfrm>
          <a:off x="4152069" y="196412"/>
          <a:ext cx="351773" cy="411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4152069" y="278714"/>
        <a:ext cx="246241" cy="246904"/>
      </dsp:txXfrm>
    </dsp:sp>
    <dsp:sp modelId="{06CB9287-72C2-4983-9273-F30B94493CF0}">
      <dsp:nvSpPr>
        <dsp:cNvPr id="0" name=""/>
        <dsp:cNvSpPr/>
      </dsp:nvSpPr>
      <dsp:spPr>
        <a:xfrm>
          <a:off x="4649861" y="0"/>
          <a:ext cx="1659309" cy="8043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Increase govt spending </a:t>
          </a:r>
          <a:endParaRPr lang="en-SG" sz="1800" kern="1200" dirty="0"/>
        </a:p>
      </dsp:txBody>
      <dsp:txXfrm>
        <a:off x="4673419" y="23558"/>
        <a:ext cx="1612193" cy="757217"/>
      </dsp:txXfrm>
    </dsp:sp>
    <dsp:sp modelId="{AEC1C252-73C1-477F-94A5-714AC29B7FDD}">
      <dsp:nvSpPr>
        <dsp:cNvPr id="0" name=""/>
        <dsp:cNvSpPr/>
      </dsp:nvSpPr>
      <dsp:spPr>
        <a:xfrm>
          <a:off x="6475102" y="196412"/>
          <a:ext cx="351773" cy="411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6475102" y="278714"/>
        <a:ext cx="246241" cy="246904"/>
      </dsp:txXfrm>
    </dsp:sp>
    <dsp:sp modelId="{190E3B48-6C39-4951-BF5E-1668EB838E87}">
      <dsp:nvSpPr>
        <dsp:cNvPr id="0" name=""/>
        <dsp:cNvSpPr/>
      </dsp:nvSpPr>
      <dsp:spPr>
        <a:xfrm>
          <a:off x="6972895" y="0"/>
          <a:ext cx="1659309" cy="8043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RGDP rises </a:t>
          </a:r>
          <a:endParaRPr lang="en-SG" sz="1800" kern="1200" dirty="0"/>
        </a:p>
      </dsp:txBody>
      <dsp:txXfrm>
        <a:off x="6996453" y="23558"/>
        <a:ext cx="1612193" cy="7572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359A7-47B3-4662-A0C5-1284286C8526}">
      <dsp:nvSpPr>
        <dsp:cNvPr id="0" name=""/>
        <dsp:cNvSpPr/>
      </dsp:nvSpPr>
      <dsp:spPr>
        <a:xfrm>
          <a:off x="4359" y="2061173"/>
          <a:ext cx="3812295" cy="152491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Industrialisation </a:t>
          </a:r>
        </a:p>
      </dsp:txBody>
      <dsp:txXfrm>
        <a:off x="4359" y="2061173"/>
        <a:ext cx="3431066" cy="1524918"/>
      </dsp:txXfrm>
    </dsp:sp>
    <dsp:sp modelId="{95F37BF6-788C-4B53-A5E3-5C6896F796A0}">
      <dsp:nvSpPr>
        <dsp:cNvPr id="0" name=""/>
        <dsp:cNvSpPr/>
      </dsp:nvSpPr>
      <dsp:spPr>
        <a:xfrm>
          <a:off x="3054195" y="2061173"/>
          <a:ext cx="3812295" cy="152491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Inward oriented approach </a:t>
          </a:r>
        </a:p>
      </dsp:txBody>
      <dsp:txXfrm>
        <a:off x="3816654" y="2061173"/>
        <a:ext cx="2287377" cy="1524918"/>
      </dsp:txXfrm>
    </dsp:sp>
    <dsp:sp modelId="{A73A8580-4143-4BDF-9C51-7014A4918899}">
      <dsp:nvSpPr>
        <dsp:cNvPr id="0" name=""/>
        <dsp:cNvSpPr/>
      </dsp:nvSpPr>
      <dsp:spPr>
        <a:xfrm>
          <a:off x="6104032" y="2061173"/>
          <a:ext cx="3812295" cy="152491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Trade restriction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Overvalue currency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Government support </a:t>
          </a:r>
        </a:p>
      </dsp:txBody>
      <dsp:txXfrm>
        <a:off x="6866491" y="2061173"/>
        <a:ext cx="2287377" cy="152491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83996-61AC-451A-A76B-D1E3A1A97BAC}">
      <dsp:nvSpPr>
        <dsp:cNvPr id="0" name=""/>
        <dsp:cNvSpPr/>
      </dsp:nvSpPr>
      <dsp:spPr>
        <a:xfrm>
          <a:off x="990597" y="585100"/>
          <a:ext cx="5050094" cy="2715768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0145A-CF22-41D0-BA00-A066DF4C7334}">
      <dsp:nvSpPr>
        <dsp:cNvPr id="0" name=""/>
        <dsp:cNvSpPr/>
      </dsp:nvSpPr>
      <dsp:spPr>
        <a:xfrm>
          <a:off x="3497262" y="987551"/>
          <a:ext cx="673" cy="213969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BF631-E1DF-4AC7-A2F2-18DF1813EFC6}">
      <dsp:nvSpPr>
        <dsp:cNvPr id="0" name=""/>
        <dsp:cNvSpPr/>
      </dsp:nvSpPr>
      <dsp:spPr>
        <a:xfrm>
          <a:off x="1140551" y="920487"/>
          <a:ext cx="2188374" cy="23042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Focus on domestic  market </a:t>
          </a:r>
        </a:p>
      </dsp:txBody>
      <dsp:txXfrm>
        <a:off x="1140551" y="920487"/>
        <a:ext cx="2188374" cy="2304288"/>
      </dsp:txXfrm>
    </dsp:sp>
    <dsp:sp modelId="{1196C948-84E5-41B9-820C-FCA918F2BC37}">
      <dsp:nvSpPr>
        <dsp:cNvPr id="0" name=""/>
        <dsp:cNvSpPr/>
      </dsp:nvSpPr>
      <dsp:spPr>
        <a:xfrm>
          <a:off x="3665598" y="920487"/>
          <a:ext cx="2188374" cy="23042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Focus on international market </a:t>
          </a:r>
        </a:p>
      </dsp:txBody>
      <dsp:txXfrm>
        <a:off x="3665598" y="920487"/>
        <a:ext cx="2188374" cy="2304288"/>
      </dsp:txXfrm>
    </dsp:sp>
    <dsp:sp modelId="{7213070C-E6EC-4D8A-8F62-29ADD778D518}">
      <dsp:nvSpPr>
        <dsp:cNvPr id="0" name=""/>
        <dsp:cNvSpPr/>
      </dsp:nvSpPr>
      <dsp:spPr>
        <a:xfrm rot="16200000">
          <a:off x="-853747" y="1060486"/>
          <a:ext cx="2962656" cy="841682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Inward orientation </a:t>
          </a:r>
        </a:p>
      </dsp:txBody>
      <dsp:txXfrm>
        <a:off x="-726540" y="1398829"/>
        <a:ext cx="2708242" cy="419410"/>
      </dsp:txXfrm>
    </dsp:sp>
    <dsp:sp modelId="{1EB25D99-4631-4751-8DF2-CFFADB249E21}">
      <dsp:nvSpPr>
        <dsp:cNvPr id="0" name=""/>
        <dsp:cNvSpPr/>
      </dsp:nvSpPr>
      <dsp:spPr>
        <a:xfrm rot="5400000">
          <a:off x="5038028" y="2169642"/>
          <a:ext cx="2962656" cy="841682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Outward Orientation </a:t>
          </a:r>
        </a:p>
      </dsp:txBody>
      <dsp:txXfrm>
        <a:off x="5165235" y="2253571"/>
        <a:ext cx="2708242" cy="4194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C0309-DBC0-4604-82A2-50C842F67BA6}">
      <dsp:nvSpPr>
        <dsp:cNvPr id="0" name=""/>
        <dsp:cNvSpPr/>
      </dsp:nvSpPr>
      <dsp:spPr>
        <a:xfrm rot="5400000">
          <a:off x="2292765" y="680591"/>
          <a:ext cx="1174387" cy="195415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7F9E1-F79B-41C3-ADE6-6968635A5CA2}">
      <dsp:nvSpPr>
        <dsp:cNvPr id="0" name=""/>
        <dsp:cNvSpPr/>
      </dsp:nvSpPr>
      <dsp:spPr>
        <a:xfrm>
          <a:off x="2096730" y="1264462"/>
          <a:ext cx="1764221" cy="154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solidFill>
                <a:schemeClr val="tx1"/>
              </a:solidFill>
            </a:rPr>
            <a:t>Inward oriented Growth and development</a:t>
          </a:r>
        </a:p>
      </dsp:txBody>
      <dsp:txXfrm>
        <a:off x="2096730" y="1264462"/>
        <a:ext cx="1764221" cy="1546443"/>
      </dsp:txXfrm>
    </dsp:sp>
    <dsp:sp modelId="{7B62C2AD-A793-4DEB-9F24-632B55DEC1A1}">
      <dsp:nvSpPr>
        <dsp:cNvPr id="0" name=""/>
        <dsp:cNvSpPr/>
      </dsp:nvSpPr>
      <dsp:spPr>
        <a:xfrm>
          <a:off x="3528080" y="536723"/>
          <a:ext cx="332872" cy="33287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7C015-39B2-4E1A-B2DB-174B29B5626B}">
      <dsp:nvSpPr>
        <dsp:cNvPr id="0" name=""/>
        <dsp:cNvSpPr/>
      </dsp:nvSpPr>
      <dsp:spPr>
        <a:xfrm rot="5400000">
          <a:off x="4452517" y="146158"/>
          <a:ext cx="1174387" cy="195415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C3D76-353D-4860-A902-405BA8F06405}">
      <dsp:nvSpPr>
        <dsp:cNvPr id="0" name=""/>
        <dsp:cNvSpPr/>
      </dsp:nvSpPr>
      <dsp:spPr>
        <a:xfrm>
          <a:off x="4256482" y="730029"/>
          <a:ext cx="1764221" cy="154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rPr>
            <a:t>Reforms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solidFill>
                <a:schemeClr val="tx1"/>
              </a:solidFill>
            </a:rPr>
            <a:t>1) Trade reforms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solidFill>
                <a:schemeClr val="tx1"/>
              </a:solidFill>
            </a:rPr>
            <a:t>2) Investment reforms </a:t>
          </a:r>
        </a:p>
      </dsp:txBody>
      <dsp:txXfrm>
        <a:off x="4256482" y="730029"/>
        <a:ext cx="1764221" cy="1546443"/>
      </dsp:txXfrm>
    </dsp:sp>
    <dsp:sp modelId="{7C8734AF-602D-48E3-89C3-9923AA933DBA}">
      <dsp:nvSpPr>
        <dsp:cNvPr id="0" name=""/>
        <dsp:cNvSpPr/>
      </dsp:nvSpPr>
      <dsp:spPr>
        <a:xfrm>
          <a:off x="5687832" y="2291"/>
          <a:ext cx="332872" cy="33287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C776B-CC83-4BB6-8FE9-1B0032FBEBF0}">
      <dsp:nvSpPr>
        <dsp:cNvPr id="0" name=""/>
        <dsp:cNvSpPr/>
      </dsp:nvSpPr>
      <dsp:spPr>
        <a:xfrm rot="5400000">
          <a:off x="6612269" y="-388274"/>
          <a:ext cx="1174387" cy="195415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C2C5D-331D-4A9A-B1B7-4D76E12A164F}">
      <dsp:nvSpPr>
        <dsp:cNvPr id="0" name=""/>
        <dsp:cNvSpPr/>
      </dsp:nvSpPr>
      <dsp:spPr>
        <a:xfrm>
          <a:off x="6416234" y="195596"/>
          <a:ext cx="1764221" cy="1546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solidFill>
                <a:schemeClr val="tx1"/>
              </a:solidFill>
            </a:rPr>
            <a:t>Outward Oriented Growth and Development </a:t>
          </a:r>
        </a:p>
      </dsp:txBody>
      <dsp:txXfrm>
        <a:off x="6416234" y="195596"/>
        <a:ext cx="1764221" cy="1546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7C73AD-5D6A-4EF1-8ABD-1027A96BD1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2DDA8-FE21-4782-998E-F62439FB46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8B39E99E-4BF9-44AC-B599-96EF40F72756}" type="datetimeFigureOut">
              <a:rPr lang="en-AU"/>
              <a:pPr>
                <a:defRPr/>
              </a:pPr>
              <a:t>8/06/2026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738E2-C0BF-4E8F-BF65-21DF81920A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4E26E-5EFA-465D-A1BE-60667C602C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AEABB8FB-F8C6-48DC-921A-7D6317D5AADA}" type="slidenum">
              <a:rPr lang="en-AU" altLang="en-US"/>
              <a:pPr>
                <a:defRPr/>
              </a:pPr>
              <a:t>‹#›</a:t>
            </a:fld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2:59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11 0 0,'-11'-11'0'0,"252"252"0"0,9725 9725 0 0,-9246-9246 0 0,-707-707 0 0,1 1 0 0,-1-1 0 0,-1-1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3:05.0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10487 0 0,'40'-33'0'0,"-14"10"0"0,2 0 0 0,3770-3164 0 0,525-441 0 0,-1444 1213 0 0,-1495 1253 0 0,-1374 1154 0 0,-1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3:48.3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 0 0,'19'0'0'0,"0"0"0"0,37 0 0 0,-3 0 0 0,5878 0 0 0,-5862 0 0 0,-51 0 0 0,2 0 0 0,-1 0 0 0,0 0 0 0,-1 0 0 0,0 0 0 0,-1 0 0 0,0 0 0 0,4 0 0 0,52 0 0 0,-37 0 0 0,0 0 0 0,-1 0 0 0,-2 0 0 0,15 0 0 0,-31 0 0 0,-2 0 0 0,59 0 0 0,-41 0 0 0,-17 0 0 0,-1 0 0 0,2 0 0 0,-2 0 0 0,0 0 0 0,-2 0 0 0,-16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4:00.5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39 0 0,'0'0'0'0,"0"-28"0"0,0 17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4:01.9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 0 0,'0'-2'0'0,"0"-2"0"0,0 3 0 0,0 34 0 0,0 8 0 0,0 23 0 0,0 2512 0 0,0-2493 0 0,0-47 0 0,0 30 0 0,0 36 0 0,0 70 0 0,0 43 0 0,0-160 0 0,0-2 0 0,0 1031 0 0,0-636 0 0,0-398 0 0,0-19 0 0,0 18 0 0,0-19 0 0,0 44 0 0,0-59 0 0,0 1 0 0,0-2 0 0,0 0 0 0,0 1 0 0,0 0 0 0,0 0 0 0,0 0 0 0,0 0 0 0,0 0 0 0,0-1 0 0,0 1 0 0,0-2 0 0,0 0 0 0,0 0 0 0,0 0 0 0,0 1 0 0,0-1 0 0,0 1 0 0,0 0 0 0,0 1 0 0,0 1 0 0,0-6 0 0,0-11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24.1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453 99 3679 0 0,'0'0'2946'0'0,"-8"-3"247"0"0,5 2-2957 0 0,0-1-1 0 0,0 1 1 0 0,1-1 0 0 0,-1 0-1 0 0,1 0 1 0 0,-1 0 0 0 0,1-1-1 0 0,0 1 1 0 0,0-1 0 0 0,0 1 0 0 0,0-1-1 0 0,0 0 1 0 0,0 1 0 0 0,-1-6-1 0 0,-7-7 555 0 0,-15-15 2236 0 0,24 30-2589 0 0,-12-8 776 0 0,-5 7-495 0 0,-4-2-106 0 0,21 3-572 0 0,-1 0 1 0 0,1 0-1 0 0,-1-1 1 0 0,1 1-1 0 0,-1 0 1 0 0,0 1-1 0 0,1-1 1 0 0,-1 0-1 0 0,1 0 1 0 0,-1 1-1 0 0,1-1 1 0 0,0 1-1 0 0,-1-1 1 0 0,1 1-1 0 0,-1-1 1 0 0,1 1-1 0 0,-2 1 1 0 0,-25 19 452 0 0,19-13-306 0 0,-7 6 55 0 0,1 1 0 0 0,1 0 0 0 0,0 1 0 0 0,1 1-1 0 0,0 0 1 0 0,2 1 0 0 0,0 0 0 0 0,-15 37 0 0 0,-36 106 519 0 0,50-125-562 0 0,0 0 16 0 0,2 1-1 0 0,2 0 1 0 0,1 0 0 0 0,2 1-1 0 0,0 67 1 0 0,5-91-152 0 0,1 1-1 0 0,1-1 1 0 0,0 0 0 0 0,1 1-1 0 0,9 24 1 0 0,-9-30-52 0 0,1 0-1 0 0,0-1 1 0 0,0 1 0 0 0,1-1-1 0 0,0 0 1 0 0,0 0 0 0 0,1-1-1 0 0,0 1 1 0 0,13 11 0 0 0,-12-14 27 0 0,-1-1-1 0 0,1 1 1 0 0,0-2 0 0 0,1 1 0 0 0,-1-1-1 0 0,1 0 1 0 0,-1 0 0 0 0,1-1 0 0 0,0 0 0 0 0,0 0-1 0 0,0-1 1 0 0,0 0 0 0 0,0-1 0 0 0,0 0-1 0 0,0 0 1 0 0,10-2 0 0 0,-4 1-2 0 0,1-2 0 0 0,-1 0 0 0 0,0-1 0 0 0,0 0-1 0 0,0-1 1 0 0,-1 0 0 0 0,1-2 0 0 0,15-9 0 0 0,-17 8 35 0 0,-1-1-1 0 0,12-11 1 0 0,-2 1 45 0 0,26-29 24 0 0,-5 5-16 0 0,-26 26-76 0 0,-1 0 0 0 0,-1-1 0 0 0,-1-1 0 0 0,-1 0 0 0 0,18-37 0 0 0,-22 39-16 0 0,0-1-1 0 0,-1 0 1 0 0,-2 0 0 0 0,1 0-1 0 0,-2-1 1 0 0,2-19 0 0 0,-4 22-2 0 0,-1 0 0 0 0,0 0 0 0 0,-1 0-1 0 0,-1 0 1 0 0,-1 0 0 0 0,0 0 0 0 0,-7-23 0 0 0,2 20 5 0 0,0 1 0 0 0,-1 0 0 0 0,-1 0 0 0 0,0 1 0 0 0,-2 1 0 0 0,0-1 0 0 0,-16-18 0 0 0,21 30-28 0 0,0 1 0 0 0,0-1 0 0 0,0 1 0 0 0,-1 0-1 0 0,1 0 1 0 0,-1 1 0 0 0,0 0 0 0 0,0 0-1 0 0,0 1 1 0 0,-12-3 0 0 0,7 3-7 0 0,10 2 0 0 0,0-1 0 0 0,0 1 0 0 0,0 0 0 0 0,0-1 0 0 0,0 0 0 0 0,0 1 0 0 0,0-1 0 0 0,0 0 0 0 0,0 0 0 0 0,-2-2 0 0 0,-4 1 0 0 0,6 3 2 0 0,0 1-4 0 0,-7 1-123 0 0,-3-4-441 0 0,9 2-3087 0 0,-1 6 2045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26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399 172 15431 0 0,'1'0'33'0'0,"0"-1"0"0"0,-1 1 1 0 0,1-1-1 0 0,0 1 0 0 0,-1-1 0 0 0,1 1 0 0 0,-1-1 0 0 0,1 0 0 0 0,-1 1 0 0 0,1-1 0 0 0,-1 0 0 0 0,0 1 0 0 0,1-1 1 0 0,-1 0-1 0 0,0 1 0 0 0,1-1 0 0 0,-1 0 0 0 0,0 0 0 0 0,0 1 0 0 0,0-1 0 0 0,0 0 0 0 0,0 0 0 0 0,0 0 1 0 0,0 1-1 0 0,0-1 0 0 0,0 0 0 0 0,0-1 0 0 0,-2 0 50 0 0,1-1 1 0 0,0 1-1 0 0,-1 0 0 0 0,0 0 1 0 0,1 0-1 0 0,-1 1 1 0 0,-3-4-1 0 0,-5-5-31 0 0,-2-2-306 0 0,0-2 1 0 0,1 0 0 0 0,1 0 0 0 0,0 0 0 0 0,1-1 0 0 0,-9-23 0 0 0,17 36 551 0 0,-5 25-524 0 0,4-7 144 0 0,-70 216 316 0 0,-5 23 264 0 0,-51 414 858 0 0,121-604-1026 0 0,1 100 0 0 0,7-125-62 0 0,3-1-1 0 0,1 1 0 0 0,18 69 1 0 0,-18-92-193 0 0,2 1 1 0 0,0-2 0 0 0,1 1 0 0 0,0-1-1 0 0,1 0 1 0 0,1-1 0 0 0,1 0 0 0 0,0 0-1 0 0,1-1 1 0 0,0-1 0 0 0,1 0 0 0 0,0 0-1 0 0,1-2 1 0 0,1 1 0 0 0,0-2 0 0 0,0 0-1 0 0,1-1 1 0 0,1-1 0 0 0,-1 0 0 0 0,1-1-1 0 0,0-1 1 0 0,1 0 0 0 0,-1-2 0 0 0,1 0-1 0 0,0 0 1 0 0,1-2 0 0 0,-1-1 0 0 0,0 0-1 0 0,0-1 1 0 0,1-1 0 0 0,34-6 0 0 0,-31 2 16 0 0,-1-1 0 0 0,1-1 1 0 0,-1-1-1 0 0,0-1 1 0 0,33-20-1 0 0,90-70 545 0 0,-143 98-630 0 0,39-31 253 0 0,-1-2 1 0 0,-2-2-1 0 0,-1-1 0 0 0,-3-2 1 0 0,0-1-1 0 0,-3-1 0 0 0,42-76 1 0 0,-30 36 123 0 0,-4-2 0 0 0,-3-2 1 0 0,34-129-1 0 0,-50 144-189 0 0,-4-1-1 0 0,9-98 1 0 0,-21 129-104 0 0,-1 0 1 0 0,-3 0-1 0 0,-1 0 0 0 0,-2 0 1 0 0,-18-74-1 0 0,16 93-39 0 0,0 2 0 0 0,-1-1 0 0 0,-2 1 0 0 0,0 0 0 0 0,0 1-1 0 0,-2 0 1 0 0,0 0 0 0 0,-20-22 0 0 0,24 32-18 0 0,0 0-1 0 0,-1 1 1 0 0,0 0-1 0 0,0 0 1 0 0,0 1-1 0 0,-1 0 1 0 0,0 1-1 0 0,-1 0 1 0 0,1 0-1 0 0,-1 1 1 0 0,0 0-1 0 0,0 0 1 0 0,0 1-1 0 0,0 1 1 0 0,0 0-1 0 0,-1 0 1 0 0,1 1 0 0 0,-15 0-1 0 0,0 2 17 0 0,1 1 0 0 0,0 1 0 0 0,0 2 0 0 0,-45 13-1 0 0,54-13-243 0 0,0 1 1 0 0,0 1-1 0 0,1 0 0 0 0,0 0 0 0 0,0 2 0 0 0,1 0 0 0 0,0 0 0 0 0,-16 15 0 0 0,27-22-1302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42.0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56 6447 0 0,'-36'-28'576'0'0,"-3"0"-464"0"0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57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90 7775 0 0,'0'0'592'0'0,"-1"1"-412"0"0,0-1-176 0 0,1 0-1 0 0,0 0 1 0 0,0 0-1 0 0,0 0 1 0 0,-1 1-1 0 0,1-1 1 0 0,0 0-1 0 0,0 0 1 0 0,-1 0-1 0 0,1 0 1 0 0,0 0-1 0 0,0 0 1 0 0,0 0-1 0 0,-1 0 1 0 0,1 0-1 0 0,0 0 1 0 0,0 0-1 0 0,-1 0 1 0 0,1 0-1 0 0,0 0 1 0 0,0 0-1 0 0,0 0 1 0 0,-1 0-1 0 0,1 0 1 0 0,0-1-1 0 0,0 1 1 0 0,-1 0-1 0 0,1 0 1 0 0,0 0-1 0 0,0 0 1 0 0,0 0-1 0 0,0-1 1 0 0,-1 1-1 0 0,1 0 1 0 0,0 0-1 0 0,0 0 1 0 0,0 0-1 0 0,0-1 0 0 0,0 1 1 0 0,-1 0-1 0 0,1 0 1 0 0,0 0-1 0 0,0-1 1 0 0,0 1-1 0 0,0 0 1 0 0,0-1-1 0 0,-3-11 532 0 0,3-3 735 0 0,1 11-607 0 0,-1 0 0 0 0,0 0 0 0 0,-1 0 1 0 0,1 0-1 0 0,-1 0 0 0 0,1 0 1 0 0,-3-5-1 0 0,2 8-286 0 0,1 0-305 0 0,0-1 0 0 0,-1 1-1 0 0,1 0 1 0 0,0 0-1 0 0,-1 0 1 0 0,0 0 0 0 0,1 0-1 0 0,-1 0 1 0 0,1 0 0 0 0,-1 0-1 0 0,0 1 1 0 0,0-1 0 0 0,1 0-1 0 0,-1 0 1 0 0,0 0 0 0 0,0 1-1 0 0,0-1 1 0 0,0 0-1 0 0,0 1 1 0 0,0-1 0 0 0,0 1-1 0 0,0 0 1 0 0,0-1 0 0 0,0 1-1 0 0,0 0 1 0 0,-1-1 0 0 0,1 1-1 0 0,0 0 1 0 0,-1 0 0 0 0,-4 2 141 0 0,0 0 1 0 0,0 0 0 0 0,1 1 0 0 0,-1-1-1 0 0,1 1 1 0 0,0 1 0 0 0,0-1 0 0 0,-8 8 0 0 0,-5 4 161 0 0,12-11-260 0 0,1 1-1 0 0,0-1 1 0 0,0 1-1 0 0,0 1 1 0 0,-7 9-1 0 0,-9 14 268 0 0,-6 10 27 0 0,3 5-24 0 0,2 2 0 0 0,3 0 0 0 0,-21 69 0 0 0,31-80-143 0 0,1 1 0 0 0,2 1 0 0 0,1-1 1 0 0,2 1-1 0 0,2 51 0 0 0,2-69-138 0 0,1 1 0 0 0,2-1 0 0 0,0 1 0 0 0,1-1-1 0 0,0 0 1 0 0,2-1 0 0 0,13 28 0 0 0,-13-32-57 0 0,1-1 1 0 0,0 0-1 0 0,1-1 0 0 0,0 0 1 0 0,1 0-1 0 0,0-1 1 0 0,1 0-1 0 0,0-1 0 0 0,1 0 1 0 0,16 11-1 0 0,-24-19-27 0 0,1 1-1 0 0,-1-1 0 0 0,1 0 1 0 0,0 0-1 0 0,0 0 1 0 0,0-1-1 0 0,0 1 1 0 0,0-1-1 0 0,0 0 0 0 0,0-1 1 0 0,0 1-1 0 0,0-1 1 0 0,6-1-1 0 0,-4 1 5 0 0,0-2 0 0 0,-1 1 0 0 0,1-1 0 0 0,0 0 0 0 0,-1 0 0 0 0,1-1 0 0 0,-1 0 0 0 0,0 0 0 0 0,7-5 0 0 0,11-9 110 0 0,-1 0 0 0 0,-1-1 0 0 0,-1-2 0 0 0,32-35 0 0 0,-22 15 212 0 0,49-77-1 0 0,-68 95-322 0 0,-1-1-1 0 0,-2 1 0 0 0,0-2 0 0 0,-1 1 0 0 0,-1-1 0 0 0,-1 0 0 0 0,-2-1 1 0 0,0 1-1 0 0,-2-1 0 0 0,0 0 0 0 0,-2 0 0 0 0,0 1 0 0 0,-2-1 0 0 0,-1 0 1 0 0,-1 1-1 0 0,-1-1 0 0 0,-14-40 0 0 0,15 55-10 0 0,0 0 1 0 0,0 1-1 0 0,-1-1 1 0 0,-1 1-1 0 0,1 0 0 0 0,-1 0 1 0 0,-1 1-1 0 0,0 0 0 0 0,0 0 1 0 0,0 1-1 0 0,-1 0 1 0 0,0 0-1 0 0,-1 0 0 0 0,1 1 1 0 0,-1 1-1 0 0,-1-1 0 0 0,1 2 1 0 0,-1-1-1 0 0,1 1 1 0 0,-1 1-1 0 0,-1-1 0 0 0,1 2 1 0 0,0-1-1 0 0,-15 0 0 0 0,8 1 4 0 0,1 1-1 0 0,-18 2 0 0 0,29-1-13 0 0,0 1 1 0 0,0 0 0 0 0,0 0-1 0 0,0 0 1 0 0,0 1 0 0 0,0-1-1 0 0,0 1 1 0 0,0 0 0 0 0,1 1-1 0 0,-9 5 1 0 0,8-5-3 0 0,1 0 0 0 0,0 1 0 0 0,0-1 0 0 0,1 1 0 0 0,-1 0 0 0 0,1 0 0 0 0,0 0 0 0 0,0 1 0 0 0,0-1 0 0 0,0 1 0 0 0,1-1 0 0 0,0 1 0 0 0,0 0 0 0 0,0 0 0 0 0,1 0 0 0 0,-1 0 0 0 0,0 7 0 0 0,-1 9 59 0 0,1 0 0 0 0,0-1 1 0 0,2 1-1 0 0,0 0 0 0 0,1 0 0 0 0,2 0 0 0 0,4 21 0 0 0,0-12 47 0 0,2-1 0 0 0,0 0 0 0 0,2 0 0 0 0,17 30 0 0 0,-17-39 3 0 0,1 0 1 0 0,1-1 0 0 0,22 24 0 0 0,51 47 109 0 0,-64-69-228 0 0,7 8 161 0 0,55 59 319 0 0,-64-68-234 0 0,-19-19-185 0 0,4-7-4730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5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39 18455 0 0,'0'0'422'0'0,"-1"-15"1008"0"0,0 14-1422 0 0,1 0 0 0 0,-1-1-1 0 0,0 1 1 0 0,1 0-1 0 0,-1-1 1 0 0,0 1 0 0 0,0 0-1 0 0,0 0 1 0 0,0 0 0 0 0,0 0-1 0 0,0 0 1 0 0,0 0 0 0 0,0 0-1 0 0,0 0 1 0 0,0 0 0 0 0,0 0-1 0 0,-1 1 1 0 0,1-1 0 0 0,0 1-1 0 0,-1-1 1 0 0,1 1 0 0 0,-1-1-1 0 0,1 1 1 0 0,0-1 0 0 0,-1 1-1 0 0,1 0 1 0 0,-1 0 0 0 0,1 0-1 0 0,-1 0 1 0 0,-1 0 0 0 0,1 0 32 0 0,-2 1 54 0 0,0 0 0 0 0,1-1 1 0 0,-1 1-1 0 0,0 0 1 0 0,1 1-1 0 0,-1-1 1 0 0,1 1-1 0 0,-1 0 1 0 0,1 0-1 0 0,0 0 1 0 0,-1 0-1 0 0,1 0 1 0 0,0 1-1 0 0,1-1 1 0 0,-1 1-1 0 0,-4 6 1 0 0,-2 1 267 0 0,2 0 0 0 0,-1 1 0 0 0,-9 20 0 0 0,13-24-317 0 0,0 1 1 0 0,1-1-1 0 0,0 1 0 0 0,1 0 1 0 0,-3 13-1 0 0,5-18-28 0 0,-1 1 0 0 0,1-1 0 0 0,0 0 0 0 0,0 0-1 0 0,1 0 1 0 0,-1 1 0 0 0,1-1 0 0 0,-1 0 0 0 0,1 0 0 0 0,0 0-1 0 0,0 0 1 0 0,0 0 0 0 0,1 0 0 0 0,-1 0 0 0 0,1 0 0 0 0,-1 0-1 0 0,1-1 1 0 0,3 4 0 0 0,13 20 153 0 0,-12-18-93 0 0,-1 0-1 0 0,13 13 1 0 0,-10-11 56 0 0,1 0-1 0 0,-1 0 0 0 0,-1 1 1 0 0,0 0-1 0 0,0 1 1 0 0,-1 0-1 0 0,0 0 0 0 0,-2 0 1 0 0,1 0-1 0 0,-1 1 1 0 0,-1 0-1 0 0,0 0 1 0 0,-1 0-1 0 0,0 0 0 0 0,-1 0 1 0 0,-1 0-1 0 0,0 1 1 0 0,-3 22-1 0 0,2-29-7 0 0,0-3-35 0 0,1 0 1 0 0,-1-1-1 0 0,0 1 1 0 0,0 0-1 0 0,0-1 1 0 0,0 1-1 0 0,-1-1 1 0 0,0 1-1 0 0,1-1 1 0 0,-1 0-1 0 0,-3 5 1 0 0,-5 5 310 0 0,9-11-352 0 0,0 0 0 0 0,-1 0 1 0 0,1 0-1 0 0,0-1 0 0 0,-1 1 0 0 0,1 0 1 0 0,-1-1-1 0 0,1 1 0 0 0,-1-1 0 0 0,0 0 1 0 0,1 1-1 0 0,-4 0 0 0 0,-8 6 192 0 0,11-6-193 0 0,-1-1-1 0 0,1 1 1 0 0,0-1 0 0 0,-1 0-1 0 0,1 0 1 0 0,-1 0 0 0 0,1 0 0 0 0,-1 0-1 0 0,0 0 1 0 0,1-1 0 0 0,-6 1-1 0 0,-23 2 302 0 0,27-2-331 0 0,0 0 0 0 0,0 0 0 0 0,-1-1 0 0 0,1 0 0 0 0,0 0 0 0 0,0 0 0 0 0,0 0 0 0 0,-1-1 0 0 0,1 1 0 0 0,0-1 0 0 0,0 0 0 0 0,-6-3 0 0 0,3 2-32 0 0,1-2-1 0 0,-1 1 1 0 0,1-1 0 0 0,0 0 0 0 0,0 0-1 0 0,-9-9 1 0 0,13 11-191 0 0,0 0-1 0 0,0-1 1 0 0,0 1 0 0 0,0-1-1 0 0,1 1 1 0 0,-1-1-1 0 0,1 0 1 0 0,-1 0 0 0 0,1 0-1 0 0,0 0 1 0 0,0 0-1 0 0,1 0 1 0 0,-1 0-1 0 0,1 0 1 0 0,-1 0 0 0 0,1 0-1 0 0,0 0 1 0 0,0-4-1 0 0,3-11-1995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5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13359 0 0,'1'0'7451'0'0,"41"-4"-2848"0"0,25 5-2813 0 0,-17 1-1658 0 0,-48-3-813 0 0,0 1 0 0 0,0 0 0 0 0,1 0 0 0 0,-1 0 0 0 0,0 0 0 0 0,0 0 0 0 0,0 0 0 0 0,0 1 0 0 0,0-1 0 0 0,0 1 0 0 0,3 1-1 0 0,-1 0-1843 0 0,5 2-3481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8:58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21 19695 0 0,'-5'-13'2136'0'0,"11"22"-400"0"0,6-11-776 0 0,-3 2 0 0 0,3 3-496 0 0,-1 0-96 0 0,0 1-16 0 0,4-6-8 0 0,1-3-280 0 0,-1-3-64 0 0,-1 3-7392 0 0,3 0-1224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321 338 1839 0 0,'4'0'134'0'0,"-4"0"-105"0"0,1 0 1 0 0,-1 0 0 0 0,1 0-1 0 0,-1 0 1 0 0,1 0 0 0 0,-1 1-1 0 0,1-1 1 0 0,-1-1-1 0 0,1 1 1 0 0,-1 0 0 0 0,1 0-1 0 0,-1 0 1 0 0,1 0 0 0 0,-1 0-1 0 0,1 0 1 0 0,-1 0 0 0 0,1-1-1 0 0,-1 1 1 0 0,1 0-1 0 0,-1 0 1 0 0,0-1 0 0 0,1 1-1 0 0,-1 0 1 0 0,1-1 0 0 0,-1 0-1 0 0,1-12 4241 0 0,-2-3-57 0 0,7-62 1907 0 0,-3 55-5559 0 0,1-39 0 0 0,-4 54-456 0 0,-1 0 0 0 0,0 0 1 0 0,0 0-1 0 0,-1 0 0 0 0,0 0 0 0 0,0 1 1 0 0,-1-1-1 0 0,-6-12 0 0 0,6 16 49 0 0,0-1 0 0 0,0 1 0 0 0,0 0-1 0 0,-1 0 1 0 0,0 1 0 0 0,0-1 0 0 0,0 1-1 0 0,0 0 1 0 0,0 0 0 0 0,-1 0 0 0 0,1 0-1 0 0,-1 1 1 0 0,0 0 0 0 0,0 0 0 0 0,1 0-1 0 0,-2 0 1 0 0,1 1 0 0 0,0 0 0 0 0,0 0 0 0 0,-9 0-1 0 0,6 0-54 0 0,-1 1 1 0 0,0 0-1 0 0,0 0 0 0 0,0 1 0 0 0,0 0 0 0 0,0 0 0 0 0,0 1 0 0 0,1 1 0 0 0,-1-1 1 0 0,1 1-1 0 0,-12 6 0 0 0,10-3 50 0 0,0 0 1 0 0,1 1-1 0 0,-1 0 0 0 0,1 1 1 0 0,1 0-1 0 0,-13 13 1 0 0,17-15-113 0 0,0-1 1 0 0,0 1-1 0 0,1 0 1 0 0,-1 0 0 0 0,1 0-1 0 0,0 1 1 0 0,1-1-1 0 0,0 1 1 0 0,0-1 0 0 0,0 1-1 0 0,1 0 1 0 0,-1 9-1 0 0,2-11 43 0 0,0 1-1 0 0,0 0 0 0 0,1-1 0 0 0,0 1 0 0 0,0 0 0 0 0,0-1 0 0 0,1 1 0 0 0,0-1 0 0 0,0 0 0 0 0,0 1 0 0 0,4 5 1 0 0,4 5-31 0 0,1 0 1 0 0,13 14 0 0 0,-11-15-27 0 0,37 50 797 0 0,27 33-444 0 0,-59-77-194 0 0,2-1 0 0 0,29 25 0 0 0,-38-36-114 0 0,-1-1-1 0 0,0 2 0 0 0,0-1 1 0 0,-1 2-1 0 0,0-1 0 0 0,-1 1 1 0 0,0 0-1 0 0,-1 1 0 0 0,0 0 1 0 0,-1 0-1 0 0,-1 0 0 0 0,0 1 1 0 0,6 20-1 0 0,-10-28-57 0 0,-1 0 0 0 0,0 1 0 0 0,0-1 0 0 0,0 1 0 0 0,0-1 0 0 0,-1 0 0 0 0,0 1 0 0 0,0-1 0 0 0,0 0 0 0 0,-1 0 0 0 0,0 1 0 0 0,0-1 0 0 0,0-1 0 0 0,-1 1 0 0 0,1 0 1 0 0,-4 4-1 0 0,-1 0 65 0 0,1-1 1 0 0,-1 1 0 0 0,0-2 0 0 0,-1 1 0 0 0,0-1 0 0 0,0 0 0 0 0,-11 7-1 0 0,8-8-32 0 0,-1-1 0 0 0,1 0-1 0 0,-1-1 1 0 0,0 0 0 0 0,0-1 0 0 0,-16 2-1 0 0,21-4-13 0 0,1 0 2 0 0,1 0-1 0 0,0-1 0 0 0,-1 0 0 0 0,1 0 0 0 0,0-1 0 0 0,0 1 1 0 0,-1-1-1 0 0,1 0 0 0 0,0 0 0 0 0,0-1 0 0 0,0 0 1 0 0,0 0-1 0 0,0 0 0 0 0,0 0 0 0 0,1-1 0 0 0,-1 0 1 0 0,1 0-1 0 0,0 0 0 0 0,0 0 0 0 0,0-1 0 0 0,0 1 0 0 0,0-1 1 0 0,1 0-1 0 0,-1 0 0 0 0,1-1 0 0 0,0 1 0 0 0,1-1 1 0 0,-1 1-1 0 0,1-1 0 0 0,0 0 0 0 0,0 0 0 0 0,0 0 0 0 0,1 0 1 0 0,0 0-1 0 0,-1-8 0 0 0,0-2 6 0 0,2-1-1 0 0,0 1 1 0 0,1 0 0 0 0,0-1 0 0 0,1 1-1 0 0,1 0 1 0 0,0 0 0 0 0,1 0-1 0 0,1 1 1 0 0,0-1 0 0 0,10-17-1 0 0,0 2 17 0 0,2 2 0 0 0,0 0 0 0 0,2 1 0 0 0,28-31 0 0 0,-32 42-177 0 0,1 0 1 0 0,1 1-1 0 0,1 0 1 0 0,23-15-1 0 0,35-27-4793 0 0,-56 44 3307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0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62 115 16471 0 0,'0'0'5214'0'0,"0"2"-4813"0"0,3 8 199 0 0,0 1 0 0 0,-1 0 0 0 0,-1 0 0 0 0,0 0 1 0 0,0 17-1 0 0,-7 59 818 0 0,1-33-688 0 0,-2 286 727 0 0,7-300-1366 0 0,-5 60 122 0 0,4-92-191 0 0,1-6 159 0 0,-2-4-168 0 0,1 0 0 0 0,0 1-1 0 0,0-1 1 0 0,0 0 0 0 0,0 0 0 0 0,0 0 0 0 0,0-1-1 0 0,0 1 1 0 0,0-3 0 0 0,-9-42 16 0 0,2 0 0 0 0,-4-76 0 0 0,9 78-44 0 0,0 3 15 0 0,2 1 0 0 0,1-1 0 0 0,2 0 0 0 0,3 1 0 0 0,1-1 0 0 0,1 1 0 0 0,16-46 0 0 0,6 12 43 0 0,-25 66-28 0 0,1 0 1 0 0,0 0-1 0 0,0 1 1 0 0,1-1 0 0 0,13-13-1 0 0,-16 20-14 0 0,-1-1 0 0 0,1 1 0 0 0,0 0 0 0 0,0 0 0 0 0,0 0 1 0 0,0 0-1 0 0,0 0 0 0 0,0 1 0 0 0,1-1 0 0 0,-1 1 0 0 0,0 0 0 0 0,1 0 0 0 0,-1 0 0 0 0,1 1 0 0 0,6-1 0 0 0,-4 1 1 0 0,-1 0 0 0 0,0 1 0 0 0,0 0 0 0 0,0 0 0 0 0,0 0 0 0 0,0 1 0 0 0,0-1-1 0 0,0 1 1 0 0,0 0 0 0 0,5 4 0 0 0,-2-1 9 0 0,0 0-1 0 0,0 1 1 0 0,0 0 0 0 0,-1 1-1 0 0,0 0 1 0 0,0 0-1 0 0,0 0 1 0 0,-1 1 0 0 0,0 0-1 0 0,-1 0 1 0 0,6 10-1 0 0,-8-11 3 0 0,0 1-1 0 0,-1-1 1 0 0,0 1-1 0 0,0 0 1 0 0,0-1-1 0 0,-1 1 1 0 0,0 0-1 0 0,-1 0 1 0 0,1 0-1 0 0,-2 0 1 0 0,1 0-1 0 0,-1 0 1 0 0,-3 14-1 0 0,2-17 24 0 0,1 0 0 0 0,-1-1 0 0 0,0 1 0 0 0,0 0 0 0 0,0-1 0 0 0,-1 1 0 0 0,1-1 0 0 0,-1 0 0 0 0,0 1 0 0 0,-1-1 0 0 0,1-1 0 0 0,-1 1 0 0 0,1-1 0 0 0,-1 1 0 0 0,0-1 0 0 0,0 0 0 0 0,-1 0 0 0 0,1-1 0 0 0,-1 1 0 0 0,1-1 0 0 0,-1 0 0 0 0,-7 2 0 0 0,-2-1 57 0 0,0-1 0 0 0,0 0 0 0 0,0-1 0 0 0,0 0 0 0 0,0-1 0 0 0,0-1 0 0 0,-26-4 0 0 0,35 4-69 0 0,0-1 1 0 0,-1 1-1 0 0,1-1 1 0 0,0 0-1 0 0,0-1 1 0 0,-6-3-1 0 0,6 3-24 0 0,-1 0 0 0 0,0 0 0 0 0,0 1 0 0 0,-9-3 0 0 0,13 5 10 0 0,-1 0 12 0 0,-12-10-64 0 0,13 8-715 0 0,-5-2 1323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78 1839 0 0,'-2'-2'134'0'0,"-5"-6"1198"0"0,-10-18 9515 0 0,13 17-11814 0 0,4 7 1539 0 0,-3-8 1357 0 0,-6-10 320 0 0,8 19-1745 0 0,-11 6-256 0 0,6-1-142 0 0,-1 0 1 0 0,1 0-1 0 0,0 1 0 0 0,1-1 0 0 0,-1 1 0 0 0,1 1 1 0 0,0-1-1 0 0,0 1 0 0 0,1 0 0 0 0,-8 12 1 0 0,-2 7 516 0 0,-15 37 0 0 0,16-28-373 0 0,1 0 0 0 0,2 0 0 0 0,-7 46 0 0 0,8-21 214 0 0,-1 69 1 0 0,10-117-425 0 0,-3 75 537 0 0,8 90 1 0 0,-2-149-437 0 0,1-1 1 0 0,0 0-1 0 0,2-1 0 0 0,1 1 1 0 0,1-1-1 0 0,2 0 0 0 0,22 43 0 0 0,-24-54-123 0 0,1 0 0 0 0,1-1 0 0 0,0 0 0 0 0,1-1 0 0 0,17 16 0 0 0,-23-22-15 0 0,1-2 0 0 0,1 1 0 0 0,-1 0 1 0 0,1-1-1 0 0,-1-1 0 0 0,1 1 0 0 0,0-1 0 0 0,1 0 0 0 0,-1 0 1 0 0,0-1-1 0 0,1 0 0 0 0,0-1 0 0 0,11 2 0 0 0,-13-3 69 0 0,-1-1-1 0 0,0 0 0 0 0,0 1 0 0 0,0-2 0 0 0,0 1 0 0 0,0-1 1 0 0,-1 1-1 0 0,1-1 0 0 0,0-1 0 0 0,-1 1 0 0 0,1-1 1 0 0,7-5-1 0 0,3-4 77 0 0,-1 0 1 0 0,14-16-1 0 0,-18 17-101 0 0,-1 0-1 0 0,-1 0 0 0 0,0 0 1 0 0,0-1-1 0 0,11-25 1 0 0,-10 15 15 0 0,-2 0-1 0 0,10-40 1 0 0,-8 18-14 0 0,-2 0 0 0 0,-2 0-1 0 0,-1-1 1 0 0,-3 1 0 0 0,-2-1 0 0 0,-1 0-1 0 0,-2 1 1 0 0,-3 0 0 0 0,-1 0 0 0 0,-28-85-1 0 0,31 117-43 0 0,0-1-1 0 0,-1 1 0 0 0,-15-23 1 0 0,17 29-5 0 0,0 1 1 0 0,-1-1 0 0 0,1 1 0 0 0,-1 0-1 0 0,0 1 1 0 0,-1-1 0 0 0,1 1 0 0 0,-1 0-1 0 0,-9-5 1 0 0,0 1 3 0 0,10 5 1 0 0,0 0 1 0 0,0 1-1 0 0,-1-1 1 0 0,1 1-1 0 0,-10-2 1 0 0,13 3-3 0 0,0 1-1 0 0,0 0 1 0 0,0 0 0 0 0,0 0-1 0 0,0 0 1 0 0,0 1 0 0 0,0-1-1 0 0,0 0 1 0 0,0 1 0 0 0,0 0-1 0 0,0-1 1 0 0,0 1 0 0 0,1 0-1 0 0,-1 0 1 0 0,0 0 0 0 0,0 0-1 0 0,1 0 1 0 0,-1 0 0 0 0,1 0-1 0 0,-1 1 1 0 0,-1 1 0 0 0,-1 2 12 0 0,-1 0 0 0 0,1 0 0 0 0,0 0-1 0 0,0 1 1 0 0,1-1 0 0 0,0 1 0 0 0,0 0 0 0 0,0 0 0 0 0,0 1 0 0 0,-2 10 0 0 0,3-7 9 0 0,1 0 1 0 0,0 0-1 0 0,0 0 1 0 0,1 0-1 0 0,0 0 1 0 0,2 15-1 0 0,4 0 67 0 0,0 1 0 0 0,1-1-1 0 0,1-1 1 0 0,19 40-1 0 0,-13-38 22 0 0,1 0 0 0 0,0 0 0 0 0,2-2 0 0 0,1 0 0 0 0,1-1 0 0 0,1 0 0 0 0,37 31 0 0 0,-49-47-88 0 0,0-1 1 0 0,0 0-1 0 0,1 0 1 0 0,0-1-1 0 0,0 0 0 0 0,0-1 1 0 0,0 0-1 0 0,1-1 1 0 0,0 0-1 0 0,0 0 0 0 0,-1-1 1 0 0,21 2-1 0 0,-24-4-488 0 0,0-1 0 0 0,1-1 1 0 0,-1 1-1 0 0,0-1 0 0 0,0 0 0 0 0,-1 0 1 0 0,1-1-1 0 0,0 0 0 0 0,7-5 0 0 0,-12 8 457 0 0,28-17-1656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267 129 10135 0 0,'0'0'464'0'0,"-8"-12"168"0"0,-6-31 3905 0 0,12 33-2725 0 0,-1 0 0 0 0,-7-16-1 0 0,10 24-1404 0 0,-16-8 622 0 0,9 4-702 0 0,5 5-253 0 0,0 0 0 0 0,-1-1 1 0 0,1 1-1 0 0,-1 0 0 0 0,1 0 1 0 0,-1 1-1 0 0,1-1 0 0 0,-1 0 1 0 0,0 1-1 0 0,1 0 0 0 0,-1 0 1 0 0,1-1-1 0 0,-1 2 0 0 0,0-1 1 0 0,1 0-1 0 0,-1 0 0 0 0,0 1 1 0 0,1-1-1 0 0,-1 1 0 0 0,1 0 1 0 0,-1 0-1 0 0,-2 2 0 0 0,-4 1 113 0 0,1 2-1 0 0,0-1 0 0 0,0 1 1 0 0,-11 13-1 0 0,11-11-115 0 0,0 0-1 0 0,2 1 0 0 0,-1 0 1 0 0,1 0-1 0 0,0 1 1 0 0,1 0-1 0 0,0 0 1 0 0,0 0-1 0 0,-4 17 1 0 0,0 3 107 0 0,2 0 1 0 0,-3 36-1 0 0,8-53-139 0 0,1 0 0 0 0,1 1 0 0 0,0-1 0 0 0,1 1 0 0 0,1-1 0 0 0,0 0 1 0 0,0 0-1 0 0,1 0 0 0 0,1 0 0 0 0,0 0 0 0 0,1 0 0 0 0,0-1 0 0 0,1 0 0 0 0,1 0 0 0 0,0-1 0 0 0,14 19 0 0 0,-19-28-35 0 0,0 0 0 0 0,0 0 0 0 0,0 0 0 0 0,0-1 0 0 0,0 1 0 0 0,0-1 0 0 0,0 1 0 0 0,1-1 0 0 0,-1 0 0 0 0,0 0 0 0 0,1 0 0 0 0,-1 0 0 0 0,1 0 0 0 0,-1 0 0 0 0,5 0 0 0 0,-2-1 22 0 0,-1 0 1 0 0,0 0-1 0 0,1 0 1 0 0,-1-1-1 0 0,0 1 1 0 0,1-1-1 0 0,-1 0 1 0 0,8-3-1 0 0,-4 0-349 0 0,0 0-1 0 0,0 0 1 0 0,0-1 0 0 0,0 0-1 0 0,-1 0 1 0 0,1-1 0 0 0,-1 0-1 0 0,9-11 1 0 0,-1-2-1069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10135 0 0,'0'0'778'0'0,"-2"1"-506"0"0,-1 1 162 0 0,0 0 1 0 0,1 0-1 0 0,-1 0 0 0 0,0 0 1 0 0,1 1-1 0 0,-1-1 1 0 0,1 1-1 0 0,0 0 1 0 0,-1-1-1 0 0,1 1 0 0 0,1 0 1 0 0,-1 0-1 0 0,0 0 1 0 0,1 1-1 0 0,-1-1 1 0 0,1 0-1 0 0,0 1 0 0 0,0-1 1 0 0,1 0-1 0 0,-1 1 1 0 0,0 5-1 0 0,0 7 401 0 0,1 0 0 0 0,0 1 0 0 0,4 21 0 0 0,-3-31-959 0 0,52 364 3332 0 0,-28-213-2154 0 0,16 92-360 0 0,-30-203-1082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14943 0 0,'0'0'1758'0'0,"0"0"-1716"0"0,0 0 1 0 0,0 0-1 0 0,0 0 1 0 0,-1 0 0 0 0,1 0-1 0 0,0 0 1 0 0,0 1-1 0 0,0-1 1 0 0,0 0 0 0 0,0 0-1 0 0,0 0 1 0 0,0 0-1 0 0,0 0 1 0 0,0 0 0 0 0,0 0-1 0 0,0 1 1 0 0,0-1 0 0 0,0 0-1 0 0,0 0 1 0 0,0 0-1 0 0,0 0 1 0 0,0 0 0 0 0,0 0-1 0 0,1 1 1 0 0,-1-1-1 0 0,0 0 1 0 0,0 0 0 0 0,0 0-1 0 0,0 0 1 0 0,0 0-1 0 0,0 0 1 0 0,0 0 0 0 0,0 0-1 0 0,0 0 1 0 0,0 1-1 0 0,0-1 1 0 0,1 0 0 0 0,-1 0-1 0 0,0 0 1 0 0,0 0 0 0 0,0 0-1 0 0,0 0 1 0 0,0 0-1 0 0,0 0 1 0 0,1 0 0 0 0,32-11 2969 0 0,-20 10-2514 0 0,-1-1 0 0 0,0-1 1 0 0,-1 0-1 0 0,19-7 0 0 0,-22 7-327 0 0,-1 1-1 0 0,1 0 0 0 0,0 0 0 0 0,0 1 0 0 0,0 0 0 0 0,15 0 0 0 0,9-1-1022 0 0,-1-4-3350 0 0,-16-1-998 0 0,-4 5-246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19263 0 0,'0'0'2852'0'0,"8"-2"-1167"0"0,9-4-1195 0 0,0 0 0 0 0,24-13 0 0 0,8-4 31 0 0,-6 1-1901 0 0,-19 11-208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8 11519 0 0,'-2'-7'13276'0'0,"1"45"-12607"0"0,-1 0-1 0 0,-3 0 1 0 0,-13 56 0 0 0,-37 94-311 0 0,46-165-300 0 0,-1 0 1 0 0,-1-1 0 0 0,-1 0-1 0 0,-1 0 1 0 0,-29 36-1 0 0,38-54-34 0 0,6-5-17 0 0,1 0 0 0 0,-1 0 0 0 0,1 0 1 0 0,-1 0-1 0 0,1 1 0 0 0,3-2 0 0 0,4 0 3 0 0,27-9 11 0 0,69-9-1 0 0,-20 4 16 0 0,101-16 271 0 0,-67 9 133 0 0,-119 23-948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 10591 0 0,'0'0'488'0'0,"-1"-2"-12"0"0,-5-8 1794 0 0,2 10 721 0 0,1 10 937 0 0,3-10-3982 0 0,-2 8 1337 0 0,1 1 1 0 0,1-1 0 0 0,0 9-1 0 0,6 49 336 0 0,-1-34-938 0 0,8 140 435 0 0,6 47 243 0 0,-17-206-2346 0 0,1 0 0 0 0,0-1 0 0 0,1 1 0 0 0,10 22 0 0 0,-8-23-8406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28 142 13359 0 0,'-1'1'612'0'0,"-4"12"-279"0"0,0 0 0 0 0,-4 20 0 0 0,7-18 935 0 0,0 0 0 0 0,0 0 0 0 0,2 1 0 0 0,0-1 1 0 0,0 0-1 0 0,2 0 0 0 0,4 23 0 0 0,-3-22-966 0 0,1-1 1 0 0,0 1-1 0 0,2-1 0 0 0,-1 0 1 0 0,2 0-1 0 0,0 0 0 0 0,1-1 1 0 0,0 0-1 0 0,1-1 0 0 0,1 0 1 0 0,14 17-1 0 0,-17-23-197 0 0,0-1 0 0 0,0 0 1 0 0,0 0-1 0 0,12 7 0 0 0,-16-11-81 0 0,1 0 0 0 0,-1 0 0 0 0,1 0 1 0 0,0-1-1 0 0,0 1 0 0 0,0-1 0 0 0,0 0 0 0 0,0-1 0 0 0,0 1 1 0 0,0 0-1 0 0,0-1 0 0 0,7 0 0 0 0,-7-1-5 0 0,-1 0 0 0 0,0 0 0 0 0,1-1 0 0 0,-1 1 0 0 0,0-1 0 0 0,0 1 0 0 0,0-1 0 0 0,0 0 0 0 0,0 0 0 0 0,0 0 0 0 0,3-5 0 0 0,-1 3 17 0 0,0-1 0 0 0,0-1 0 0 0,-1 1 0 0 0,8-12 0 0 0,-5 3-14 0 0,-1 0 0 0 0,0 0 1 0 0,0 0-1 0 0,-2-1 0 0 0,0 0 0 0 0,0 0 1 0 0,-2 0-1 0 0,0 0 0 0 0,0 0 0 0 0,-1-1 0 0 0,-2-18 1 0 0,-1 3 35 0 0,-12-60 0 0 0,11 76-38 0 0,-1 1 0 0 0,0 0 0 0 0,-1 0 0 0 0,-1 1 0 0 0,0-1 0 0 0,-12-17 0 0 0,11 22 1 0 0,-1 0 0 0 0,0 0 1 0 0,0 1-1 0 0,-1 0 0 0 0,0 0 1 0 0,-1 1-1 0 0,0 0 0 0 0,0 1 1 0 0,0 0-1 0 0,-19-7 0 0 0,23 12-11 0 0,0-1-1 0 0,0 1 0 0 0,0 1 1 0 0,0-1-1 0 0,-1 1 0 0 0,-11 1 1 0 0,-1 0-1 0 0,-34 3-178 0 0,52-4 120 0 0,1 0 0 0 0,-1 0 0 0 0,0 0 0 0 0,1 0 0 0 0,-1 0 0 0 0,1 0 0 0 0,-1 0 0 0 0,0 0 1 0 0,1 1-1 0 0,-1-1 0 0 0,1 0 0 0 0,-1 0 0 0 0,0 0 0 0 0,1 1 0 0 0,-1-1 0 0 0,1 0 0 0 0,-1 1 0 0 0,1-1 0 0 0,-1 0 1 0 0,1 1-1 0 0,-1-1 0 0 0,1 1 0 0 0,0-1 0 0 0,-1 1 0 0 0,1-1 0 0 0,0 1 0 0 0,-1-1 0 0 0,1 1 0 0 0,0-1 0 0 0,-1 1 1 0 0,1 0-1 0 0,0-1 0 0 0,0 1 0 0 0,0-1 0 0 0,0 1 0 0 0,0 0 0 0 0,-1-1 0 0 0,1 1 0 0 0,0-1 0 0 0,0 1 0 0 0,0 0 1 0 0,1-1-1 0 0,-1 2 0 0 0,2 9-1614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25367 0 0,'0'0'1237'0'0,"2"1"-538"0"0,-1-1-663 0 0,0 0-1 0 0,0-1 1 0 0,1 1 0 0 0,-1 0-1 0 0,0 0 1 0 0,0-1 0 0 0,0 1-1 0 0,0-1 1 0 0,0 1 0 0 0,1-1-1 0 0,-1 0 1 0 0,0 1 0 0 0,0-1-1 0 0,-1 0 1 0 0,1 0 0 0 0,0 0-1 0 0,0 1 1 0 0,0-1 0 0 0,0 0-1 0 0,-1 0 1 0 0,1 0 0 0 0,0 0-1 0 0,0-2 1 0 0,15-15 17 0 0,-1 7 311 0 0,0 1-1 0 0,0 0 0 0 0,1 1 0 0 0,0 0 0 0 0,33-11 0 0 0,-49 20-363 0 0,4-1 42 0 0,0-1 1 0 0,0 1-1 0 0,0 1 0 0 0,0-1 1 0 0,1 0-1 0 0,-1 1 1 0 0,0 0-1 0 0,7 1 0 0 0,13-1-12 0 0,-15 1-1503 0 0,0 1-5276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57 20615 0 0,'0'0'1869'0'0,"2"-9"-1498"0"0,-1 7-273 0 0,0-1 0 0 0,0 1 0 0 0,0 0 1 0 0,0-1-1 0 0,0 1 0 0 0,1 0 0 0 0,-1 0 0 0 0,1 0 0 0 0,-1-1 0 0 0,1 2 0 0 0,0-1 1 0 0,0 0-1 0 0,0 0 0 0 0,0 1 0 0 0,0-1 0 0 0,0 1 0 0 0,0-1 0 0 0,1 1 0 0 0,-1 0 0 0 0,0 0 1 0 0,1 0-1 0 0,-1 0 0 0 0,1 0 0 0 0,-1 1 0 0 0,5-1 0 0 0,3-1 442 0 0,1 1 0 0 0,-1 0 1 0 0,1 0-1 0 0,20 3 0 0 0,-25-1-471 0 0,0 0 1 0 0,-1 0-1 0 0,1 1 0 0 0,0-1 1 0 0,0 1-1 0 0,-1 1 0 0 0,1-1 0 0 0,-1 1 1 0 0,1 0-1 0 0,-1 0 0 0 0,0 1 1 0 0,-1-1-1 0 0,1 1 0 0 0,0 0 0 0 0,-1 1 1 0 0,0-1-1 0 0,0 1 0 0 0,5 7 1 0 0,-6-7-59 0 0,0 0 0 0 0,-1-1 0 0 0,1 1 1 0 0,-1 1-1 0 0,0-1 0 0 0,-1 0 1 0 0,1 0-1 0 0,-1 1 0 0 0,0-1 0 0 0,0 1 1 0 0,-1-1-1 0 0,1 1 0 0 0,-1-1 0 0 0,-1 1 1 0 0,1-1-1 0 0,-1 1 0 0 0,0-1 1 0 0,0 1-1 0 0,0-1 0 0 0,-3 7 0 0 0,-4 6-16 0 0,-1-1 0 0 0,-1 0-1 0 0,0-1 1 0 0,-1 0-1 0 0,-22 24 1 0 0,-74 65 35 0 0,78-83 25 0 0,20-16-43 0 0,1 0 0 0 0,0 0 0 0 0,1 1 1 0 0,-1 0-1 0 0,-10 14 0 0 0,17-20 114 0 0,2 0-106 0 0,-1 0 0 0 0,0 1 0 0 0,1-1 0 0 0,-1 0 0 0 0,1 1 0 0 0,-1-1 0 0 0,1 0 0 0 0,-1 0 0 0 0,1 0 0 0 0,0 0-1 0 0,0 1 1 0 0,-1-1 0 0 0,1 0 0 0 0,0 0 0 0 0,0-1 0 0 0,0 1 0 0 0,2 1 0 0 0,18 11 300 0 0,-6-8-193 0 0,-1-1 1 0 0,1-1-1 0 0,0 0 0 0 0,29 1 1 0 0,-15-3 152 0 0,47-5 0 0 0,-56 1-1748 0 0,36-11 0 0 0,-21 5 14 0 0,-14 4 111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0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65 271 21311 0 0,'0'0'1928'0'0,"-1"1"-1589"0"0,-2 3-98 0 0,1 0 1 0 0,0 0-1 0 0,0 0 1 0 0,0 1-1 0 0,0-1 1 0 0,0 0 0 0 0,1 1-1 0 0,0-1 1 0 0,0 1-1 0 0,0 0 1 0 0,1-1-1 0 0,-1 7 1 0 0,1 9 982 0 0,4 32 0 0 0,-1-29-1168 0 0,19 132 1246 0 0,-12-95-998 0 0,5 109 0 0 0,-15-152-292 0 0,0-2 61 0 0,0-1 1 0 0,-5 29-1 0 0,5-43-67 0 0,0 1 0 0 0,0-1-1 0 0,0 0 1 0 0,0 0 0 0 0,0 1-1 0 0,0-1 1 0 0,0 0 0 0 0,0 0 0 0 0,0 1-1 0 0,0-1 1 0 0,0 0 0 0 0,0 0-1 0 0,0 1 1 0 0,0-1 0 0 0,-1 0-1 0 0,1 0 1 0 0,0 0 0 0 0,0 1-1 0 0,0-1 1 0 0,0 0 0 0 0,0 0-1 0 0,-1 0 1 0 0,1 1 0 0 0,0-1-1 0 0,0 0 1 0 0,0 0 0 0 0,-1 0-1 0 0,1 0 1 0 0,0 0 0 0 0,0 0 0 0 0,-1 1-1 0 0,1-1 1 0 0,0 0 0 0 0,0 0-1 0 0,0 0 1 0 0,-1 0 0 0 0,-7-6 70 0 0,-4-13-24 0 0,5 0 9 0 0,-1 1-1 0 0,2-2 1 0 0,-6-32-1 0 0,-4-61-134 0 0,12 80 6 0 0,-10-162-272 0 0,14 151 264 0 0,2 1 1 0 0,11-64-1 0 0,-8 82 32 0 0,1 0 1 0 0,15-37-1 0 0,-16 50 38 0 0,0 0 0 0 0,1 1 1 0 0,0-1-1 0 0,1 1 0 0 0,0 1 0 0 0,1-1 1 0 0,9-9-1 0 0,-14 17 20 0 0,0 0 1 0 0,0 1-1 0 0,0-1 1 0 0,0 1-1 0 0,1 0 0 0 0,-1 0 1 0 0,1 0-1 0 0,-1 0 1 0 0,1 0-1 0 0,0 1 0 0 0,0 0 1 0 0,-1 0-1 0 0,1 0 1 0 0,0 0-1 0 0,0 0 0 0 0,0 1 1 0 0,5 0-1 0 0,-4 0 1 0 0,1 1 0 0 0,-1 0-1 0 0,1 0 1 0 0,-1 0 0 0 0,0 1 0 0 0,0 0 0 0 0,0 0 0 0 0,0 0-1 0 0,0 1 1 0 0,0-1 0 0 0,7 6 0 0 0,-6-3 21 0 0,1 0-1 0 0,-1 1 1 0 0,0 0 0 0 0,0 0-1 0 0,-1 0 1 0 0,1 1 0 0 0,-1 0 0 0 0,-1 0-1 0 0,1 0 1 0 0,-1 0 0 0 0,-1 1-1 0 0,1-1 1 0 0,-1 1 0 0 0,-1 0 0 0 0,1 0-1 0 0,1 12 1 0 0,-4-15-11 0 0,1 0 1 0 0,-1 0-1 0 0,0 0 0 0 0,-1 1 1 0 0,1-1-1 0 0,-1 0 0 0 0,0 0 1 0 0,0 0-1 0 0,-1-1 0 0 0,1 1 1 0 0,-1 0-1 0 0,0 0 0 0 0,0-1 1 0 0,-1 1-1 0 0,1-1 0 0 0,-1 0 1 0 0,0 0-1 0 0,0 0 0 0 0,-1 0 1 0 0,1 0-1 0 0,-1-1 0 0 0,0 1 1 0 0,0-1-1 0 0,-6 4 0 0 0,0 0-6 0 0,1-1-1 0 0,-1-1 1 0 0,0 1-1 0 0,-1-2 1 0 0,1 0-1 0 0,-1 0 1 0 0,-21 5 0 0 0,27-8-96 0 0,-1 0 0 0 0,1-1 0 0 0,0 1 0 0 0,0-1 0 0 0,0 0 0 0 0,-1 0 0 0 0,1-1 0 0 0,0 0 0 0 0,0 1 0 0 0,0-2 0 0 0,0 1 0 0 0,0-1 0 0 0,0 1 0 0 0,0-1 0 0 0,0-1 0 0 0,0 1 1 0 0,1-1-1 0 0,-1 0 0 0 0,-5-4 0 0 0,7 4-260 0 0,0-1 0 0 0,0 1 0 0 0,1 0 0 0 0,-1-1 0 0 0,1 1 0 0 0,-3-5 0 0 0,0-1-174 0 0,-10-14-974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34 5527 0 0,'0'0'17135'0'0,"8"-11"-14906"0"0,-7 9-2094 0 0,-1 1 55 0 0,1-1 0 0 0,-1 1 1 0 0,1 0-1 0 0,-1 0 0 0 0,1 0 0 0 0,0 0 1 0 0,-1 0-1 0 0,1-1 0 0 0,0 1 0 0 0,0 0 1 0 0,0 1-1 0 0,0-1 0 0 0,0 0 1 0 0,0 0-1 0 0,0 0 0 0 0,0 0 0 0 0,0 1 1 0 0,0-1-1 0 0,2 0 0 0 0,-3 1-135 0 0,1 0-1 0 0,-1 0 1 0 0,1 1 0 0 0,-1-1-1 0 0,1 0 1 0 0,-1 1-1 0 0,1-1 1 0 0,-1 0 0 0 0,1 1-1 0 0,-1-1 1 0 0,0 0-1 0 0,1 1 1 0 0,-1-1 0 0 0,0 1-1 0 0,1-1 1 0 0,-1 1-1 0 0,0-1 1 0 0,0 1 0 0 0,1-1-1 0 0,-1 1 1 0 0,0-1 0 0 0,0 1-1 0 0,0-1 1 0 0,1 2-1 0 0,-4 9 74 0 0,-1 0 0 0 0,0 0 0 0 0,0-1 0 0 0,-1 1 0 0 0,-10 15 0 0 0,2-3 35 0 0,7-13-139 0 0,0 0 0 0 0,-14 15 0 0 0,-8 14-232 0 0,9-7 200 0 0,-1-1 0 0 0,-46 53 0 0 0,18-30 27 0 0,-39 41 26 0 0,73-80-47 0 0,11-11 3 0 0,0-1 1 0 0,0 0-1 0 0,0 0 1 0 0,0 0-1 0 0,0 0 0 0 0,-1 0 1 0 0,1-1-1 0 0,-1 1 1 0 0,-5 1-1 0 0,8-3 59 0 0,35-10 129 0 0,43-2-118 0 0,-1 2-1 0 0,85 2 0 0 0,-30 3 13 0 0,-48 0-26 0 0,21-7 103 0 0,-51 4-39 0 0,8-7 22 0 0,-54 14-120 0 0,-6 0 3 0 0,-3-15-1006 0 0,-2 4-398 0 0,1 4-2932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2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19551 0 0,'0'0'5455'0'0,"-3"12"-4126"0"0,-1 25-303 0 0,2 1 0 0 0,3 58-1 0 0,20 174 99 0 0,-18-235-948 0 0,9 235 1082 0 0,-12-269-1165 0 0,-7-5-1110 0 0,4-3-145 0 0,0-1-315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8 8751 0 0,'-5'2'127'0'0,"1"1"0"0"0,0 0 1 0 0,0 1-1 0 0,1-1 0 0 0,-1 1 0 0 0,-11 14 11590 0 0,15-19-11603 0 0,0 0 1 0 0,0 0-1 0 0,0 0 0 0 0,0 0 1 0 0,1 0-1 0 0,-1 0 0 0 0,0 1 1 0 0,1-1-1 0 0,-1 0 0 0 0,1 0 1 0 0,-1 0-1 0 0,1 0 0 0 0,-1 1 1 0 0,2-2-1 0 0,-2 2-201 0 0,4-4 119 0 0,-1 1 0 0 0,1 0 0 0 0,0 1 0 0 0,0-1 0 0 0,0 1 0 0 0,0 0 1 0 0,0 0-1 0 0,1 0 0 0 0,-1 0 0 0 0,1 1 0 0 0,-1 0 0 0 0,1 0 0 0 0,-1 0 0 0 0,1 0 0 0 0,0 1 0 0 0,-1 0 0 0 0,1 0 0 0 0,7 1 0 0 0,-2-1 34 0 0,0 2-1 0 0,0-1 0 0 0,0 2 1 0 0,0-1-1 0 0,0 1 0 0 0,0 1 1 0 0,13 6-1 0 0,-18-7-44 0 0,-1 0 0 0 0,1 0 0 0 0,-1 0-1 0 0,1 1 1 0 0,-1-1 0 0 0,0 1 0 0 0,-1 0 0 0 0,1 0 0 0 0,-1 1-1 0 0,1-1 1 0 0,-1 1 0 0 0,0 0 0 0 0,-1-1 0 0 0,0 1 0 0 0,1 0-1 0 0,-1 1 1 0 0,-1-1 0 0 0,1 0 0 0 0,-1 1 0 0 0,1 5-1 0 0,-1-3 13 0 0,-1 0-1 0 0,0 0 1 0 0,0 0-1 0 0,0-1 0 0 0,-1 1 1 0 0,-1 0-1 0 0,1 0 1 0 0,-1 0-1 0 0,0-1 0 0 0,-1 1 1 0 0,0-1-1 0 0,0 0 0 0 0,-7 11 1 0 0,7-13-7 0 0,0-1 0 0 0,0 0 0 0 0,-1 0 0 0 0,1 0 0 0 0,-1-1 0 0 0,0 1 0 0 0,0-1 0 0 0,0 0 0 0 0,0 0 0 0 0,-1-1 0 0 0,0 1 0 0 0,1-1 0 0 0,-1 0 0 0 0,0 0 0 0 0,0 0 0 0 0,0-1 0 0 0,0 1 0 0 0,-10 0 0 0 0,3-1 21 0 0,-1-1-1 0 0,0 0 1 0 0,1 0 0 0 0,-1-1 0 0 0,0-1-1 0 0,-18-5 1 0 0,30 7-33 0 0,1 0 0 0 0,-1 0 1 0 0,0 0-1 0 0,1 0 0 0 0,-1 0 0 0 0,0-1 0 0 0,1 1 0 0 0,-1 0 1 0 0,1-1-1 0 0,-1 1 0 0 0,1 0 0 0 0,-1-1 0 0 0,0 1 0 0 0,1 0 1 0 0,-1-1-1 0 0,1 1 0 0 0,0-1 0 0 0,-1 1 0 0 0,1-1 0 0 0,-1 0 1 0 0,1 1 5 0 0,0-1 1 0 0,0 1-1 0 0,0-1 1 0 0,0 1 0 0 0,0-1-1 0 0,0 1 1 0 0,0 0 0 0 0,0-1-1 0 0,0 1 1 0 0,0-1 0 0 0,1 1-1 0 0,-1 0 1 0 0,0-1-1 0 0,0 1 1 0 0,0-1 0 0 0,1 1-1 0 0,-1 0 1 0 0,0-1 0 0 0,0 1-1 0 0,1 0 1 0 0,-1 0 0 0 0,1-1-1 0 0,1-1 46 0 0,1 0 0 0 0,-1 0 0 0 0,1 0 1 0 0,0 0-1 0 0,0 1 0 0 0,5-3 0 0 0,-3 3-63 0 0,1-1 0 0 0,0 1-1 0 0,0 0 1 0 0,-1 0 0 0 0,1 1 0 0 0,0 0 0 0 0,0 0 0 0 0,0 0 0 0 0,0 0 0 0 0,0 1 0 0 0,0 0 0 0 0,-1 1-1 0 0,1-1 1 0 0,0 1 0 0 0,-1 0 0 0 0,1 0 0 0 0,-1 1 0 0 0,0 0 0 0 0,0 0 0 0 0,0 0 0 0 0,0 0 0 0 0,7 7-1 0 0,-4-2 3 0 0,0 0-1 0 0,0 0 0 0 0,-1 0 0 0 0,0 1 1 0 0,-1 0-1 0 0,0 0 0 0 0,0 1 0 0 0,-1 0 0 0 0,0 0 1 0 0,-1 0-1 0 0,4 14 0 0 0,-4-11 91 0 0,-1 0-1 0 0,2 20 1 0 0,-5-28-56 0 0,0 1-1 0 0,0 0 1 0 0,0-1 0 0 0,0 1 0 0 0,-1-1 0 0 0,0 1 0 0 0,0-1 0 0 0,-4 9-1 0 0,5-13-5 0 0,-1 0-1 0 0,0 0 1 0 0,1 0 0 0 0,-1 0-1 0 0,0 0 1 0 0,0 0-1 0 0,0 0 1 0 0,0 0-1 0 0,0 0 1 0 0,0 0-1 0 0,0 0 1 0 0,0-1-1 0 0,0 1 1 0 0,0 0-1 0 0,0-1 1 0 0,-3 2-1 0 0,-21 4 297 0 0,13-3-172 0 0,-3 0 42 0 0,0-1 0 0 0,-1 0 0 0 0,1-1-1 0 0,-26-2 1 0 0,-8 1-273 0 0,30 1-42 0 0,10 0 2 0 0,0 0 1 0 0,-1-1-1 0 0,1 0 1 0 0,0 0-1 0 0,-1-1 1 0 0,1 0 0 0 0,-14-5-1 0 0,21 6-403 0 0,7-15-3399 0 0,3-3 2477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61 212 13847 0 0,'0'0'1254'0'0,"-5"-8"220"0"0,3 4-1124 0 0,1-1 1 0 0,1 1-1 0 0,-1-1 0 0 0,1 1 0 0 0,-1-1 0 0 0,1 1 0 0 0,1-1 0 0 0,-1 1 1 0 0,1-1-1 0 0,-1 1 0 0 0,1-1 0 0 0,0 1 0 0 0,1-1 0 0 0,-1 1 0 0 0,3-5 1 0 0,1-1 55 0 0,0 0 0 0 0,0 0 0 0 0,1 1 1 0 0,1-1-1 0 0,8-9 0 0 0,-11 14-378 0 0,1 1 1 0 0,0 0-1 0 0,0 0 0 0 0,0 0 0 0 0,0 0 1 0 0,1 1-1 0 0,5-3 0 0 0,43-15 114 0 0,-46 19-140 0 0,1 1-1 0 0,-1 0 1 0 0,0 1 0 0 0,0 0-1 0 0,1 0 1 0 0,-1 0 0 0 0,0 1-1 0 0,12 3 1 0 0,-17-3 11 0 0,-1-1 0 0 0,1 1 0 0 0,-1 0 1 0 0,1 0-1 0 0,-1 1 0 0 0,0-1 0 0 0,1 0 1 0 0,-1 1-1 0 0,0 0 0 0 0,0-1 0 0 0,0 1 1 0 0,0 0-1 0 0,0 0 0 0 0,-1 0 0 0 0,1 0 0 0 0,-1 0 1 0 0,1 0-1 0 0,-1 1 0 0 0,0-1 0 0 0,0 1 1 0 0,0-1-1 0 0,0 0 0 0 0,0 1 0 0 0,1 3 0 0 0,-1 0 44 0 0,0 1 0 0 0,0-1 0 0 0,0 0-1 0 0,-1 1 1 0 0,0-1 0 0 0,0 1 0 0 0,0-1-1 0 0,-3 12 1 0 0,1-10 3 0 0,-1 0 1 0 0,0 0-1 0 0,-1 0 0 0 0,1 0 0 0 0,-1-1 1 0 0,-6 8-1 0 0,-33 42 546 0 0,18-25-458 0 0,-45 55 7 0 0,13-17-100 0 0,14-19-46 0 0,36-43 9 0 0,1 0-1 0 0,-13 10 1 0 0,-18 17-5 0 0,36-33 926 0 0,2-4-982 0 0,7-4 34 0 0,-8 6 8 0 0,1-1 1 0 0,0 0 0 0 0,0 1 0 0 0,-1-1 0 0 0,1 1 0 0 0,0-1 0 0 0,0 1-1 0 0,0-1 1 0 0,0 1 0 0 0,-1-1 0 0 0,1 1 0 0 0,0 0 0 0 0,0-1 0 0 0,0 1 0 0 0,0 0-1 0 0,0 0 1 0 0,2 0 0 0 0,8-2-1 0 0,64-11 1 0 0,-39 9 72 0 0,-22 1-46 0 0,1 1-1 0 0,-1 1 1 0 0,1 1-1 0 0,17 1 1 0 0,24 8 331 0 0,62 18 0 0 0,-78-17-167 0 0,-14-5 130 0 0,-24-5-392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3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63 256 16183 0 0,'0'0'3542'0'0,"0"4"-2556"0"0,-1-4-943 0 0,1 1 0 0 0,0-1 0 0 0,0 1 0 0 0,0-1 0 0 0,-1 1 0 0 0,1 0 0 0 0,0-1 0 0 0,0 1 0 0 0,0-1 0 0 0,0 1 0 0 0,0 0 0 0 0,0-1 0 0 0,0 1 0 0 0,0-1 0 0 0,0 1 0 0 0,1-1 0 0 0,-1 1 0 0 0,0 0 0 0 0,0-1 0 0 0,1 1 0 0 0,10 0 1069 0 0,4-2 1573 0 0,-9 11-2049 0 0,-5-9-570 0 0,-1 1-1 0 0,1 0 1 0 0,-1-1 0 0 0,1 1-1 0 0,-1 0 1 0 0,0-1 0 0 0,0 1-1 0 0,1 0 1 0 0,-1 0-1 0 0,0-1 1 0 0,-1 1 0 0 0,1 0-1 0 0,0 0 1 0 0,0-1 0 0 0,-1 1-1 0 0,1 0 1 0 0,-1-1 0 0 0,0 1-1 0 0,1 0 1 0 0,-1-1 0 0 0,0 1-1 0 0,0-1 1 0 0,0 1-1 0 0,0-1 1 0 0,-1 2 0 0 0,0-1-23 0 0,1-1 1 0 0,-1 1-1 0 0,0 0 0 0 0,0-1 1 0 0,0 1-1 0 0,0-1 1 0 0,0 0-1 0 0,0 0 0 0 0,0 0 1 0 0,-1 0-1 0 0,1 0 1 0 0,0 0-1 0 0,-1 0 0 0 0,1-1 1 0 0,0 1-1 0 0,-1-1 1 0 0,-2 0-1 0 0,4 0-21 0 0,-1 0-1 0 0,0 0 1 0 0,1 0-1 0 0,-1 0 1 0 0,0-1-1 0 0,1 1 1 0 0,-1-1-1 0 0,1 1 1 0 0,-1-1 0 0 0,1 1-1 0 0,-1-1 1 0 0,1 0-1 0 0,-1 0 1 0 0,1 0-1 0 0,0 0 1 0 0,0 0-1 0 0,-3-2 1 0 0,3 1 8 0 0,-1 0 0 0 0,0-1 0 0 0,1 1-1 0 0,-1-1 1 0 0,1 1 0 0 0,0-1 0 0 0,0 1 0 0 0,0-1 0 0 0,-1-4 0 0 0,1-2 15 0 0,0 0 0 0 0,0-1 0 0 0,0 1 0 0 0,1 0 0 0 0,2-12 0 0 0,-1 5-25 0 0,1 1-1 0 0,1 0 0 0 0,0 0 0 0 0,1 0 0 0 0,9-20 0 0 0,-11 30-19 0 0,0 0 1 0 0,0 1-1 0 0,1 0 0 0 0,0-1 0 0 0,0 1 0 0 0,0 0 0 0 0,1 0 1 0 0,-1 1-1 0 0,1-1 0 0 0,0 1 0 0 0,0 0 0 0 0,0 0 1 0 0,0 0-1 0 0,1 0 0 0 0,-1 1 0 0 0,1 0 0 0 0,0 0 1 0 0,0 0-1 0 0,-1 0 0 0 0,7 0 0 0 0,-5 0 18 0 0,-1 2-1 0 0,1-1 1 0 0,0 0 0 0 0,-1 1-1 0 0,1 0 1 0 0,0 1 0 0 0,0-1-1 0 0,-1 1 1 0 0,1 0 0 0 0,0 0-1 0 0,-1 1 1 0 0,1 0 0 0 0,-1 0 0 0 0,0 0-1 0 0,1 0 1 0 0,-1 1 0 0 0,0 0-1 0 0,-1 0 1 0 0,1 0 0 0 0,0 1-1 0 0,-1 0 1 0 0,0 0 0 0 0,0 0-1 0 0,0 0 1 0 0,0 0 0 0 0,-1 1-1 0 0,0 0 1 0 0,0 0 0 0 0,0 0-1 0 0,0 0 1 0 0,-1 0 0 0 0,0 0-1 0 0,0 1 1 0 0,0-1 0 0 0,-1 1-1 0 0,1-1 1 0 0,-1 1 0 0 0,0 10-1 0 0,0-5-15 0 0,-1 0 0 0 0,-1 0 0 0 0,1 0-1 0 0,-2 1 1 0 0,-4 18 0 0 0,4-24-1 0 0,0 1 0 0 0,-1-1 1 0 0,0 1-1 0 0,0-1 1 0 0,0 0-1 0 0,-1-1 0 0 0,0 1 1 0 0,0-1-1 0 0,-1 1 0 0 0,-8 6 1 0 0,10-8 9 0 0,0-1 0 0 0,-1 0 0 0 0,0-1-1 0 0,0 1 1 0 0,0-1 0 0 0,0 1 0 0 0,0-1 0 0 0,0 0 0 0 0,-1-1 0 0 0,1 1 0 0 0,0-1 0 0 0,-1 0 0 0 0,1 0 0 0 0,-1 0 0 0 0,0-1 0 0 0,1 1 0 0 0,-1-1 0 0 0,0 0-1 0 0,1-1 1 0 0,-1 1 0 0 0,1-1 0 0 0,-1 0 0 0 0,0 0 0 0 0,1 0 0 0 0,0-1 0 0 0,-1 1 0 0 0,1-1 0 0 0,0 0 0 0 0,0-1 0 0 0,0 1 0 0 0,0-1 0 0 0,0 1 0 0 0,1-1-1 0 0,-1 0 1 0 0,1-1 0 0 0,-1 1 0 0 0,1 0 0 0 0,0-1 0 0 0,-3-6 0 0 0,1 1-8 0 0,0 0 0 0 0,1 0-1 0 0,0-1 1 0 0,1 1 0 0 0,0-1 0 0 0,1 0 0 0 0,0 0-1 0 0,0 0 1 0 0,1 0 0 0 0,0 0 0 0 0,1-1-1 0 0,0 1 1 0 0,3-18 0 0 0,-2 18-2 0 0,1 1 1 0 0,0 0-1 0 0,1 0 0 0 0,0 0 1 0 0,0 0-1 0 0,1 0 0 0 0,0 1 1 0 0,1-1-1 0 0,0 1 0 0 0,0 0 0 0 0,1 1 1 0 0,0-1-1 0 0,0 1 0 0 0,1 0 1 0 0,7-6-1 0 0,-9 10 4 0 0,0 0-1 0 0,0 0 1 0 0,0 0-1 0 0,1 1 1 0 0,-1 0-1 0 0,1 0 1 0 0,0 0 0 0 0,0 0-1 0 0,-1 1 1 0 0,1 0-1 0 0,0 0 1 0 0,0 1-1 0 0,12 0 1 0 0,-10 1 1 0 0,0-1 1 0 0,1 1-1 0 0,-1 1 1 0 0,0 0-1 0 0,0 0 0 0 0,0 0 1 0 0,0 1-1 0 0,0 1 1 0 0,9 4-1 0 0,-12-4-3 0 0,0-1 1 0 0,-1 1-1 0 0,0 0 1 0 0,1 0-1 0 0,-2 0 1 0 0,1 0-1 0 0,0 1 0 0 0,-1-1 1 0 0,0 1-1 0 0,0 0 1 0 0,0 0-1 0 0,-1 0 1 0 0,1 1-1 0 0,-1-1 0 0 0,-1 0 1 0 0,1 1-1 0 0,-1 0 1 0 0,1 7-1 0 0,0-3 5 0 0,-2 0-1 0 0,1-1 1 0 0,-2 1-1 0 0,1 0 1 0 0,-1 0-1 0 0,-1-1 1 0 0,1 1-1 0 0,-2-1 1 0 0,1 1-1 0 0,-5 8 1 0 0,3-8 8 0 0,1-1-2 0 0,-1 1 0 0 0,-1 0 1 0 0,1-1-1 0 0,-1 0 0 0 0,-1 0 0 0 0,0-1 1 0 0,0 1-1 0 0,-9 8 0 0 0,9-11 17 0 0,1-2-1 0 0,-1 1 1 0 0,0-1 0 0 0,0 1 0 0 0,0-2-1 0 0,-1 1 1 0 0,0-1 0 0 0,1 0-1 0 0,-10 3 1 0 0,14-6-20 0 0,-1 1-1 0 0,0-1 1 0 0,0 1 0 0 0,0-1 0 0 0,1 0-1 0 0,-1 0 1 0 0,0 0 0 0 0,0 0-1 0 0,0-1 1 0 0,0 1 0 0 0,0-1-1 0 0,1 1 1 0 0,-1-1 0 0 0,0 0 0 0 0,1 0-1 0 0,-1-1 1 0 0,1 1 0 0 0,-1 0-1 0 0,1-1 1 0 0,-1 0 0 0 0,1 1 0 0 0,0-1-1 0 0,0 0 1 0 0,0 0 0 0 0,0 0-1 0 0,-3-4 1 0 0,1 0-13 0 0,0 0 0 0 0,1 0 0 0 0,0-1 0 0 0,0 1-1 0 0,0-1 1 0 0,1 0 0 0 0,0 1 0 0 0,0-1 0 0 0,1 0 0 0 0,-2-10 0 0 0,2 5-6 0 0,1 1 1 0 0,0-1 0 0 0,1 1 0 0 0,0-1 0 0 0,4-17-1 0 0,-3 21 7 0 0,0 0 0 0 0,1 1 0 0 0,0-1 0 0 0,1 1 0 0 0,-1 0 0 0 0,1 0 0 0 0,1 1-1 0 0,-1-1 1 0 0,1 1 0 0 0,0 0 0 0 0,11-10 0 0 0,-12 13 1 0 0,0 1 0 0 0,0 0 0 0 0,0 0 0 0 0,0 0 0 0 0,1 1 0 0 0,-1-1 0 0 0,0 1 0 0 0,1 0 0 0 0,-1 0 0 0 0,1 1 0 0 0,-1-1 0 0 0,1 1 0 0 0,-1 0 0 0 0,1 0 0 0 0,5 1 0 0 0,6 0 0 0 0,-13-1 0 0 0,1 0-1 0 0,-1 1 1 0 0,0-1-1 0 0,0 1 1 0 0,0 0-1 0 0,0 0 1 0 0,0 0-1 0 0,0 0 1 0 0,0 1-1 0 0,0-1 1 0 0,0 1-1 0 0,-1 0 1 0 0,1 0-1 0 0,-1 0 1 0 0,1 0-1 0 0,-1 0 1 0 0,0 0 0 0 0,1 1-1 0 0,-1-1 1 0 0,0 1-1 0 0,1 3 1 0 0,1 0 4 0 0,-1 0 0 0 0,0 0 0 0 0,0 1 0 0 0,0-1-1 0 0,-1 1 1 0 0,0 0 0 0 0,0-1 0 0 0,1 13 0 0 0,-3-8 8 0 0,-1 1-1 0 0,0-1 1 0 0,0 0-1 0 0,-1 0 1 0 0,0 0-1 0 0,-1 0 1 0 0,-1-1-1 0 0,-8 21 1 0 0,12-31-13 0 0,-3 6 0 0 0,0 1 0 0 0,-1-1-1 0 0,0-1 1 0 0,0 1 0 0 0,0 0 0 0 0,-1-1-1 0 0,0 0 1 0 0,0 0 0 0 0,0 0 0 0 0,0-1-1 0 0,-1 0 1 0 0,0 0 0 0 0,0 0 0 0 0,0-1 0 0 0,0 0-1 0 0,-1 0 1 0 0,1 0 0 0 0,-1-1 0 0 0,0 0-1 0 0,1 0 1 0 0,-1-1 0 0 0,0 0 0 0 0,0 0-1 0 0,0 0 1 0 0,-9-1 0 0 0,14 0 5 0 0,-1-1-1 0 0,0 1 1 0 0,0-1 0 0 0,0 1-1 0 0,0-1 1 0 0,0 0 0 0 0,1 0-1 0 0,-1 0 1 0 0,0-1 0 0 0,1 1-1 0 0,-1-1 1 0 0,1 1 0 0 0,0-1-1 0 0,-1 0 1 0 0,-2-2 0 0 0,2 0 4 0 0,1 1 1 0 0,-1-1-1 0 0,1 1 1 0 0,-1-1 0 0 0,1 0-1 0 0,0 0 1 0 0,1 0-1 0 0,-1 0 1 0 0,-1-6-1 0 0,1 0-1 0 0,0-1-1 0 0,0 0 0 0 0,1 0 1 0 0,1 0-1 0 0,0-1 0 0 0,0 1 0 0 0,3-13 1 0 0,-1 9-32 0 0,1 1-1 0 0,5-16 1 0 0,-7 27 22 0 0,0-1-1 0 0,0 1 0 0 0,1 0 1 0 0,-1-1-1 0 0,1 1 0 0 0,0 0 1 0 0,0 0-1 0 0,0 0 0 0 0,0 0 0 0 0,1 1 1 0 0,-1-1-1 0 0,1 1 0 0 0,0-1 1 0 0,3-2-1 0 0,3 0 20 0 0,1 0 0 0 0,0 0 0 0 0,0 1 0 0 0,15-5 0 0 0,-22 8-9 0 0,1 1 0 0 0,-1-1 0 0 0,1 1 0 0 0,-1-1 1 0 0,1 1-1 0 0,-1 0 0 0 0,1 1 0 0 0,-1-1 0 0 0,1 0 0 0 0,-1 1 0 0 0,1 0 0 0 0,-1 0 0 0 0,0 0 1 0 0,1 0-1 0 0,-1 1 0 0 0,0-1 0 0 0,5 4 0 0 0,-5-4-4 0 0,1 2 0 0 0,-1-1 0 0 0,0 0-1 0 0,0 1 1 0 0,0-1 0 0 0,0 1 0 0 0,-1 0 0 0 0,1 0 0 0 0,-1 0 0 0 0,0 0-1 0 0,1 0 1 0 0,-2 1 0 0 0,1-1 0 0 0,0 1 0 0 0,-1-1 0 0 0,1 1 0 0 0,-1 0-1 0 0,0 0 1 0 0,0-1 0 0 0,0 1 0 0 0,-1 0 0 0 0,1 0 0 0 0,-1 0 0 0 0,0 0-1 0 0,0 0 1 0 0,-1-1 0 0 0,0 5 0 0 0,-1 5 12 0 0,0 0 0 0 0,-1-1 1 0 0,-1 1-1 0 0,-6 15 0 0 0,7-22-7 0 0,0 0-1 0 0,-1 0 1 0 0,0 0-1 0 0,0-1 1 0 0,0 1 0 0 0,-1-1-1 0 0,1 0 1 0 0,-1 0-1 0 0,-11 8 1 0 0,12-10-23 0 0,0-1-1 0 0,-1 1 1 0 0,1-1 0 0 0,-1 1-1 0 0,0-1 1 0 0,0-1-1 0 0,0 1 1 0 0,0-1 0 0 0,0 1-1 0 0,0-1 1 0 0,0-1 0 0 0,-9 1-1 0 0,11-1 19 0 0,0 0-1 0 0,0 0 1 0 0,0-1-1 0 0,0 1 0 0 0,0-1 1 0 0,0 0-1 0 0,1 0 1 0 0,-1 0-1 0 0,0 0 1 0 0,1-1-1 0 0,-1 1 1 0 0,0-1-1 0 0,1 1 0 0 0,0-1 1 0 0,-1 0-1 0 0,1 0 1 0 0,0 0-1 0 0,0 0 1 0 0,0 0-1 0 0,0-1 0 0 0,0 1 1 0 0,1 0-1 0 0,-3-6 1 0 0,1 3-11 0 0,1-1 0 0 0,0 1 0 0 0,0-1 0 0 0,1 0 0 0 0,-1 0 0 0 0,1 1 0 0 0,1-1 0 0 0,-1 0 0 0 0,1 0 0 0 0,0 0 0 0 0,0 0 0 0 0,1 0 0 0 0,0 0 0 0 0,0 0 0 0 0,0 1 0 0 0,3-7 0 0 0,-1 3-5 0 0,0 0-1 0 0,1 1 1 0 0,1 0-1 0 0,-1-1 1 0 0,1 2-1 0 0,1-1 1 0 0,-1 0-1 0 0,1 1 1 0 0,10-9-1 0 0,-13 14 24 0 0,-1 0 0 0 0,1 1 1 0 0,0-1-1 0 0,0 1 0 0 0,-1 0 0 0 0,1 0 1 0 0,0 0-1 0 0,0 0 0 0 0,0 0 0 0 0,0 1 1 0 0,0-1-1 0 0,0 1 0 0 0,4 0 0 0 0,15-3 116 0 0,-19 2-138 0 0,0 0 0 0 0,0 1 0 0 0,0 0 0 0 0,0 0 0 0 0,-1-1 0 0 0,1 2 0 0 0,0-1 0 0 0,0 0 0 0 0,0 0 0 0 0,0 1 0 0 0,-1 0 0 0 0,1 0 0 0 0,0-1 0 0 0,0 2 0 0 0,-1-1 0 0 0,1 0 0 0 0,-1 0 0 0 0,1 1-1 0 0,-1-1 1 0 0,0 1 0 0 0,1 0 0 0 0,-1 0 0 0 0,0 0 0 0 0,0 0 0 0 0,0 0 0 0 0,-1 0 0 0 0,1 1 0 0 0,2 4 0 0 0,-2-4 13 0 0,0 1 0 0 0,-1 0 0 0 0,1 1 0 0 0,-1-1 0 0 0,0 0 0 0 0,-1 0 0 0 0,1 0 0 0 0,-1 1-1 0 0,1-1 1 0 0,-1 0 0 0 0,-1 0 0 0 0,1 1 0 0 0,0-1 0 0 0,-3 8 0 0 0,0-3 9 0 0,0 1 0 0 0,0-1 0 0 0,-1 0 0 0 0,0-1-1 0 0,-9 14 1 0 0,11-19-2 0 0,0-1 0 0 0,0 1 0 0 0,0-1 0 0 0,-1 0 0 0 0,1 1-1 0 0,-1-1 1 0 0,0 0 0 0 0,0-1 0 0 0,0 1 0 0 0,0 0 0 0 0,0-1-1 0 0,0 0 1 0 0,0 1 0 0 0,0-1 0 0 0,-4 0 0 0 0,2 0 0 0 0,0 0 1 0 0,1 0-1 0 0,-1-1 1 0 0,0 1-1 0 0,0-1 1 0 0,1 0-1 0 0,-1-1 1 0 0,0 1-1 0 0,1-1 1 0 0,-7-2-1 0 0,10 3-79 0 0,-1-1 0 0 0,0 0 0 0 0,1 0 0 0 0,-1 0 0 0 0,1 0 1 0 0,-1 0-1 0 0,1 0 0 0 0,0-1 0 0 0,-1 1 0 0 0,1 0 0 0 0,0-1 0 0 0,0 1 0 0 0,0-1 0 0 0,-2-2 0 0 0,3 3-3 0 0,-1 0 0 0 0,1 0 0 0 0,-1 0 0 0 0,1 0 0 0 0,-1 0 0 0 0,1 0 0 0 0,0 0 0 0 0,0-1 1 0 0,-1 1-1 0 0,1 0 0 0 0,0 0 0 0 0,0 0 0 0 0,0 0 0 0 0,0 0 0 0 0,0-1 0 0 0,0 1 0 0 0,1 0 0 0 0,-1 0 0 0 0,0 0 0 0 0,1-2 0 0 0,4-4-909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4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81 13359 0 0,'-13'8'10252'0'0,"25"-5"-8339"0"0,-5-2-1587 0 0,0-1-1 0 0,1 0 0 0 0,-1 0 0 0 0,0 0 0 0 0,0-1 0 0 0,11-3 0 0 0,2 1 67 0 0,104-17 1184 0 0,32-4-388 0 0,-144 23-1107 0 0,0-1-1 0 0,0 0 1 0 0,0-1-1 0 0,13-5 1 0 0,-22 7-70 0 0,0 0-1 0 0,-1 1 1 0 0,1-1-1 0 0,0 0 1 0 0,0 1 0 0 0,0-1-1 0 0,0 1 1 0 0,0 0-1 0 0,0 0 1 0 0,0 0 0 0 0,0 1-1 0 0,-1-1 1 0 0,5 2-1 0 0,5 0 78 0 0,0-1-1 0 0,19 1 1 0 0,-29-2-35 0 0,1-12-1333 0 0,-3 11 1543 0 0,0 1-460 0 0,0-1-1 0 0,0 1 1 0 0,0 0-1 0 0,1-1 1 0 0,-1 1 0 0 0,0-1-1 0 0,0 1 1 0 0,0 0-1 0 0,0-1 1 0 0,0 1-1 0 0,0-1 1 0 0,0 1-1 0 0,0 0 1 0 0,0-1 0 0 0,0 1-1 0 0,0-1 1 0 0,0 1-1 0 0,-1 0 1 0 0,1-1-1 0 0,0 1 1 0 0,0-1-1 0 0,0 1 1 0 0,0 0 0 0 0,-1-1-1 0 0,1 1 1 0 0,0 0-1 0 0,-1-1 1 0 0,-4-3-1498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21743 0 0,'0'0'5584'0'0,"1"-3"-5179"0"0,-1 3-389 0 0,0 0 0 0 0,0-1-1 0 0,0 1 1 0 0,0 0-1 0 0,0-1 1 0 0,0 1 0 0 0,0 0-1 0 0,0-1 1 0 0,0 1-1 0 0,0 0 1 0 0,0 0-1 0 0,0-1 1 0 0,1 1 0 0 0,-1 0-1 0 0,0-1 1 0 0,0 1-1 0 0,0 0 1 0 0,0 0 0 0 0,1-1-1 0 0,-1 1 1 0 0,0 0-1 0 0,0 0 1 0 0,1 0 0 0 0,-1-1-1 0 0,0 1 1 0 0,0 0-1 0 0,1 0 1 0 0,-1 0-1 0 0,0 0 1 0 0,1 0 0 0 0,-1 0-1 0 0,0-1 1 0 0,1 1-1 0 0,-1 0 1 0 0,9 9 685 0 0,4 4-241 0 0,-3-5-269 0 0,0 0 0 0 0,0-1-1 0 0,0 0 1 0 0,1-1 0 0 0,0-1 0 0 0,1 1 0 0 0,-1-2 0 0 0,22 7-1 0 0,2-3-124 0 0,-26-5-11 0 0,-1-1 0 0 0,0 0 0 0 0,1-1 0 0 0,0 0 0 0 0,-1 0 0 0 0,13-1 0 0 0,-17 0-49 0 0,-1 0 0 0 0,1 1 0 0 0,-1-1 0 0 0,1 1 0 0 0,-1 0 0 0 0,1-1 0 0 0,-1 2 0 0 0,0-1 0 0 0,0 0 1 0 0,7 4-1 0 0,32 22 27 0 0,-24-14-29 0 0,9 2-33 0 0,-18-11 12 0 0,-1 1 0 0 0,14 9 0 0 0,-13-9 17 0 0,-8-5 2 0 0,0 0 0 0 0,0 0 0 0 0,0 0 0 0 0,0 0 0 0 0,0 1 0 0 0,0-1 0 0 0,1 0 0 0 0,-1 0 0 0 0,0 1 0 0 0,0-1 0 0 0,0 1 0 0 0,0-1 0 0 0,0 1 0 0 0,0-1 0 0 0,0 1 0 0 0,0 0 0 0 0,-1-1 0 0 0,1 1 0 0 0,0 0 0 0 0,0 0 0 0 0,0 0 0 0 0,-1-1 0 0 0,1 1 0 0 0,0 0 0 0 0,-1 0 0 0 0,1 0 0 0 0,-1 0 0 0 0,1 0 0 0 0,-1 0 0 0 0,0 0 0 0 0,1 2 0 0 0,1 2 10 0 0,-3-4-2 0 0,1 1-1 0 0,-1-1 1 0 0,0 1-1 0 0,0 0 1 0 0,0-1 0 0 0,0 1-1 0 0,0-1 1 0 0,0 0-1 0 0,0 1 1 0 0,0-1 0 0 0,-1 0-1 0 0,0 1 1 0 0,-2 2 5 0 0,-1 1-16 0 0,0 0 0 0 0,0 0 0 0 0,-10 7 0 0 0,-7 5 21 0 0,-33 35 356 0 0,-68 61 51 0 0,114-105-781 0 0,-1 0 0 0 0,0 0 1 0 0,0-1-1 0 0,-19 9 1 0 0,21-13-538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37 7367 0 0,'-1'-7'763'0'0,"-1"0"-266"0"0,-1-15 8213 0 0,3 23-8627 0 0,0-1 1 0 0,0 0-1 0 0,0 0 1 0 0,0 1-1 0 0,0-1 1 0 0,0 0-1 0 0,0 0 1 0 0,0 0-1 0 0,0 1 1 0 0,0-1-1 0 0,0 0 1 0 0,0 0-1 0 0,0 0 1 0 0,0 1-1 0 0,0-1 1 0 0,-1 0-1 0 0,1 0 1 0 0,0 0-1 0 0,0 0 1 0 0,0 1-1 0 0,0-1 1 0 0,0 0 0 0 0,0 0-1 0 0,0 0 1 0 0,-1 0-1 0 0,1 1 1 0 0,0-1-1 0 0,0 0 1 0 0,0 0-1 0 0,0 0 1 0 0,-1 0-1 0 0,1 0 1 0 0,0 0-1 0 0,-1 1 1 0 0,1-1 39 0 0,0 0 1 0 0,0 0-1 0 0,-1 0 1 0 0,1 0-1 0 0,0 0 1 0 0,-1 1 0 0 0,1-1-1 0 0,0 0 1 0 0,0 0-1 0 0,-1 1 1 0 0,1-1-1 0 0,0 0 1 0 0,0 0-1 0 0,0 1 1 0 0,-1-1-1 0 0,1 0 1 0 0,0 1-1 0 0,0-1 1 0 0,0 0-1 0 0,0 1 1 0 0,0-1 0 0 0,0 0-1 0 0,0 1 1 0 0,0-1-1 0 0,-1 0 1 0 0,1 1-1 0 0,0-1 1 0 0,0 0-1 0 0,1 1 1 0 0,0 84 2928 0 0,-1 68-1352 0 0,-3-118-1354 0 0,-8 44 0 0 0,11-77-37 0 0,-2-4-276 0 0,1 1-1 0 0,0 0 1 0 0,0-1-1 0 0,0 1 1 0 0,0-1-1 0 0,1 1 1 0 0,-1-1 0 0 0,0 1-1 0 0,0-1 1 0 0,1 1-1 0 0,-1-1 1 0 0,1 0-1 0 0,-1-2 1 0 0,-2-18-29 0 0,0-1 0 0 0,1 1 0 0 0,2-1 0 0 0,0 0 0 0 0,1 0 0 0 0,1 1 0 0 0,2-1 0 0 0,0 1 0 0 0,1 0 0 0 0,1 0 0 0 0,15-34 0 0 0,-20 54 5 0 0,1-1-1 0 0,0 0 1 0 0,0 1-1 0 0,0-1 1 0 0,0 1 0 0 0,1 0-1 0 0,-1-1 1 0 0,0 1-1 0 0,1 0 1 0 0,0 0 0 0 0,-1 1-1 0 0,1-1 1 0 0,0 1-1 0 0,0-1 1 0 0,0 1 0 0 0,6-2-1 0 0,-2 1 34 0 0,0 0 0 0 0,1 1 0 0 0,-1 0 0 0 0,1 0 0 0 0,15 1-1 0 0,-17 1-23 0 0,1 0 0 0 0,-1 1 0 0 0,1 0 0 0 0,-1 0 0 0 0,0 0-1 0 0,0 1 1 0 0,0 0 0 0 0,7 3 0 0 0,20 11 121 0 0,-27-15-113 0 0,-1 0-1 0 0,0 1 0 0 0,0 0 1 0 0,-1 0-1 0 0,1 0 0 0 0,-1 1 1 0 0,1-1-1 0 0,-1 1 0 0 0,6 8 0 0 0,2 4 79 0 0,15 24 0 0 0,-25-36-86 0 0,4 5 12 0 0,-2 0 0 0 0,1 0 0 0 0,-1 0-1 0 0,0 0 1 0 0,-1 1 0 0 0,0 0 0 0 0,-1 0 0 0 0,0 0 0 0 0,-1 0 0 0 0,1 0 0 0 0,-2 0-1 0 0,0 0 1 0 0,0 0 0 0 0,-3 20 0 0 0,1-26-40 0 0,1 0 0 0 0,-1 0 0 0 0,0 0-1 0 0,0 0 1 0 0,0-1 0 0 0,-1 1 0 0 0,0-1 0 0 0,1 1 0 0 0,-7 5 0 0 0,8-9-100 0 0,1 1 0 0 0,0-1 0 0 0,-1 1 0 0 0,1-1 0 0 0,0 0 0 0 0,-1 0 0 0 0,1 1 0 0 0,-1-1 0 0 0,1 0 0 0 0,0 1 0 0 0,-1-1-1 0 0,1 0 1 0 0,-1 0 0 0 0,1 0 0 0 0,-1 0 0 0 0,1 0 0 0 0,-1 1 0 0 0,1-1 0 0 0,-1 0 0 0 0,1 0 0 0 0,-1 0 0 0 0,1 0 0 0 0,-1 0 0 0 0,1 0 0 0 0,-1-1 0 0 0,1 1 0 0 0,-1 0 0 0 0,1 0 0 0 0,-1 0 0 0 0,1 0 0 0 0,-1-1 0 0 0,1 1 0 0 0,-1 0 0 0 0,1 0 0 0 0,0-1 0 0 0,-1 1 0 0 0,1 0 0 0 0,-1-1 0 0 0,1 1 0 0 0,0 0 0 0 0,-1-1 0 0 0,1 1 0 0 0,0 0 0 0 0,0-1 0 0 0,-1 1 0 0 0,1-1 0 0 0,0 1 0 0 0,-1-1 0 0 0,0-2-373 0 0,0 1 0 0 0,0 0 0 0 0,0-1 0 0 0,0 1 0 0 0,0-1 0 0 0,0-4 0 0 0,4-14-1724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 21887 0 0,'0'0'497'0'0,"-8"2"678"0"0,7 0-1120 0 0,-1-1 0 0 0,0 0 0 0 0,0 1 0 0 0,0-1-1 0 0,1 1 1 0 0,-1-1 0 0 0,0 1 0 0 0,1 0 0 0 0,0-1 0 0 0,-1 1 0 0 0,1 0 0 0 0,0 0-1 0 0,-1 3 1 0 0,-1 0 225 0 0,2 0-1 0 0,-1 0 1 0 0,0 0-1 0 0,-1 9 0 0 0,2-4-127 0 0,1 0-1 0 0,0 0 0 0 0,0 1 1 0 0,1-1-1 0 0,0 0 0 0 0,1 0 1 0 0,0 0-1 0 0,0 0 0 0 0,1 0 1 0 0,1-1-1 0 0,-1 1 0 0 0,2-1 1 0 0,-1 0-1 0 0,1 0 0 0 0,1 0 1 0 0,0-1-1 0 0,0 1 0 0 0,0-2 1 0 0,1 1-1 0 0,0-1 0 0 0,1 0 1 0 0,-1 0-1 0 0,1-1 0 0 0,1 0 1 0 0,-1 0-1 0 0,1-1 0 0 0,0 0 1 0 0,0-1-1 0 0,11 4 0 0 0,-9-4-128 0 0,1-1-1 0 0,-1-1 1 0 0,0 0 0 0 0,1-1-1 0 0,-1 0 1 0 0,1 0-1 0 0,-1-2 1 0 0,1 1-1 0 0,15-4 1 0 0,-22 4-14 0 0,-1-1 1 0 0,0 0 0 0 0,0-1-1 0 0,1 1 1 0 0,-1-1-1 0 0,0 0 1 0 0,0 0-1 0 0,-1 0 1 0 0,1 0-1 0 0,0-1 1 0 0,-1 1-1 0 0,1-1 1 0 0,-1 0-1 0 0,0 0 1 0 0,0 0-1 0 0,0-1 1 0 0,0 1-1 0 0,-1-1 1 0 0,1 1-1 0 0,-1-1 1 0 0,0 0-1 0 0,0 0 1 0 0,0 0-1 0 0,-1 0 1 0 0,1 0-1 0 0,-1-1 1 0 0,1-5-1 0 0,-1-1 25 0 0,-1 0 1 0 0,0-1-1 0 0,0 1 0 0 0,-1 0 0 0 0,-1-1 0 0 0,0 1 0 0 0,0 0 0 0 0,-8-20 0 0 0,7 24-10 0 0,0 1 1 0 0,-1-1-1 0 0,0 0 0 0 0,0 1 1 0 0,-1 0-1 0 0,0 0 0 0 0,0 0 0 0 0,-6-5 1 0 0,4 6-67 0 0,-1-1 0 0 0,0 1-1 0 0,0 0 1 0 0,-1 1 0 0 0,1-1 0 0 0,-1 2 0 0 0,0-1 0 0 0,-19-3 0 0 0,14 0-320 0 0,13 6 130 0 0,0 0 0 0 0,0 0 0 0 0,0 1 0 0 0,-1-1 1 0 0,1 0-1 0 0,0 1 0 0 0,0-1 0 0 0,0 1 0 0 0,-1 0 0 0 0,1-1 0 0 0,0 1 0 0 0,0 0 1 0 0,-1 0-1 0 0,1 0 0 0 0,0 0 0 0 0,-3 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18079 0 0,'0'0'118'0'0,"0"0"0"0"0,0 1-1 0 0,-1-1 1 0 0,1 0 0 0 0,0 1-1 0 0,0-1 1 0 0,0 0 0 0 0,0 1-1 0 0,0-1 1 0 0,0 0 0 0 0,0 1-1 0 0,0-1 1 0 0,0 0 0 0 0,0 1-1 0 0,0-1 1 0 0,0 0 0 0 0,0 1-1 0 0,0-1 1 0 0,0 0 0 0 0,0 1-1 0 0,0-1 1 0 0,1 0 0 0 0,-1 1-1 0 0,12 0 956 0 0,0 0 0 0 0,1-1 0 0 0,16-2 0 0 0,-15 1-484 0 0,1 0 1 0 0,18 2-1 0 0,116 4 1919 0 0,-22-3-1328 0 0,-101 0-1031 0 0,-3-1-176 0 0,38 8 0 0 0,-48-7 11 0 0,-11-3-14 0 0,-1 0-19 0 0,1 1-384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17711 0 0,'0'0'1603'0'0,"-1"1"-1318"0"0,0 0-69 0 0,0 1-1 0 0,-1-1 0 0 0,1 0 0 0 0,0 1 1 0 0,0-1-1 0 0,0 0 0 0 0,0 1 1 0 0,0 0-1 0 0,1-1 0 0 0,-1 1 1 0 0,0-1-1 0 0,1 1 0 0 0,-1 0 0 0 0,1 0 1 0 0,0-1-1 0 0,0 1 0 0 0,-1 0 1 0 0,1 0-1 0 0,0-1 0 0 0,0 1 1 0 0,1 0-1 0 0,-1 0 0 0 0,0-1 0 0 0,1 4 1 0 0,5 26 1272 0 0,-4-21-906 0 0,0 0-1 0 0,4 14 1 0 0,-2-12-93 0 0,-2 1-1 0 0,1-1 1 0 0,0 22-1 0 0,2 5 61 0 0,17 140 220 0 0,-21-173-1592 0 0,0 0 0 0 0,-1 0-1 0 0,1 0 1 0 0,-2 8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39 333 18743 0 0,'1'22'1265'0'0,"0"-13"-881"0"0,-1 1 0 0 0,1-1 0 0 0,1 0 0 0 0,0 1 0 0 0,0-1 0 0 0,4 10 0 0 0,-3-14-109 0 0,2 8 4888 0 0,-10-18-5101 0 0,-1-2 65 0 0,1-1 0 0 0,0 0 0 0 0,0 1-1 0 0,1-2 1 0 0,0 1 0 0 0,1 0 0 0 0,0-1-1 0 0,0 1 1 0 0,-2-12 0 0 0,0-9 21 0 0,-3-44-1 0 0,7 58-70 0 0,1 0 0 0 0,1 0-1 0 0,1 0 1 0 0,5-27 0 0 0,-5 38-34 0 0,-1 0 1 0 0,1 0-1 0 0,1 0 1 0 0,-1 0-1 0 0,0 0 0 0 0,5-5 1 0 0,3-6 72 0 0,-6 8-128 0 0,1-1 1 0 0,0 1-1 0 0,0 0 0 0 0,0 0 1 0 0,1 1-1 0 0,0 0 1 0 0,0 0-1 0 0,1 0 0 0 0,0 1 1 0 0,8-6-1 0 0,2 0-704 0 0,-16 10 558 0 0,0 0 1 0 0,0 0 0 0 0,1 0 0 0 0,-1 0 0 0 0,0 0-1 0 0,1 0 1 0 0,-1 0 0 0 0,1 1 0 0 0,-1-1 0 0 0,1 0-1 0 0,-1 1 1 0 0,1-1 0 0 0,-1 1 0 0 0,1 0 0 0 0,0-1-1 0 0,-1 1 1 0 0,1 0 0 0 0,-1 0 0 0 0,1 0 0 0 0,0 0-1 0 0,-1 1 1 0 0,1-1 0 0 0,2 1 0 0 0,8 2-1302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324 163 16583 0 0,'0'-2'762'0'0,"2"-32"427"0"0,9-4 2603 0 0,-9 31-3322 0 0,1 1 1 0 0,-2-1 0 0 0,1 0 0 0 0,-1 1 0 0 0,1-11 0 0 0,-2 16-407 0 0,-1-1 0 0 0,1 1-1 0 0,0-1 1 0 0,-1 0 0 0 0,1 1-1 0 0,-1-1 1 0 0,0 1 0 0 0,1-1 0 0 0,-1 1-1 0 0,0 0 1 0 0,0-1 0 0 0,0 1-1 0 0,0 0 1 0 0,0 0 0 0 0,0-1 0 0 0,0 1-1 0 0,0 0 1 0 0,-1 0 0 0 0,1 0 0 0 0,0 0-1 0 0,-1 1 1 0 0,1-1 0 0 0,-1 0-1 0 0,1 0 1 0 0,-2 0 0 0 0,-1 0 44 0 0,1 0 1 0 0,0 0-1 0 0,-1 0 1 0 0,1 0-1 0 0,0 0 0 0 0,-1 1 1 0 0,1 0-1 0 0,-1-1 1 0 0,1 1-1 0 0,-5 1 0 0 0,-3 1 63 0 0,1 1-1 0 0,0 1 1 0 0,0 0-1 0 0,1 0 1 0 0,-1 1-1 0 0,1 0 1 0 0,0 0-1 0 0,-12 10 1 0 0,-6 7 121 0 0,-29 31 0 0 0,43-39-212 0 0,-1 0 0 0 0,2 1 0 0 0,0 1 0 0 0,-11 18 0 0 0,20-29-61 0 0,0 1 1 0 0,0-1-1 0 0,0 1 0 0 0,1 0 1 0 0,0 0-1 0 0,0 0 0 0 0,0 0 0 0 0,1 0 1 0 0,0 1-1 0 0,0-1 0 0 0,1 0 1 0 0,0 1-1 0 0,0-1 0 0 0,0 0 0 0 0,1 1 1 0 0,2 10-1 0 0,-3-14-19 0 0,4 5 0 0 0,12 5 0 0 0,-13-11-32 0 0,1-1 0 0 0,-1 0 0 0 0,0 1 0 0 0,1-1 0 0 0,-1 0-1 0 0,1-1 1 0 0,-1 1 0 0 0,1 0 0 0 0,-1-1 0 0 0,1 0 0 0 0,-1 0 0 0 0,1 0 0 0 0,0 0 0 0 0,-1-1 0 0 0,1 0-1 0 0,-1 1 1 0 0,1-1 0 0 0,-1 0 0 0 0,0-1 0 0 0,1 1 0 0 0,-1 0 0 0 0,0-1 0 0 0,5-3 0 0 0,6-4-215 0 0,-1-1 1 0 0,-1 0-1 0 0,22-23 0 0 0,-25 24 203 0 0,4-4 42 0 0,2 1 0 0 0,-1 0 1 0 0,30-17-1 0 0,-41 29 72 0 0,0-1 0 0 0,-1 1 1 0 0,1 0-1 0 0,0 0 0 0 0,0 0 0 0 0,0 0 1 0 0,0 0-1 0 0,-1 1 0 0 0,1 0 0 0 0,0-1 0 0 0,3 2 1 0 0,2 2 33 0 0,0 1 0 0 0,0-1 0 0 0,0 1 0 0 0,-1 1 1 0 0,14 12-1 0 0,-16-13-388 0 0,2 1 0 0 0,-1-1-1 0 0,1 0 1 0 0,0 0 0 0 0,0-1 0 0 0,0 0 0 0 0,14 6 0 0 0,-11-7-754 0 0,1-1 0 0 0,-1 0 1 0 0,1 0-1 0 0,0-1 0 0 0,0 0 1 0 0,-1-1-1 0 0,18-2 1 0 0,-6-1-6433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265 181 14743 0 0,'2'-2'332'0'0,"1"-2"-164"0"0,-1 0 0 0 0,1 0 0 0 0,-1-1 0 0 0,3-5 0 0 0,6-13 263 0 0,-9 18-424 0 0,0 0 1 0 0,0-1-1 0 0,0 1 0 0 0,1-7 1 0 0,4-11 2119 0 0,-6 21-1841 0 0,0-1 1 0 0,-1 0 0 0 0,1 1-1 0 0,0-1 1 0 0,-1 0-1 0 0,0 0 1 0 0,0 1-1 0 0,0-1 1 0 0,0 0-1 0 0,0 0 1 0 0,0 0 0 0 0,-1 1-1 0 0,1-1 1 0 0,-1 0-1 0 0,0 1 1 0 0,0-1-1 0 0,0 0 1 0 0,-2-3-1 0 0,2 5-207 0 0,0-1 0 0 0,0 1-1 0 0,0 0 1 0 0,-1-1-1 0 0,1 1 1 0 0,0 0 0 0 0,-1 0-1 0 0,1 0 1 0 0,0 0-1 0 0,-1 0 1 0 0,1 1 0 0 0,-1-1-1 0 0,0 0 1 0 0,1 1-1 0 0,-1-1 1 0 0,0 1 0 0 0,1-1-1 0 0,-1 1 1 0 0,0 0-1 0 0,1-1 1 0 0,-1 1 0 0 0,0 0-1 0 0,0 0 1 0 0,1 1-1 0 0,-1-1 1 0 0,0 0 0 0 0,0 1-1 0 0,1-1 1 0 0,-1 0-1 0 0,-2 2 1 0 0,-9 3 131 0 0,0 1 1 0 0,0 0-1 0 0,0 1 1 0 0,1 0-1 0 0,0 1 0 0 0,1 0 1 0 0,0 1-1 0 0,0 0 1 0 0,-16 18-1 0 0,26-25-197 0 0,-24 24 337 0 0,-23 31 0 0 0,42-49-284 0 0,0 0 1 0 0,1 1 0 0 0,0 0-1 0 0,0 0 1 0 0,1 0-1 0 0,0 0 1 0 0,1 1-1 0 0,-5 17 1 0 0,8-24-102 0 0,0 0 1 0 0,-1-1-1 0 0,1 1 0 0 0,0 0 1 0 0,0-1-1 0 0,0 1 0 0 0,1 0 0 0 0,-1-1 1 0 0,1 1-1 0 0,-1 0 0 0 0,1-1 1 0 0,0 1-1 0 0,0-1 0 0 0,0 1 1 0 0,0-1-1 0 0,0 1 0 0 0,1-1 1 0 0,-1 0-1 0 0,1 0 0 0 0,0 0 0 0 0,0 0 1 0 0,-1 0-1 0 0,1 0 0 0 0,0 0 1 0 0,1 0-1 0 0,-1-1 0 0 0,0 1 1 0 0,0-1-1 0 0,1 0 0 0 0,-1 1 0 0 0,1-1 1 0 0,-1 0-1 0 0,1-1 0 0 0,-1 1 1 0 0,1 0-1 0 0,0-1 0 0 0,-1 1 1 0 0,1-1-1 0 0,0 0 0 0 0,-1 0 1 0 0,1 0-1 0 0,0 0 0 0 0,-1 0 0 0 0,1-1 1 0 0,3 0-1 0 0,7-2-945 0 0,-1-1 0 0 0,0-1 0 0 0,23-11 1 0 0,-29 13 457 0 0,16-8-1105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4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12439 0 0,'-3'29'3716'0'0,"2"-22"-1901"0"0,1 0-1 0 0,-1 0 1 0 0,1 13 0 0 0,7 20 438 0 0,21 74 1 0 0,-16-71-1879 0 0,67 262 677 0 0,-51-180-836 0 0,-28-123 82 0 0,1-4-293 0 0,0 1-1 0 0,0-1 1 0 0,0 1 0 0 0,0 0 0 0 0,0-1 0 0 0,0 1 0 0 0,0 0 0 0 0,0 0-1 0 0,1 0 1 0 0,-1 0 0 0 0,0 0 0 0 0,2-1 0 0 0,4-3-3 0 0,8-13-1 0 0,4-4-17 0 0,21-16-34 0 0,-25 23 111 0 0,1 1 0 0 0,27-19 1 0 0,59-23 295 0 0,-25 16-164 0 0,-34 16-106 0 0,-20 13-3 0 0,-2-2 0 0 0,37-27 0 0 0,-53 36-51 0 0,1-1 1 0 0,-1 0-1 0 0,0 0 1 0 0,-1 0-1 0 0,1 0 1 0 0,-1-1-1 0 0,5-8 1 0 0,-8 12-21 0 0,-1 0 1 0 0,1 0-1 0 0,0 0 1 0 0,0 0-1 0 0,-1 0 0 0 0,1 0 1 0 0,-1 0-1 0 0,0-1 1 0 0,0 1-1 0 0,0 0 1 0 0,0 0-1 0 0,0 0 1 0 0,0-1-1 0 0,0 1 1 0 0,-1 0-1 0 0,1 0 1 0 0,-1 0-1 0 0,1 0 1 0 0,-1 0-1 0 0,0 0 1 0 0,0 0-1 0 0,0 0 1 0 0,0 0-1 0 0,0 0 1 0 0,-1 0-1 0 0,1 0 1 0 0,-2-1-1 0 0,-1-1-13 0 0,1 1 0 0 0,-1 0 0 0 0,1 0 0 0 0,-1 1 0 0 0,0-1 0 0 0,0 1 0 0 0,0-1 0 0 0,0 1 0 0 0,0 1 0 0 0,-1-1 0 0 0,1 1 0 0 0,-1-1 0 0 0,1 1 0 0 0,-1 0 0 0 0,1 1 0 0 0,-1-1 0 0 0,1 1 0 0 0,-1 0 0 0 0,0 0 0 0 0,1 0 0 0 0,-1 1 0 0 0,1 0 0 0 0,-1 0 0 0 0,-4 1-1 0 0,-1 1 13 0 0,1 0 0 0 0,0 1 0 0 0,0 0-1 0 0,0 0 1 0 0,0 1 0 0 0,0 0-1 0 0,1 0 1 0 0,0 1 0 0 0,0 0 0 0 0,-9 10-1 0 0,9-6 44 0 0,1 0 0 0 0,0 1 0 0 0,0-1-1 0 0,1 1 1 0 0,0 1 0 0 0,1-1 0 0 0,0 1-1 0 0,1 0 1 0 0,0 0 0 0 0,1 0 0 0 0,0 1-1 0 0,1-1 1 0 0,1 1 0 0 0,0-1 0 0 0,1 1-1 0 0,1 23 1 0 0,0-30-49 0 0,1 0-1 0 0,-1 0 1 0 0,1 0-1 0 0,0 0 1 0 0,0 0-1 0 0,0 0 1 0 0,1 0 0 0 0,0 0-1 0 0,1-1 1 0 0,-1 0-1 0 0,1 0 1 0 0,0 0-1 0 0,0 0 1 0 0,0 0-1 0 0,1-1 1 0 0,-1 1 0 0 0,1-1-1 0 0,1-1 1 0 0,-1 1-1 0 0,0-1 1 0 0,1 0-1 0 0,8 4 1 0 0,-3-3-6 0 0,1 0 0 0 0,0-1 0 0 0,1-1 0 0 0,-1 0 0 0 0,0 0 0 0 0,1-1 0 0 0,22-1 0 0 0,-7-4 0 0 0,47-12 0 0 0,-71 15 0 0 0,56-12-2337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2:59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11 0 0,'-11'-11'0'0,"252"252"0"0,9725 9725 0 0,-9246-9246 0 0,-707-707 0 0,1 1 0 0,-1-1 0 0,-1-1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3:05.0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10487 0 0,'40'-33'0'0,"-14"10"0"0,2 0 0 0,3770-3164 0 0,525-441 0 0,-1444 1213 0 0,-1495 1253 0 0,-1374 1154 0 0,-1 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3:48.3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 0 0,'19'0'0'0,"0"0"0"0,37 0 0 0,-3 0 0 0,5878 0 0 0,-5862 0 0 0,-51 0 0 0,2 0 0 0,-1 0 0 0,0 0 0 0,-1 0 0 0,0 0 0 0,-1 0 0 0,0 0 0 0,4 0 0 0,52 0 0 0,-37 0 0 0,0 0 0 0,-1 0 0 0,-2 0 0 0,15 0 0 0,-31 0 0 0,-2 0 0 0,59 0 0 0,-41 0 0 0,-17 0 0 0,-1 0 0 0,2 0 0 0,-2 0 0 0,0 0 0 0,-2 0 0 0,-16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4:00.5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39 0 0,'0'0'0'0,"0"-28"0"0,0 17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11T06:44:01.9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 0 0,'0'-2'0'0,"0"-2"0"0,0 3 0 0,0 34 0 0,0 8 0 0,0 23 0 0,0 2512 0 0,0-2493 0 0,0-47 0 0,0 30 0 0,0 36 0 0,0 70 0 0,0 43 0 0,0-160 0 0,0-2 0 0,0 1031 0 0,0-636 0 0,0-398 0 0,0-19 0 0,0 18 0 0,0-19 0 0,0 44 0 0,0-59 0 0,0 1 0 0,0-2 0 0,0 0 0 0,0 1 0 0,0 0 0 0,0 0 0 0,0 0 0 0,0 0 0 0,0 0 0 0,0-1 0 0,0 1 0 0,0-2 0 0,0 0 0 0,0 0 0 0,0 0 0 0,0 1 0 0,0-1 0 0,0 1 0 0,0 0 0 0,0 1 0 0,0 1 0 0,0-6 0 0,0-11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5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66 13559 0 0,'0'0'1034'0'0,"-4"-18"-580"0"0,4 17-111 0 0,0-1 1 0 0,0 0-1 0 0,1 1 0 0 0,-1-1 0 0 0,0 1 0 0 0,0-1 0 0 0,1 1 1 0 0,-1-1-1 0 0,1 1 0 0 0,-1-1 0 0 0,1 1 0 0 0,1-3 1 0 0,-1 3 170 0 0,11-13 1054 0 0,-3 4-861 0 0,-9 10-678 0 0,-1 0 0 0 0,1 0 0 0 0,0 0 1 0 0,0 0-1 0 0,0 0 0 0 0,0 0 0 0 0,0 0 0 0 0,0 0 0 0 0,0 0 0 0 0,0 0 0 0 0,0 0 0 0 0,0 0 0 0 0,0 0 1 0 0,0 0-1 0 0,0 0 0 0 0,0 0 0 0 0,0 0 0 0 0,0 0 0 0 0,0 0 0 0 0,0 0 0 0 0,0 0 0 0 0,0 0 0 0 0,0 0 1 0 0,0 0-1 0 0,-1 0 0 0 0,1 0 233 0 0,0 0-233 0 0,0 0 0 0 0,0 0 0 0 0,0 0 0 0 0,-19 14 1951 0 0,7-6-2114 0 0,-20 15 326 0 0,0 0 0 0 0,-35 36 0 0 0,-60 58-272 0 0,-34 31 911 0 0,126-121-666 0 0,34-26 535 0 0,1 0-451 0 0,0-1-232 0 0,-1 0 1 0 0,1 0-1 0 0,0 0 0 0 0,0 0 1 0 0,0 1-1 0 0,0-1 1 0 0,0 0-1 0 0,0 0 0 0 0,0 0 1 0 0,0 1-1 0 0,0-1 0 0 0,0 0 1 0 0,0 0-1 0 0,0 1 0 0 0,0-1 1 0 0,0 0-1 0 0,0 0 0 0 0,0 0 1 0 0,0 1-1 0 0,0-1 0 0 0,0 0 1 0 0,0 0-1 0 0,0 0 0 0 0,0 1 1 0 0,0-1-1 0 0,0 0 0 0 0,1 0 1 0 0,-1 0-1 0 0,0 1 0 0 0,5 0 32 0 0,-1 0-1 0 0,1-1 0 0 0,0 1 1 0 0,-1-1-1 0 0,1 0 0 0 0,0-1 1 0 0,-1 1-1 0 0,6-1 1 0 0,40-10 176 0 0,-43 9-194 0 0,83-22 187 0 0,123-26 36 0 0,-186 46-208 0 0,9-3 10 0 0,0 2 0 0 0,0 1 0 0 0,51 2 0 0 0,-73 3 14 0 0,26 6 0 0 0,-32-5-41 0 0,-7-2 115 0 0,0 0 86 0 0,0 0-293 0 0,-1 0 0 0 0,0 0 0 0 0,0 0 0 0 0,1 0 0 0 0,-1 0 0 0 0,0 0 0 0 0,0 0 0 0 0,1 0 0 0 0,-1 0 0 0 0,0 0 0 0 0,1 0 0 0 0,-1 0 0 0 0,0 0 0 0 0,0 0 0 0 0,1 0 0 0 0,-1 0 1 0 0,0 0-1 0 0,0 0 0 0 0,1 0 0 0 0,-1-1 0 0 0,0 1 0 0 0,0 0 0 0 0,0 0 0 0 0,1 0 0 0 0,-1 0 0 0 0,0-1 0 0 0,0 1 0 0 0,0 0 0 0 0,1 0 0 0 0,-1-1 0 0 0,0 1 0 0 0,0 0 0 0 0,0 0 1 0 0,0-1-1 0 0,0 1 0 0 0,0 0 0 0 0,1 0 0 0 0,-1-1 0 0 0,0 1 0 0 0,0 0 0 0 0,0 0 0 0 0,0-1 0 0 0,0 1 0 0 0,0-7-1441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49:5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19519 0 0,'0'0'1967'0'0,"0"4"-1807"0"0,14 128 2841 0 0,2 19-202 0 0,-14 107-2098 0 0,-2-239-1640 0 0,2-1-54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19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86 13127 0 0,'-5'-8'931'0'0,"0"-1"0"0"0,1 0 0 0 0,0 0 0 0 0,0 0 0 0 0,1-1-1 0 0,-2-9 1 0 0,5 9 107 0 0,0 7 688 0 0,-7 6-925 0 0,3 0-708 0 0,0 0 0 0 0,0 0-1 0 0,1 0 1 0 0,-1 0 0 0 0,1 0-1 0 0,0 1 1 0 0,0 0 0 0 0,0-1-1 0 0,0 1 1 0 0,0 0 0 0 0,-2 7-1 0 0,-3 5 110 0 0,-9 30 0 0 0,4-6-48 0 0,2 0-1 0 0,2 1 0 0 0,1 1 1 0 0,2-1-1 0 0,3 1 0 0 0,1 0 1 0 0,3 43-1 0 0,1-65-47 0 0,0-1-1 0 0,2 0 1 0 0,10 34-1 0 0,-12-47-72 0 0,0 0-1 0 0,1 1 1 0 0,0-1 0 0 0,0 0-1 0 0,0 0 1 0 0,1-1 0 0 0,0 1-1 0 0,0-1 1 0 0,0 0 0 0 0,1 0-1 0 0,0 0 1 0 0,0 0 0 0 0,0-1-1 0 0,9 6 1 0 0,-11-9-5 0 0,0 0-1 0 0,-1 0 1 0 0,1 0 0 0 0,0 0 0 0 0,0-1-1 0 0,0 1 1 0 0,0-1 0 0 0,0 0-1 0 0,1 0 1 0 0,-1 0 0 0 0,0 0-1 0 0,0 0 1 0 0,0-1 0 0 0,0 1-1 0 0,0-1 1 0 0,0 0 0 0 0,-1 0-1 0 0,1 0 1 0 0,0 0 0 0 0,0 0 0 0 0,4-4-1 0 0,0 1 38 0 0,0 0 1 0 0,-1-1-1 0 0,0 0 0 0 0,0 0 0 0 0,-1 0 0 0 0,1-1 1 0 0,6-9-1 0 0,-3 1 1 0 0,-1 0 0 0 0,0 0 0 0 0,-1-1 0 0 0,-1 0 0 0 0,8-29 0 0 0,-5 7-1 0 0,6-51-1 0 0,-12 55-79 0 0,-2-1 1 0 0,-1 1-1 0 0,-1-1 0 0 0,-2 1 1 0 0,-14-65-1 0 0,15 90 20 0 0,0 0-1 0 0,-1 0 0 0 0,0 0 1 0 0,0 1-1 0 0,-1-1 1 0 0,0 1-1 0 0,0-1 1 0 0,0 1-1 0 0,-1 1 0 0 0,-7-9 1 0 0,10 13-9 0 0,-1-1-1 0 0,1 1 1 0 0,-1-1 0 0 0,0 1 0 0 0,0 0 0 0 0,0 0 0 0 0,0 0-1 0 0,0 1 1 0 0,-1-1 0 0 0,1 1 0 0 0,-1 0 0 0 0,1 0-1 0 0,0 0 1 0 0,-1 0 0 0 0,0 0 0 0 0,1 1 0 0 0,-1 0 0 0 0,1-1-1 0 0,-1 1 1 0 0,0 1 0 0 0,1-1 0 0 0,-1 0 0 0 0,1 1-1 0 0,-1 0 1 0 0,-4 1 0 0 0,0 2 0 0 0,-1-1 0 0 0,1 2 0 0 0,0-1 0 0 0,0 1 0 0 0,1 0-1 0 0,-1 1 1 0 0,1-1 0 0 0,0 2 0 0 0,1-1 0 0 0,-1 1 0 0 0,1 0 0 0 0,1 0 0 0 0,-1 0-1 0 0,1 1 1 0 0,1 0 0 0 0,-1 0 0 0 0,-4 14 0 0 0,5-12 52 0 0,0 0 0 0 0,1 0 0 0 0,0 1 0 0 0,1 0 0 0 0,0-1 0 0 0,1 1 0 0 0,0 0 0 0 0,1 0 0 0 0,0 0 0 0 0,0-1 0 0 0,1 1 0 0 0,1 0-1 0 0,0 0 1 0 0,6 17 0 0 0,1-6 52 0 0,0-1-1 0 0,2-1 1 0 0,0 0 0 0 0,2 0-1 0 0,18 22 1 0 0,82 81 500 0 0,-84-93-395 0 0,-14-14-76 0 0,0 0 1 0 0,22 16-1 0 0,-29-26-126 0 0,-1 0 0 0 0,-1 1 0 0 0,12 14 0 0 0,14 14-143 0 0,-32-34-536 0 0,6 3-3012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19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107 132 17879 0 0,'4'-8'763'0'0,"0"0"-1"0"0,-1 1 1 0 0,0-2-1 0 0,-1 1 1 0 0,3-16-1 0 0,-5 22-653 0 0,1-1-1 0 0,-1 1 0 0 0,0-1 1 0 0,0 0-1 0 0,0 1 0 0 0,0-1 1 0 0,-1 1-1 0 0,1-1 1 0 0,-1 0-1 0 0,1 1 0 0 0,-1-1 1 0 0,0 1-1 0 0,0 0 0 0 0,0-1 1 0 0,0 1-1 0 0,-1 0 1 0 0,1-1-1 0 0,-1 1 0 0 0,1 0 1 0 0,-1 0-1 0 0,0 0 0 0 0,0 1 1 0 0,-3-4-1 0 0,3 4-83 0 0,0 0 0 0 0,0 0 0 0 0,0 0 0 0 0,0 0 0 0 0,0 0 0 0 0,-1 0 1 0 0,1 1-1 0 0,0-1 0 0 0,0 1 0 0 0,-1 0 0 0 0,1-1 0 0 0,0 1 0 0 0,-1 0 0 0 0,1 0 0 0 0,0 1 0 0 0,-1-1 0 0 0,1 0 0 0 0,0 1 0 0 0,0 0 0 0 0,-1-1 0 0 0,1 1 0 0 0,0 0 0 0 0,0 0 1 0 0,0 0-1 0 0,0 0 0 0 0,0 0 0 0 0,0 1 0 0 0,0-1 0 0 0,1 1 0 0 0,-3 1 0 0 0,0 1-30 0 0,1-1-1 0 0,0 0 1 0 0,0 1 0 0 0,0-1-1 0 0,0 1 1 0 0,1 0 0 0 0,-1 0 0 0 0,1 0-1 0 0,0 1 1 0 0,0-1 0 0 0,1 0-1 0 0,-1 1 1 0 0,1-1 0 0 0,-1 7-1 0 0,2-4-14 0 0,0 1 0 0 0,0-1 0 0 0,1 0-1 0 0,0 0 1 0 0,0 0 0 0 0,1 0 0 0 0,-1 0-1 0 0,2 0 1 0 0,-1 0 0 0 0,1 0 0 0 0,5 9-1 0 0,5 5 14 0 0,1-1-1 0 0,18 21 0 0 0,-16-22 9 0 0,19 31-1 0 0,-30-40 83 0 0,-1-1-1 0 0,0 1 1 0 0,-1 0 0 0 0,1 0-1 0 0,-2 1 1 0 0,0-1 0 0 0,0 0-1 0 0,0 13 1 0 0,-1-14 150 0 0,-1-7-151 0 0,-1 0 0 0 0,0 0 0 0 0,0 0 0 0 0,0 0 0 0 0,0-1-1 0 0,0 1 1 0 0,0 0 0 0 0,-1 0 0 0 0,1-1 0 0 0,-1 1 0 0 0,1-1-1 0 0,-1 0 1 0 0,1 1 0 0 0,-1-1 0 0 0,0 0 0 0 0,-3 2 0 0 0,-10 8 328 0 0,12-8-346 0 0,0-1 0 0 0,0 1 0 0 0,0-1 1 0 0,0 0-1 0 0,-6 3 0 0 0,8-5-49 0 0,-1 1 0 0 0,1 0-1 0 0,0-1 1 0 0,0 0 0 0 0,0 1-1 0 0,-1-1 1 0 0,1 0 0 0 0,0 0-1 0 0,0 1 1 0 0,-1-1-1 0 0,1 0 1 0 0,0 0 0 0 0,0 0-1 0 0,-1-1 1 0 0,1 1 0 0 0,0 0-1 0 0,0 0 1 0 0,-1-1 0 0 0,1 1-1 0 0,-2-1 1 0 0,-8-7-10 0 0,6 6-153 0 0,0-1 1 0 0,0 0 0 0 0,1 0 0 0 0,-1 0 0 0 0,1-1 0 0 0,0 0 0 0 0,0 1 0 0 0,1-1 0 0 0,-5-6-1 0 0,1-3-1745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0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22463 0 0,'0'0'1713'0'0,"2"0"-1173"0"0,97 5 471 0 0,-28-2-235 0 0,-70-3-865 0 0,0 0-1 0 0,1 0 1 0 0,-1 0-1 0 0,0 0 1 0 0,1 1 0 0 0,-1-1-1 0 0,0 0 1 0 0,0 1-1 0 0,0-1 1 0 0,1 1 0 0 0,-1-1-1 0 0,0 1 1 0 0,0 0-1 0 0,0 0 1 0 0,2 1-1 0 0,4 5-1311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21311 0 0,'0'0'2360'0'0,"2"0"-1845"0"0,7 3-91 0 0,0 0 0 0 0,1-1 0 0 0,-1 0 1 0 0,1-1-1 0 0,-1 0 0 0 0,1 0 0 0 0,14-2 0 0 0,3-2-1718 0 0,39-8-1 0 0,-50 8 240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0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35 18775 0 0,'0'0'860'0'0,"-1"-1"-21"0"0,0-2-711 0 0,-1 1 0 0 0,0-1 0 0 0,0 1 1 0 0,0 0-1 0 0,0 0 0 0 0,0 0 0 0 0,0 0 0 0 0,0 0 0 0 0,-1 0 1 0 0,1 0-1 0 0,-1 1 0 0 0,1 0 0 0 0,-1-1 0 0 0,0 1 0 0 0,0 0 1 0 0,1 0-1 0 0,-1 0 0 0 0,0 1 0 0 0,0-1 0 0 0,0 1 1 0 0,0-1-1 0 0,0 1 0 0 0,0 0 0 0 0,0 0 0 0 0,0 0 0 0 0,0 1 1 0 0,0-1-1 0 0,0 1 0 0 0,-5 1 0 0 0,-2 3 9 0 0,1 0 0 0 0,0 0 1 0 0,0 1-1 0 0,0 1 0 0 0,1-1 0 0 0,-1 1 0 0 0,2 1 0 0 0,-1-1 1 0 0,-9 14-1 0 0,13-16-54 0 0,1-1 0 0 0,0 1 0 0 0,0 0 0 0 0,1 1 0 0 0,-1-1 0 0 0,1 0 0 0 0,0 1 0 0 0,0-1 0 0 0,1 1 0 0 0,0 0 0 0 0,0 0 0 0 0,0-1 0 0 0,1 1 0 0 0,-1 0 0 0 0,2 0 0 0 0,-1 0 0 0 0,0-1 0 0 0,1 1 0 0 0,2 6 0 0 0,-1-5 30 0 0,0-1 1 0 0,1 1-1 0 0,0 0 1 0 0,1-1-1 0 0,-1 0 0 0 0,1 0 1 0 0,8 9-1 0 0,3 2 291 0 0,19 17 0 0 0,5 4 322 0 0,16 19 230 0 0,16 16-428 0 0,-63-62-531 0 0,1 0 0 0 0,-2 0 0 0 0,1 1 0 0 0,-1 0 0 0 0,6 16 0 0 0,-13-28 6 0 0,1 1 0 0 0,-1 0 1 0 0,0 0-1 0 0,0 0 1 0 0,1 0-1 0 0,-1 0 0 0 0,0 0 1 0 0,0 0-1 0 0,0-1 0 0 0,0 1 1 0 0,0 0-1 0 0,0 0 1 0 0,0 0-1 0 0,-1 0 0 0 0,1 0 1 0 0,0 0-1 0 0,0 0 1 0 0,-1-1-1 0 0,1 1 0 0 0,0 0 1 0 0,-1 0-1 0 0,1 0 0 0 0,-2 0 1 0 0,1 1 10 0 0,0-1 0 0 0,-1 1 1 0 0,0-1-1 0 0,1 0 0 0 0,-1 1 1 0 0,0-1-1 0 0,0 0 0 0 0,1 0 1 0 0,-1 0-1 0 0,-2 0 0 0 0,-2 1 14 0 0,1-1 0 0 0,0 1 0 0 0,0-1 0 0 0,-1 0 0 0 0,1-1-1 0 0,-1 1 1 0 0,-6-1 0 0 0,-71-16 88 0 0,63 11-93 0 0,12 3-4 0 0,1 0 0 0 0,0-1 1 0 0,0 0-1 0 0,0 0 0 0 0,1-1 0 0 0,-1 1 1 0 0,1-1-1 0 0,0-1 0 0 0,0 1 1 0 0,0-1-1 0 0,1 0 0 0 0,-1-1 1 0 0,1 1-1 0 0,0-1 0 0 0,1 0 1 0 0,0 0-1 0 0,0 0 0 0 0,0-1 0 0 0,0 1 1 0 0,-2-10-1 0 0,4 13-13 0 0,1 0 1 0 0,0-1-1 0 0,0 1 0 0 0,0-1 0 0 0,0 1 1 0 0,1-1-1 0 0,0 1 0 0 0,-1-1 0 0 0,1 1 1 0 0,0-1-1 0 0,1 0 0 0 0,-1 1 1 0 0,1-1-1 0 0,-1 1 0 0 0,1-1 0 0 0,2-3 1 0 0,0-3 15 0 0,0 3 10 0 0,-1 1 0 0 0,1-1 0 0 0,0 1 0 0 0,0 0 0 0 0,0 0-1 0 0,1 0 1 0 0,0 0 0 0 0,9-9 0 0 0,-5 7-21 0 0,2-3 0 0 0,1 0 0 0 0,0 1 0 0 0,1 0 0 0 0,0 1 0 0 0,1 0 0 0 0,13-7 0 0 0,13-5-484 0 0,-26 12 1 0 0,23-8 1 0 0,62-28-5980 0 0,-66 35 4342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1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1 123 22231 0 0,'0'0'2011'0'0,"0"2"-1654"0"0,1 14 44 0 0,1-1 0 0 0,4 19 1 0 0,0-6 669 0 0,6 39 297 0 0,-3-20-607 0 0,-2 1-1 0 0,2 60 0 0 0,-9-100-721 0 0,0 7 26 0 0,0-1 0 0 0,-1 1 1 0 0,-4 21-1 0 0,4-28-76 0 0,-1 1 311 0 0,0-9-164 0 0,-2-5-102 0 0,-2-8 3 0 0,1-1 1 0 0,1 1 0 0 0,0-1 0 0 0,0 0 0 0 0,-1-17-1 0 0,1-1 69 0 0,1-41-1 0 0,4 25-209 0 0,6-50-1 0 0,-4 75 58 0 0,2 1 0 0 0,0-1-1 0 0,1 1 1 0 0,11-26 0 0 0,-13 40 47 0 0,-1 0 0 0 0,1 0 1 0 0,1 0-1 0 0,0 1 1 0 0,0 0-1 0 0,0 0 0 0 0,1 0 1 0 0,10-10-1 0 0,-13 14-9 0 0,0 1-1 0 0,1 0 0 0 0,-1 0 1 0 0,0 0-1 0 0,1 0 0 0 0,-1 0 1 0 0,1 1-1 0 0,0-1 1 0 0,-1 1-1 0 0,1 0 0 0 0,0 0 1 0 0,0 1-1 0 0,0-1 1 0 0,0 1-1 0 0,0 0 0 0 0,-1 0 1 0 0,1 0-1 0 0,0 0 1 0 0,0 1-1 0 0,0 0 0 0 0,6 1 1 0 0,-3 1 13 0 0,-1 0 0 0 0,0 0 0 0 0,0 0-1 0 0,0 0 1 0 0,0 1 0 0 0,0 0 0 0 0,-1 0 0 0 0,0 1 0 0 0,0-1 0 0 0,0 1 0 0 0,0 0 0 0 0,-1 1 0 0 0,0-1 0 0 0,0 1 0 0 0,0 0 0 0 0,5 12 0 0 0,-6-13 13 0 0,-1 1 1 0 0,1 0 0 0 0,-1 1 0 0 0,-1-1 0 0 0,1 0-1 0 0,-1 1 1 0 0,0-1 0 0 0,0 1 0 0 0,-1-1-1 0 0,0 1 1 0 0,0-1 0 0 0,0 1 0 0 0,-1-1-1 0 0,0 1 1 0 0,-1-1 0 0 0,1 0 0 0 0,-6 13-1 0 0,4-12 25 0 0,-1 1 0 0 0,0-1 0 0 0,-1 0-1 0 0,0 0 1 0 0,0 0 0 0 0,0-1-1 0 0,-1 1 1 0 0,-9 7 0 0 0,12-11-20 0 0,-2 0-1 0 0,1-1 1 0 0,0 1 0 0 0,0-1-1 0 0,-1 0 1 0 0,1 0 0 0 0,-1-1-1 0 0,0 1 1 0 0,0-1 0 0 0,1 0 0 0 0,-1 0-1 0 0,0-1 1 0 0,0 1 0 0 0,0-1-1 0 0,-9-1 1 0 0,7 0-201 0 0,-1 0 1 0 0,1 0-1 0 0,0-1 1 0 0,0 0-1 0 0,0-1 1 0 0,0 1-1 0 0,0-1 1 0 0,0-1-1 0 0,1 1 0 0 0,-1-1 1 0 0,-5-5-1 0 0,-6-3-10534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2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18 4607 0 0,'0'0'354'0'0,"-22"2"12270"0"0,21-3-12217 0 0,-4-12-494 0 0,4 7 2181 0 0,1 9-1733 0 0,-1-1 0 0 0,1 0 0 0 0,0 0 0 0 0,-1 0-1 0 0,1 0 1 0 0,-1 0 0 0 0,-1 3 0 0 0,-2-1-220 0 0,0 1-1 0 0,1 0 1 0 0,-1 0 0 0 0,1 1 0 0 0,0-1 0 0 0,0 1-1 0 0,1-1 1 0 0,-4 13 0 0 0,-10 53 397 0 0,12-48-350 0 0,-6 31 109 0 0,3 0-1 0 0,2 1 1 0 0,2-1-1 0 0,9 109 1 0 0,-3-141-94 0 0,0-1 0 0 0,2 1 1 0 0,10 29-1 0 0,-12-43-132 0 0,1 1-1 0 0,0-1 1 0 0,0 0-1 0 0,0 0 1 0 0,1 0-1 0 0,1-1 1 0 0,-1 0-1 0 0,1 0 1 0 0,0 0 0 0 0,13 11-1 0 0,-5-9 62 0 0,1 0 0 0 0,28 13-1 0 0,5 2 127 0 0,-46-22-241 0 0,1 0-1 0 0,-1-1 0 0 0,1 1 0 0 0,0-1 0 0 0,-1 0 0 0 0,1 0 0 0 0,0 0 0 0 0,0 0 0 0 0,0 0 0 0 0,0-1 1 0 0,0 1-1 0 0,0-1 0 0 0,0 0 0 0 0,0 0 0 0 0,0 0 0 0 0,0 0 0 0 0,0-1 0 0 0,-1 1 0 0 0,1-1 0 0 0,0 0 1 0 0,0 1-1 0 0,0-1 0 0 0,0 0 0 0 0,-1-1 0 0 0,4-1 0 0 0,20-10 167 0 0,-21 11-145 0 0,-1 0 0 0 0,1 0 0 0 0,0 0 0 0 0,-1-1 1 0 0,0 0-1 0 0,0 0 0 0 0,6-5 0 0 0,-2-2-8 0 0,0 0 1 0 0,0-1-1 0 0,-1 0 1 0 0,0-1-1 0 0,-1 1 1 0 0,0-1-1 0 0,-1 0 0 0 0,0-1 1 0 0,-1 1-1 0 0,-1-1 1 0 0,0 0-1 0 0,0 0 1 0 0,0-16-1 0 0,-1-8 64 0 0,-1-1-1 0 0,-3 1 1 0 0,-8-54-1 0 0,6 63-105 0 0,-1-1 0 0 0,-19-53 0 0 0,19 68 8 0 0,0 1-1 0 0,-2 0 1 0 0,0 0-1 0 0,0 0 1 0 0,-1 1-1 0 0,0 0 1 0 0,-19-19-1 0 0,25 28 5 0 0,-1 1 0 0 0,0 0 1 0 0,0 0-1 0 0,0 0 0 0 0,0 0 0 0 0,0 0 0 0 0,0 1 1 0 0,-1-1-1 0 0,1 1 0 0 0,-1 0 0 0 0,1 0 0 0 0,-1 0 0 0 0,1 0 1 0 0,-1 1-1 0 0,1 0 0 0 0,-1-1 0 0 0,-6 2 0 0 0,7-1 0 0 0,0 0-1 0 0,0 1 0 0 0,1-1 0 0 0,-1 1 1 0 0,0 0-1 0 0,0 0 0 0 0,0 0 0 0 0,0 0 1 0 0,1 1-1 0 0,-1-1 0 0 0,1 1 0 0 0,-1-1 1 0 0,1 1-1 0 0,-1 0 0 0 0,1 0 0 0 0,0 0 0 0 0,0 0 1 0 0,0 1-1 0 0,0-1 0 0 0,0 0 0 0 0,-1 4 1 0 0,0 1-6 0 0,0 0-1 0 0,1 0 1 0 0,0 0 0 0 0,0 0 0 0 0,0 0 0 0 0,1 1-1 0 0,0-1 1 0 0,1 1 0 0 0,0-1 0 0 0,0 1 0 0 0,0-1-1 0 0,2 9 1 0 0,2 4 64 0 0,0 1-1 0 0,2-1 1 0 0,8 22-1 0 0,-5-19-24 0 0,0 0 1 0 0,2 0-1 0 0,1-1 0 0 0,0-1 1 0 0,2 0-1 0 0,1-1 0 0 0,0 0 1 0 0,1-1-1 0 0,1-1 0 0 0,1 0 1 0 0,25 19-1 0 0,-33-30-2 0 0,3 3-35 0 0,1-1-1 0 0,0 0 1 0 0,20 9-1 0 0,-6-4-546 0 0,-21-11 151 0 0,0 1 1 0 0,0-1-1 0 0,0 0 0 0 0,8 2 1 0 0,-11-4-739 0 0,-1-1 0 0 0,1 1 0 0 0,0-1 0 0 0,0 0 0 0 0,0 0 0 0 0,6-1 0 0 0,13-3-7600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2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 22 16327 0 0,'-2'-1'746'0'0,"-3"-2"-475"0"0,0 1 1 0 0,0-1-1 0 0,-1 1 1 0 0,1-1-1 0 0,-1 2 1 0 0,0-1-1 0 0,1 1 1 0 0,-10-2-1 0 0,11 3 24 0 0,0 0-1 0 0,0 0 1 0 0,1 0 0 0 0,-1 1 0 0 0,0-1-1 0 0,1 1 1 0 0,-1 0 0 0 0,1 0-1 0 0,-1 0 1 0 0,1 0 0 0 0,-1 1-1 0 0,1 0 1 0 0,0-1 0 0 0,0 1-1 0 0,-5 4 1 0 0,-4 4 111 0 0,1 1 0 0 0,-1 1 0 0 0,2 0-1 0 0,0 0 1 0 0,0 1 0 0 0,1 1 0 0 0,-8 15 0 0 0,7-9-11 0 0,1 0 0 0 0,0 1-1 0 0,2-1 1 0 0,-9 38 0 0 0,14-43-345 0 0,0 0-1 0 0,1 0 0 0 0,1 0 0 0 0,0 0 1 0 0,1 0-1 0 0,0 0 0 0 0,1 0 0 0 0,1-1 1 0 0,1 1-1 0 0,0-1 0 0 0,0 1 0 0 0,2-1 1 0 0,0 0-1 0 0,0-1 0 0 0,1 0 0 0 0,17 24 1 0 0,-20-33-56 0 0,-1 0 0 0 0,1 0 0 0 0,0 0 1 0 0,-1 0-1 0 0,2-1 0 0 0,-1 0 0 0 0,0 0 1 0 0,1 0-1 0 0,-1 0 0 0 0,1-1 1 0 0,0 0-1 0 0,0 0 0 0 0,0 0 0 0 0,0 0 1 0 0,6 0-1 0 0,-8-1-118 0 0,0-1 1 0 0,1 0-1 0 0,-1 0 1 0 0,0 0-1 0 0,1 0 1 0 0,-1 0 0 0 0,0-1-1 0 0,0 1 1 0 0,1-1-1 0 0,-1 0 1 0 0,0 0-1 0 0,0 0 1 0 0,0 0-1 0 0,0-1 1 0 0,0 1-1 0 0,0-1 1 0 0,-1 0 0 0 0,1 0-1 0 0,0 0 1 0 0,-1 0-1 0 0,1 0 1 0 0,-1-1-1 0 0,0 1 1 0 0,0-1-1 0 0,0 1 1 0 0,2-4-1 0 0,5-11-1430 0 0,12-24-1 0 0,-8 9-153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2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20735 0 0,'0'0'951'0'0,"0"3"-25"0"0,-1 15-561 0 0,1 1-1 0 0,0-1 1 0 0,7 36-1 0 0,19 58 2598 0 0,-5-18-1596 0 0,7 38 82 0 0,16 98 274 0 0,-36-179-1426 0 0,3 19-33 0 0,4 115 0 0 0,-14-162-1 0 0,-1-9-1713 0 0,1-4-2856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3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15199 0 0,'3'0'8035'0'0,"38"-5"-4098"0"0,24-6-2618 0 0,-51 8-1325 0 0,1 1 1 0 0,0 0-1 0 0,0 1 0 0 0,15 1 1 0 0,-20 2-1322 0 0,-2 1-497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3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3679 0 0,'0'0'20784'0'0,"9"3"-19328"0"0,1-2-792 0 0,1 1-160 0 0,1-4-32 0 0,-1 1-568 0 0,0-2-104 0 0,-2-4-24 0 0,0 2-7016 0 0,3 8-1400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6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0 15519 0 0,'-3'1'712'0'0,"-1"-1"-409"0"0,-1 1-16 0 0,-1-1 2709 0 0,12 11-1771 0 0,-2-8-1118 0 0,-1 1 0 0 0,0 0 1 0 0,1 0-1 0 0,-1 0 0 0 0,-1 1 1 0 0,1-1-1 0 0,-1 1 0 0 0,3 4 0 0 0,-4-6-40 0 0,-1-1 0 0 0,1 1 0 0 0,-1-1 0 0 0,1 1 0 0 0,-1-1 0 0 0,0 1 0 0 0,0-1 0 0 0,0 1 0 0 0,0 0 0 0 0,0-1 0 0 0,0 1 0 0 0,-1-1 0 0 0,1 1-1 0 0,-1-1 1 0 0,0 1 0 0 0,0-1 0 0 0,0 0 0 0 0,-2 4 0 0 0,-22 33 721 0 0,-5 9-125 0 0,-2 9-309 0 0,-2-2-1 0 0,-68 83 1 0 0,74-95-160 0 0,5-8 104 0 0,22-34-78 0 0,8 3 428 0 0,3-5-509 0 0,0 0 0 0 0,18-5 0 0 0,8-1 44 0 0,6-1-152 0 0,-29 5 2 0 0,1 1-1 0 0,25-2 0 0 0,-6 4 55 0 0,-12 1-2 0 0,0-1 1 0 0,21-3 0 0 0,-17 0 66 0 0,1 2 0 0 0,36 2 0 0 0,-11 3-872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7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17623 0 0,'0'0'3918'0'0,"0"3"-2819"0"0,5 52 1621 0 0,-1-12-1561 0 0,22 307 2429 0 0,-25-338-3799 0 0,0-1 0 0 0,1 0 0 0 0,0 0 0 0 0,1 0 0 0 0,7 19-1 0 0,-2-20-2372 0 0,-1-2 1087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7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 22895 0 0,'0'0'521'0'0,"2"4"73"0"0,0 0-480 0 0,-1 0 0 0 0,0 0 0 0 0,0 0 0 0 0,0 0 0 0 0,0 0 0 0 0,0 0 0 0 0,-1 1 0 0 0,0-1 0 0 0,0 0 0 0 0,0 0 0 0 0,-2 7 0 0 0,1 0 22 0 0,1-1 0 0 0,0 0 0 0 0,0 1-1 0 0,1-1 1 0 0,1 1 0 0 0,0-1 0 0 0,0 0 0 0 0,1 0 0 0 0,0 0 0 0 0,0 0 0 0 0,1 0 0 0 0,1-1 0 0 0,0 0 0 0 0,0 1 0 0 0,0-2 0 0 0,9 11 0 0 0,-7-10-27 0 0,0-1 1 0 0,1 1 0 0 0,1-2 0 0 0,-1 1 0 0 0,1-1 0 0 0,0 0 0 0 0,1-1 0 0 0,-1 0 0 0 0,1 0 0 0 0,0-1 0 0 0,1 0 0 0 0,-1-1 0 0 0,1 0 0 0 0,19 3 0 0 0,-27-6-103 0 0,1-1 1 0 0,0 0-1 0 0,0 0 1 0 0,0 0 0 0 0,0 0-1 0 0,-1-1 1 0 0,1 1-1 0 0,0-1 1 0 0,0 0-1 0 0,-1 0 1 0 0,1-1 0 0 0,-1 1-1 0 0,1-1 1 0 0,-1 1-1 0 0,1-1 1 0 0,-1 0 0 0 0,0-1-1 0 0,0 1 1 0 0,0 0-1 0 0,4-5 1 0 0,-3 3-1 0 0,0-1 1 0 0,0 0-1 0 0,-1 0 1 0 0,1 0-1 0 0,-1 0 1 0 0,0-1-1 0 0,-1 1 0 0 0,1-1 1 0 0,-1 1-1 0 0,0-1 1 0 0,-1 0-1 0 0,2-7 1 0 0,-2 2 19 0 0,0 0 0 0 0,-1 0 0 0 0,0-1 0 0 0,-1 1 0 0 0,0 0 0 0 0,-1 0 0 0 0,0 0 0 0 0,-1 1 0 0 0,0-1 0 0 0,0 0 0 0 0,-9-16 0 0 0,6 15-1 0 0,-1 1 1 0 0,0-1-1 0 0,0 1 1 0 0,-2 0-1 0 0,1 1 1 0 0,-1 0 0 0 0,-1 0-1 0 0,0 1 1 0 0,-13-10-1 0 0,6 6 11 0 0,9 7-3 0 0,0 0 1 0 0,0 0-1 0 0,-10-4 1 0 0,15 8-30 0 0,1 1 0 0 0,-1 0 0 0 0,1 0 0 0 0,-1 0 0 0 0,0 1 0 0 0,1-1 0 0 0,-1 1 0 0 0,0-1 0 0 0,0 1 0 0 0,1 0 1 0 0,-1 0-1 0 0,0 0 0 0 0,0 1 0 0 0,0-1 0 0 0,-4 2 0 0 0,-1 0-444 0 0,1 1 1 0 0,-15 7-1 0 0,20-9 286 0 0,0 1-1 0 0,-1-1 1 0 0,1 1-1 0 0,0-1 1 0 0,0 1-1 0 0,0-1 1 0 0,1 1-1 0 0,-1 0 0 0 0,0 0 1 0 0,1 0-1 0 0,-1 0 1 0 0,1 0-1 0 0,-2 4 1 0 0,1 4-1534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7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14279 0 0,'2'0'3536'0'0,"3"0"-2122"0"0,0-1-1 0 0,0 0 0 0 0,0-1 0 0 0,8-2 1 0 0,9-3 198 0 0,38-12 237 0 0,-52 17-1782 0 0,-5 2-68 0 0,0-1-1 0 0,0 0 1 0 0,0 1 0 0 0,0 0-1 0 0,1 0 1 0 0,-1 0-1 0 0,0 0 1 0 0,4 0 0 0 0,-6 1-120 0 0,0-1 1 0 0,0 0-1 0 0,0 0 0 0 0,0 0 1 0 0,0 0-1 0 0,-1 0 1 0 0,1-1-1 0 0,0 1 1 0 0,0 0-1 0 0,0 0 1 0 0,0-1-1 0 0,2 0 0 0 0,-2 1-178 0 0,7-3-1761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8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34 22687 0 0,'0'0'2284'0'0,"1"-1"-2093"0"0,1-2-94 0 0,0 1 1 0 0,1 0 0 0 0,-1 0-1 0 0,0 0 1 0 0,1 0 0 0 0,0 0-1 0 0,-1 1 1 0 0,1-1 0 0 0,0 1-1 0 0,0 0 1 0 0,5-2 0 0 0,-2 1 167 0 0,0 0-1 0 0,0 0 1 0 0,0 1 0 0 0,0 0 0 0 0,8 0 0 0 0,-2 1-56 0 0,0 1-1 0 0,0 1 0 0 0,-1 0 1 0 0,1 1-1 0 0,-1 0 1 0 0,1 1-1 0 0,-1 0 1 0 0,11 6-1 0 0,-20-8-195 0 0,1-1 0 0 0,-1 1-1 0 0,0 0 1 0 0,0 0 0 0 0,0 0 0 0 0,0 0 0 0 0,0 1-1 0 0,-1-1 1 0 0,1 0 0 0 0,-1 1 0 0 0,1-1 0 0 0,1 6-1 0 0,1 1 15 0 0,-1 0-1 0 0,3 14 0 0 0,-4-12-15 0 0,0 1 0 0 0,-1-1 0 0 0,-1 1 0 0 0,0-1 0 0 0,-1 1 0 0 0,0-1 0 0 0,0 0 0 0 0,-1 1-1 0 0,-1-1 1 0 0,0 0 0 0 0,0 0 0 0 0,-1 0 0 0 0,-6 11 0 0 0,2-7-45 0 0,-1 1 0 0 0,0-2 0 0 0,-1 1 0 0 0,-1-1 0 0 0,0-1-1 0 0,-1 0 1 0 0,-26 23 0 0 0,-27 6-32 0 0,57-36 66 0 0,0 0 0 0 0,0 0 0 0 0,-1-1 0 0 0,0 0 0 0 0,0 0 0 0 0,-11 4 0 0 0,13-8 56 0 0,6 0 309 0 0,2-2-274 0 0,-1 0-83 0 0,1 1-1 0 0,-1-1 1 0 0,1 1 0 0 0,-1-1 0 0 0,1 1 0 0 0,0 0 0 0 0,-1-1 0 0 0,1 1 0 0 0,0 0-1 0 0,-1-1 1 0 0,1 1 0 0 0,0 0 0 0 0,-1 0 0 0 0,1 0 0 0 0,0 0 0 0 0,0-1 0 0 0,-1 1-1 0 0,1 0 1 0 0,0 0 0 0 0,-1 0 0 0 0,1 1 0 0 0,0-1 0 0 0,0 0 0 0 0,0 0 0 0 0,2 1 28 0 0,57-6 400 0 0,-30 5-315 0 0,-1-1 1 0 0,1-1-1 0 0,50-10 0 0 0,-9-6-2843 0 0,-55 13-4357 0 0,-3-1-2269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0:28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34 285 22575 0 0,'0'0'513'0'0,"-3"15"1241"0"0,1-9-1635 0 0,1 1-1 0 0,0-1 1 0 0,0 1 0 0 0,1-1-1 0 0,0 1 1 0 0,0-1 0 0 0,2 13 0 0 0,14 48 2109 0 0,-7-29-1682 0 0,2 11 70 0 0,0-9-173 0 0,-3 2-1 0 0,-2-1 0 0 0,2 53 0 0 0,-21-104-314 0 0,10 4-111 0 0,-1 1 0 0 0,1 0 0 0 0,-1-1 0 0 0,1 1 0 0 0,1-1 0 0 0,-1 0 0 0 0,1 0 1 0 0,-2-6-1 0 0,-8-51 194 0 0,9 47-192 0 0,1 2-19 0 0,-33-223-108 0 0,32 200 83 0 0,2 0-1 0 0,1 0 0 0 0,2 0 1 0 0,9-50-1 0 0,-9 80-10 0 0,-1 0 0 0 0,1 0 0 0 0,1 0 0 0 0,-1 1 0 0 0,1-1 0 0 0,0 1 0 0 0,1 0 0 0 0,-1 0 0 0 0,1 0 0 0 0,9-10 0 0 0,-11 14 34 0 0,0 0 0 0 0,0 0 1 0 0,0 0-1 0 0,1 1 0 0 0,-1-1 0 0 0,0 1 0 0 0,1-1 1 0 0,-1 1-1 0 0,1 0 0 0 0,-1 0 0 0 0,1 0 0 0 0,0 0 1 0 0,-1 0-1 0 0,1 1 0 0 0,0-1 0 0 0,-1 1 0 0 0,1 0 1 0 0,0 0-1 0 0,0 0 0 0 0,0 0 0 0 0,-1 0 0 0 0,1 1 1 0 0,0-1-1 0 0,0 1 0 0 0,-1 0 0 0 0,1 0 0 0 0,-1 0 0 0 0,1 0 1 0 0,-1 0-1 0 0,4 2 0 0 0,0 0 24 0 0,-1 1 1 0 0,1 0-1 0 0,-1 0 1 0 0,0 0-1 0 0,0 1 0 0 0,0 0 1 0 0,0 0-1 0 0,-1 0 0 0 0,0 0 1 0 0,0 1-1 0 0,-1 0 1 0 0,1 0-1 0 0,-1 0 0 0 0,0 0 1 0 0,-1 0-1 0 0,1 0 0 0 0,-1 1 1 0 0,-1-1-1 0 0,2 10 1 0 0,-2-6 76 0 0,0-1 1 0 0,0 0 0 0 0,-2 1 0 0 0,1-1-1 0 0,-1 0 1 0 0,0 1 0 0 0,-1-1 0 0 0,0 0-1 0 0,0 0 1 0 0,-1 0 0 0 0,0 0 0 0 0,-1-1-1 0 0,-6 13 1 0 0,7-17-82 0 0,0 1 0 0 0,0 0 1 0 0,-1-1-1 0 0,1 0 0 0 0,-1 0 0 0 0,0 0 0 0 0,0 0 0 0 0,0-1 0 0 0,0 0 1 0 0,-1 1-1 0 0,0-1 0 0 0,1-1 0 0 0,-1 1 0 0 0,-7 2 0 0 0,6-3-215 0 0,0-1 0 0 0,-1 1 0 0 0,1-1 0 0 0,-1-1 0 0 0,1 1 0 0 0,-1-1-1 0 0,1 0 1 0 0,-1 0 0 0 0,1-1 0 0 0,-1 0 0 0 0,-9-2 0 0 0,6 1-1210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3:55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10 7367 0 0,'-17'2'14756'0'0,"19"-2"-14252"0"0,30-4 902 0 0,-26 3-1223 0 0,1 0 0 0 0,-1 0 0 0 0,1 1 0 0 0,-1 0 1 0 0,1 0-1 0 0,7 1 0 0 0,-10 0-154 0 0,-1-1-1 0 0,1 0 0 0 0,-1 0 1 0 0,1 0-1 0 0,-1 0 1 0 0,1-1-1 0 0,5-1 0 0 0,-4 1-3 0 0,-1 0-1 0 0,1 0 0 0 0,-1 1 0 0 0,7-1 0 0 0,9 2-47 0 0,-13-1-90 0 0,0 0 1 0 0,-1 1 0 0 0,1 0-1 0 0,10 2 1 0 0,-2 1-3088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3:55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17447 0 0,'-7'6'1580'0'0,"-7"3"2232"0"0,16-9-3300 0 0,9 1-86 0 0,-1-1-1 0 0,0 0 1 0 0,15-2-1 0 0,14-4-2270 0 0,-39 6 1819 0 0,16-3-8277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9T06:53:57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36 5983 0 0,'-7'-5'623'0'0,"-12"2"14206"0"0,25 6-14625 0 0,7-1 12 0 0,-1-2 0 0 0,1 1 0 0 0,0-2-1 0 0,0 0 1 0 0,16-3 0 0 0,-1 1-178 0 0,86-17-2923 0 0,-78 15-4411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6T09:58:08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6T09:58:08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06T02:35:10.24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23 114,'0'0,"0"0,0 0,0 0,0-2,-2-6,-4-10,0-12,1 0,1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B82268CB-0F4A-4B2B-A3BE-544EECB15C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822129BA-E17F-46FB-880B-8F13F4671CA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AA75805-CC8F-493F-A2D2-04101DA97D1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11640D2D-106E-4B03-9F63-A973699352D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6F8704AC-2097-4C7D-9399-B82223EC70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A51F1C3D-36A8-44FA-980F-91710965E1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E37FD120-FCED-4A4F-A34E-70BA706DB35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602A-A3EB-5ADA-2EFE-C932583D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A4FB6-B012-A802-182A-3A15B6E10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BB8D2-2B61-116C-555F-4746E938B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ABA7F-A333-ACF6-2047-AE79EA057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73596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6025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6399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0793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8099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A77A-3C51-A55A-0159-17989B78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56915-73BE-F2F2-632F-D1FBE2CB7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B70E8-DC38-56B1-9EAD-66927A7BF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68C2-2F21-EFFE-9AA6-6EC4030A2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82765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Features</a:t>
            </a:r>
            <a:r>
              <a:rPr lang="en-SG" baseline="0" dirty="0"/>
              <a:t> of inward orientation</a:t>
            </a:r>
          </a:p>
          <a:p>
            <a:r>
              <a:rPr lang="en-SG" baseline="0" dirty="0"/>
              <a:t>Govt planned and control </a:t>
            </a:r>
          </a:p>
          <a:p>
            <a:r>
              <a:rPr lang="en-SG" baseline="0" dirty="0"/>
              <a:t>Trade restriction : limit imports and competition</a:t>
            </a:r>
          </a:p>
          <a:p>
            <a:r>
              <a:rPr lang="en-SG" baseline="0" dirty="0"/>
              <a:t>FDI restriction </a:t>
            </a:r>
          </a:p>
          <a:p>
            <a:r>
              <a:rPr lang="en-SG" baseline="0" dirty="0"/>
              <a:t>Currency manipulation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19B6-E9D7-4EE2-B42C-F9A107F6DEBC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428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7FD120-FCED-4A4F-A34E-70BA706DB35C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008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GB" dirty="0"/>
              <a:t>SIM/UOW/July2024/Clare Kon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25DB18-2A95-42C9-A42F-9689D555344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73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SIM/UOW/July2024/Clare Kon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CFF92-4814-4263-A32E-C81EDC49437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6792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SIM/UOW/July2020/Clare Kon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5CD821-9DE0-481D-A8DC-8C4B6786850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44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SIM/UOW/July2020/Clare Kon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7E2749-CD4E-48BF-919D-DE33F379DC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610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/>
              <a:t>SIM/UOW/July2024/Clare Kon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62F7D-A049-4295-9812-58DB62190E9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761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SIM/UOW/July2024/Clare Kon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155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SIM/UOW/July2024/Clare Kon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1C8AB9-80F9-420C-B7EC-7984EE5C364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922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/>
              <a:t>SIM/UOW/July2024/Clare Kon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5C9F8-904E-4033-A2C6-14CEF22D508E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5083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/>
              <a:t>SIM/UOW/July2020/Clare Kon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555D76-C228-44A0-B957-554F58822AD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039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/>
              <a:t>SIM/UOW/July2020/Clare Kon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4B6AF6-1299-4DF5-A585-8FF24E6F1C5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803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/>
              <a:t>SIM/UOW/July2020/Clare Kon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E01D97-E513-48C0-B69F-DF87E120F5D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244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SG" dirty="0"/>
              <a:t>SIM/UOW/July2024/Clare Kon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B72435C-1A13-4400-B77D-068D71C4F71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04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4" r:id="rId1"/>
    <p:sldLayoutId id="2147484425" r:id="rId2"/>
    <p:sldLayoutId id="2147484426" r:id="rId3"/>
    <p:sldLayoutId id="2147484427" r:id="rId4"/>
    <p:sldLayoutId id="2147484428" r:id="rId5"/>
    <p:sldLayoutId id="2147484429" r:id="rId6"/>
    <p:sldLayoutId id="2147484430" r:id="rId7"/>
    <p:sldLayoutId id="2147484431" r:id="rId8"/>
    <p:sldLayoutId id="2147484432" r:id="rId9"/>
    <p:sldLayoutId id="2147484433" r:id="rId10"/>
    <p:sldLayoutId id="214748443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njgjdwo-G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ssmalini.com/2018/06/28/my-thoughts-on-the-lgbtqia-community-as-a-20-year-old-heterosexual-girl/change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2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tectme.blog/tag/connected-home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tectme.blog/tag/connected-home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protectme.blog/tag/connected-home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protectme.blog/tag/connected-hom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japs.usm.my/?page_id=6972#note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japs.usm.my/?page_id=6972#note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restoringpangea.com/contending-for-the-gospel-part-1-how-not-to-do-it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articles/economics/08/tariff-trade-barrier-basics.asp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.png"/><Relationship Id="rId231" Type="http://schemas.openxmlformats.org/officeDocument/2006/relationships/customXml" Target="../ink/ink34.xml"/><Relationship Id="rId89" Type="http://schemas.openxmlformats.org/officeDocument/2006/relationships/image" Target="../media/image156.png"/><Relationship Id="rId112" Type="http://schemas.openxmlformats.org/officeDocument/2006/relationships/customXml" Target="../ink/ink16.xml"/><Relationship Id="rId191" Type="http://schemas.openxmlformats.org/officeDocument/2006/relationships/customXml" Target="../ink/ink28.xml"/><Relationship Id="rId226" Type="http://schemas.openxmlformats.org/officeDocument/2006/relationships/image" Target="../media/image74.png"/><Relationship Id="rId107" Type="http://schemas.openxmlformats.org/officeDocument/2006/relationships/image" Target="../media/image15.png"/><Relationship Id="rId221" Type="http://schemas.openxmlformats.org/officeDocument/2006/relationships/customXml" Target="../ink/ink29.xml"/><Relationship Id="rId242" Type="http://schemas.openxmlformats.org/officeDocument/2006/relationships/image" Target="../media/image82.png"/><Relationship Id="rId102" Type="http://schemas.openxmlformats.org/officeDocument/2006/relationships/customXml" Target="../ink/ink11.xml"/><Relationship Id="rId123" Type="http://schemas.openxmlformats.org/officeDocument/2006/relationships/image" Target="../media/image23.png"/><Relationship Id="rId128" Type="http://schemas.openxmlformats.org/officeDocument/2006/relationships/customXml" Target="../ink/ink24.xml"/><Relationship Id="rId5" Type="http://schemas.openxmlformats.org/officeDocument/2006/relationships/image" Target="../media/image1131.png"/><Relationship Id="rId90" Type="http://schemas.openxmlformats.org/officeDocument/2006/relationships/customXml" Target="../ink/ink5.xml"/><Relationship Id="rId95" Type="http://schemas.openxmlformats.org/officeDocument/2006/relationships/image" Target="../media/image9.png"/><Relationship Id="rId229" Type="http://schemas.openxmlformats.org/officeDocument/2006/relationships/customXml" Target="../ink/ink33.xml"/><Relationship Id="rId237" Type="http://schemas.openxmlformats.org/officeDocument/2006/relationships/customXml" Target="../ink/ink37.xml"/><Relationship Id="rId224" Type="http://schemas.openxmlformats.org/officeDocument/2006/relationships/image" Target="../media/image73.png"/><Relationship Id="rId232" Type="http://schemas.openxmlformats.org/officeDocument/2006/relationships/image" Target="../media/image77.png"/><Relationship Id="rId240" Type="http://schemas.openxmlformats.org/officeDocument/2006/relationships/image" Target="../media/image81.png"/><Relationship Id="rId100" Type="http://schemas.openxmlformats.org/officeDocument/2006/relationships/customXml" Target="../ink/ink10.xml"/><Relationship Id="rId105" Type="http://schemas.openxmlformats.org/officeDocument/2006/relationships/image" Target="../media/image14.png"/><Relationship Id="rId113" Type="http://schemas.openxmlformats.org/officeDocument/2006/relationships/image" Target="../media/image18.png"/><Relationship Id="rId118" Type="http://schemas.openxmlformats.org/officeDocument/2006/relationships/customXml" Target="../ink/ink19.xml"/><Relationship Id="rId126" Type="http://schemas.openxmlformats.org/officeDocument/2006/relationships/customXml" Target="../ink/ink23.xml"/><Relationship Id="rId93" Type="http://schemas.openxmlformats.org/officeDocument/2006/relationships/image" Target="../media/image8.png"/><Relationship Id="rId98" Type="http://schemas.openxmlformats.org/officeDocument/2006/relationships/customXml" Target="../ink/ink9.xml"/><Relationship Id="rId121" Type="http://schemas.openxmlformats.org/officeDocument/2006/relationships/image" Target="../media/image22.png"/><Relationship Id="rId189" Type="http://schemas.openxmlformats.org/officeDocument/2006/relationships/customXml" Target="../ink/ink27.xml"/><Relationship Id="rId227" Type="http://schemas.openxmlformats.org/officeDocument/2006/relationships/customXml" Target="../ink/ink32.xml"/><Relationship Id="rId3" Type="http://schemas.openxmlformats.org/officeDocument/2006/relationships/image" Target="../media/image1121.png"/><Relationship Id="rId222" Type="http://schemas.openxmlformats.org/officeDocument/2006/relationships/image" Target="../media/image72.png"/><Relationship Id="rId230" Type="http://schemas.openxmlformats.org/officeDocument/2006/relationships/image" Target="../media/image76.png"/><Relationship Id="rId235" Type="http://schemas.openxmlformats.org/officeDocument/2006/relationships/customXml" Target="../ink/ink36.xml"/><Relationship Id="rId243" Type="http://schemas.openxmlformats.org/officeDocument/2006/relationships/customXml" Target="../ink/ink40.xml"/><Relationship Id="rId103" Type="http://schemas.openxmlformats.org/officeDocument/2006/relationships/image" Target="../media/image13.png"/><Relationship Id="rId108" Type="http://schemas.openxmlformats.org/officeDocument/2006/relationships/customXml" Target="../ink/ink14.xml"/><Relationship Id="rId116" Type="http://schemas.openxmlformats.org/officeDocument/2006/relationships/customXml" Target="../ink/ink18.xml"/><Relationship Id="rId124" Type="http://schemas.openxmlformats.org/officeDocument/2006/relationships/customXml" Target="../ink/ink22.xml"/><Relationship Id="rId129" Type="http://schemas.openxmlformats.org/officeDocument/2006/relationships/image" Target="../media/image26.png"/><Relationship Id="rId88" Type="http://schemas.openxmlformats.org/officeDocument/2006/relationships/customXml" Target="../ink/ink4.xml"/><Relationship Id="rId91" Type="http://schemas.openxmlformats.org/officeDocument/2006/relationships/image" Target="../media/image157.png"/><Relationship Id="rId96" Type="http://schemas.openxmlformats.org/officeDocument/2006/relationships/customXml" Target="../ink/ink8.xml"/><Relationship Id="rId111" Type="http://schemas.openxmlformats.org/officeDocument/2006/relationships/image" Target="../media/image17.png"/><Relationship Id="rId132" Type="http://schemas.openxmlformats.org/officeDocument/2006/relationships/customXml" Target="../ink/ink2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90" Type="http://schemas.openxmlformats.org/officeDocument/2006/relationships/image" Target="../media/image56.png"/><Relationship Id="rId220" Type="http://schemas.openxmlformats.org/officeDocument/2006/relationships/image" Target="../media/image71.png"/><Relationship Id="rId225" Type="http://schemas.openxmlformats.org/officeDocument/2006/relationships/customXml" Target="../ink/ink31.xml"/><Relationship Id="rId233" Type="http://schemas.openxmlformats.org/officeDocument/2006/relationships/customXml" Target="../ink/ink35.xml"/><Relationship Id="rId238" Type="http://schemas.openxmlformats.org/officeDocument/2006/relationships/image" Target="../media/image80.png"/><Relationship Id="rId241" Type="http://schemas.openxmlformats.org/officeDocument/2006/relationships/customXml" Target="../ink/ink39.xml"/><Relationship Id="rId106" Type="http://schemas.openxmlformats.org/officeDocument/2006/relationships/customXml" Target="../ink/ink13.xml"/><Relationship Id="rId114" Type="http://schemas.openxmlformats.org/officeDocument/2006/relationships/customXml" Target="../ink/ink17.xml"/><Relationship Id="rId119" Type="http://schemas.openxmlformats.org/officeDocument/2006/relationships/image" Target="../media/image21.png"/><Relationship Id="rId127" Type="http://schemas.openxmlformats.org/officeDocument/2006/relationships/image" Target="../media/image25.png"/><Relationship Id="rId94" Type="http://schemas.openxmlformats.org/officeDocument/2006/relationships/customXml" Target="../ink/ink7.xml"/><Relationship Id="rId99" Type="http://schemas.openxmlformats.org/officeDocument/2006/relationships/image" Target="../media/image11.png"/><Relationship Id="rId101" Type="http://schemas.openxmlformats.org/officeDocument/2006/relationships/image" Target="../media/image12.png"/><Relationship Id="rId122" Type="http://schemas.openxmlformats.org/officeDocument/2006/relationships/customXml" Target="../ink/ink21.xml"/><Relationship Id="rId130" Type="http://schemas.openxmlformats.org/officeDocument/2006/relationships/customXml" Target="../ink/ink25.xml"/><Relationship Id="rId4" Type="http://schemas.openxmlformats.org/officeDocument/2006/relationships/customXml" Target="../ink/ink2.xml"/><Relationship Id="rId223" Type="http://schemas.openxmlformats.org/officeDocument/2006/relationships/customXml" Target="../ink/ink30.xml"/><Relationship Id="rId228" Type="http://schemas.openxmlformats.org/officeDocument/2006/relationships/image" Target="../media/image75.png"/><Relationship Id="rId236" Type="http://schemas.openxmlformats.org/officeDocument/2006/relationships/image" Target="../media/image79.png"/><Relationship Id="rId244" Type="http://schemas.openxmlformats.org/officeDocument/2006/relationships/image" Target="../media/image83.png"/><Relationship Id="rId109" Type="http://schemas.openxmlformats.org/officeDocument/2006/relationships/image" Target="../media/image16.png"/><Relationship Id="rId97" Type="http://schemas.openxmlformats.org/officeDocument/2006/relationships/image" Target="../media/image10.png"/><Relationship Id="rId104" Type="http://schemas.openxmlformats.org/officeDocument/2006/relationships/customXml" Target="../ink/ink12.xml"/><Relationship Id="rId120" Type="http://schemas.openxmlformats.org/officeDocument/2006/relationships/customXml" Target="../ink/ink20.xml"/><Relationship Id="rId125" Type="http://schemas.openxmlformats.org/officeDocument/2006/relationships/image" Target="../media/image24.png"/><Relationship Id="rId188" Type="http://schemas.openxmlformats.org/officeDocument/2006/relationships/image" Target="../media/image55.png"/><Relationship Id="rId92" Type="http://schemas.openxmlformats.org/officeDocument/2006/relationships/customXml" Target="../ink/ink6.xml"/><Relationship Id="rId234" Type="http://schemas.openxmlformats.org/officeDocument/2006/relationships/image" Target="../media/image78.png"/><Relationship Id="rId239" Type="http://schemas.openxmlformats.org/officeDocument/2006/relationships/customXml" Target="../ink/ink38.xml"/><Relationship Id="rId2" Type="http://schemas.openxmlformats.org/officeDocument/2006/relationships/customXml" Target="../ink/ink1.xml"/><Relationship Id="rId87" Type="http://schemas.openxmlformats.org/officeDocument/2006/relationships/image" Target="../media/image155.png"/><Relationship Id="rId110" Type="http://schemas.openxmlformats.org/officeDocument/2006/relationships/customXml" Target="../ink/ink15.xml"/><Relationship Id="rId115" Type="http://schemas.openxmlformats.org/officeDocument/2006/relationships/image" Target="../media/image19.png"/><Relationship Id="rId13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png"/><Relationship Id="rId39" Type="http://schemas.openxmlformats.org/officeDocument/2006/relationships/image" Target="../media/image97.png"/><Relationship Id="rId42" Type="http://schemas.openxmlformats.org/officeDocument/2006/relationships/customXml" Target="../ink/ink50.xml"/><Relationship Id="rId47" Type="http://schemas.openxmlformats.org/officeDocument/2006/relationships/image" Target="../media/image101.png"/><Relationship Id="rId50" Type="http://schemas.openxmlformats.org/officeDocument/2006/relationships/customXml" Target="../ink/ink54.xml"/><Relationship Id="rId55" Type="http://schemas.openxmlformats.org/officeDocument/2006/relationships/image" Target="../media/image105.png"/><Relationship Id="rId63" Type="http://schemas.openxmlformats.org/officeDocument/2006/relationships/image" Target="../media/image109.png"/><Relationship Id="rId68" Type="http://schemas.openxmlformats.org/officeDocument/2006/relationships/customXml" Target="../ink/ink63.xml"/><Relationship Id="rId7" Type="http://schemas.openxmlformats.org/officeDocument/2006/relationships/image" Target="../media/image810.png"/><Relationship Id="rId71" Type="http://schemas.openxmlformats.org/officeDocument/2006/relationships/image" Target="../media/image113.png"/><Relationship Id="rId2" Type="http://schemas.openxmlformats.org/officeDocument/2006/relationships/customXml" Target="../ink/ink41.xml"/><Relationship Id="rId16" Type="http://schemas.openxmlformats.org/officeDocument/2006/relationships/customXml" Target="../ink/ink48.xml"/><Relationship Id="rId11" Type="http://schemas.openxmlformats.org/officeDocument/2006/relationships/image" Target="../media/image1010.png"/><Relationship Id="rId40" Type="http://schemas.openxmlformats.org/officeDocument/2006/relationships/customXml" Target="../ink/ink49.xml"/><Relationship Id="rId45" Type="http://schemas.openxmlformats.org/officeDocument/2006/relationships/image" Target="../media/image100.png"/><Relationship Id="rId53" Type="http://schemas.openxmlformats.org/officeDocument/2006/relationships/image" Target="../media/image104.png"/><Relationship Id="rId58" Type="http://schemas.openxmlformats.org/officeDocument/2006/relationships/customXml" Target="../ink/ink58.xml"/><Relationship Id="rId66" Type="http://schemas.openxmlformats.org/officeDocument/2006/relationships/customXml" Target="../ink/ink62.xml"/><Relationship Id="rId5" Type="http://schemas.openxmlformats.org/officeDocument/2006/relationships/image" Target="../media/image7.png"/><Relationship Id="rId15" Type="http://schemas.openxmlformats.org/officeDocument/2006/relationships/image" Target="../media/image85.png"/><Relationship Id="rId49" Type="http://schemas.openxmlformats.org/officeDocument/2006/relationships/image" Target="../media/image102.png"/><Relationship Id="rId57" Type="http://schemas.openxmlformats.org/officeDocument/2006/relationships/image" Target="../media/image106.png"/><Relationship Id="rId61" Type="http://schemas.openxmlformats.org/officeDocument/2006/relationships/image" Target="../media/image108.png"/><Relationship Id="rId10" Type="http://schemas.openxmlformats.org/officeDocument/2006/relationships/customXml" Target="../ink/ink45.xml"/><Relationship Id="rId44" Type="http://schemas.openxmlformats.org/officeDocument/2006/relationships/customXml" Target="../ink/ink51.xml"/><Relationship Id="rId52" Type="http://schemas.openxmlformats.org/officeDocument/2006/relationships/customXml" Target="../ink/ink55.xml"/><Relationship Id="rId60" Type="http://schemas.openxmlformats.org/officeDocument/2006/relationships/customXml" Target="../ink/ink59.xml"/><Relationship Id="rId65" Type="http://schemas.openxmlformats.org/officeDocument/2006/relationships/image" Target="../media/image110.png"/><Relationship Id="rId4" Type="http://schemas.openxmlformats.org/officeDocument/2006/relationships/customXml" Target="../ink/ink42.xml"/><Relationship Id="rId9" Type="http://schemas.openxmlformats.org/officeDocument/2006/relationships/image" Target="../media/image910.png"/><Relationship Id="rId14" Type="http://schemas.openxmlformats.org/officeDocument/2006/relationships/customXml" Target="../ink/ink47.xml"/><Relationship Id="rId43" Type="http://schemas.openxmlformats.org/officeDocument/2006/relationships/image" Target="../media/image99.png"/><Relationship Id="rId48" Type="http://schemas.openxmlformats.org/officeDocument/2006/relationships/customXml" Target="../ink/ink53.xml"/><Relationship Id="rId56" Type="http://schemas.openxmlformats.org/officeDocument/2006/relationships/customXml" Target="../ink/ink57.xml"/><Relationship Id="rId64" Type="http://schemas.openxmlformats.org/officeDocument/2006/relationships/customXml" Target="../ink/ink61.xml"/><Relationship Id="rId69" Type="http://schemas.openxmlformats.org/officeDocument/2006/relationships/image" Target="../media/image112.png"/><Relationship Id="rId8" Type="http://schemas.openxmlformats.org/officeDocument/2006/relationships/customXml" Target="../ink/ink44.xml"/><Relationship Id="rId51" Type="http://schemas.openxmlformats.org/officeDocument/2006/relationships/image" Target="../media/image103.png"/><Relationship Id="rId3" Type="http://schemas.openxmlformats.org/officeDocument/2006/relationships/image" Target="../media/image6.png"/><Relationship Id="rId12" Type="http://schemas.openxmlformats.org/officeDocument/2006/relationships/customXml" Target="../ink/ink46.xml"/><Relationship Id="rId46" Type="http://schemas.openxmlformats.org/officeDocument/2006/relationships/customXml" Target="../ink/ink52.xml"/><Relationship Id="rId59" Type="http://schemas.openxmlformats.org/officeDocument/2006/relationships/image" Target="../media/image107.png"/><Relationship Id="rId67" Type="http://schemas.openxmlformats.org/officeDocument/2006/relationships/image" Target="../media/image111.png"/><Relationship Id="rId41" Type="http://schemas.openxmlformats.org/officeDocument/2006/relationships/image" Target="../media/image98.png"/><Relationship Id="rId54" Type="http://schemas.openxmlformats.org/officeDocument/2006/relationships/customXml" Target="../ink/ink56.xml"/><Relationship Id="rId62" Type="http://schemas.openxmlformats.org/officeDocument/2006/relationships/customXml" Target="../ink/ink60.xml"/><Relationship Id="rId70" Type="http://schemas.openxmlformats.org/officeDocument/2006/relationships/customXml" Target="../ink/ink6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155" Type="http://schemas.openxmlformats.org/officeDocument/2006/relationships/image" Target="../media/image286.png"/><Relationship Id="rId154" Type="http://schemas.openxmlformats.org/officeDocument/2006/relationships/customXml" Target="../ink/ink66.xml"/><Relationship Id="rId2" Type="http://schemas.openxmlformats.org/officeDocument/2006/relationships/customXml" Target="../ink/ink65.xml"/><Relationship Id="rId153" Type="http://schemas.openxmlformats.org/officeDocument/2006/relationships/image" Target="../media/image285.png"/><Relationship Id="rId1" Type="http://schemas.openxmlformats.org/officeDocument/2006/relationships/slideLayout" Target="../slideLayouts/slideLayout6.xml"/><Relationship Id="rId157" Type="http://schemas.openxmlformats.org/officeDocument/2006/relationships/image" Target="../media/image287.png"/><Relationship Id="rId156" Type="http://schemas.openxmlformats.org/officeDocument/2006/relationships/customXml" Target="../ink/ink6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11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domainpictures.net/view-image.php?image=136097&amp;picture=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ro-money-currency-europe-teeth-76019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ro-money-currency-europe-teeth-76019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ro-money-currency-europe-teeth-76019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olliermattson.pages.dev/bndtw-grants-start-small-business-2025-ppjym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2.xml"/><Relationship Id="rId10" Type="http://schemas.openxmlformats.org/officeDocument/2006/relationships/hyperlink" Target="https://svgsilh.com/3f51b5/image/1327276.html" TargetMode="External"/><Relationship Id="rId9" Type="http://schemas.openxmlformats.org/officeDocument/2006/relationships/image" Target="../media/image3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youtu.be/mnjgjdwo-Gc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ixabay.com/en/budget-cost-dollars-expense-home-158926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35.sv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10" Type="http://schemas.openxmlformats.org/officeDocument/2006/relationships/hyperlink" Target="https://creativecommons.org/licenses/by-nc-sa/3.0/" TargetMode="External"/><Relationship Id="rId4" Type="http://schemas.openxmlformats.org/officeDocument/2006/relationships/diagramLayout" Target="../diagrams/layout15.xml"/><Relationship Id="rId9" Type="http://schemas.openxmlformats.org/officeDocument/2006/relationships/hyperlink" Target="http://luistorodupouy.blogspot.com/2010_11_01_archive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hyperlink" Target="https://youtu.be/qUtv3PoRhhw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hyperlink" Target="http://www.nber.org/papers/w14694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A625D9A-4F78-4C6C-81AD-36E4A746F8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800" dirty="0"/>
              <a:t>ECON251 </a:t>
            </a:r>
            <a:br>
              <a:rPr lang="en-US" altLang="en-US" sz="3800" dirty="0"/>
            </a:br>
            <a:r>
              <a:rPr lang="en-US" altLang="en-US" sz="3800" dirty="0"/>
              <a:t>Industry and Trade in Asia </a:t>
            </a:r>
            <a:br>
              <a:rPr lang="en-US" altLang="en-US" sz="3800" dirty="0"/>
            </a:br>
            <a:r>
              <a:rPr lang="en-US" altLang="en-US" sz="3800" dirty="0"/>
              <a:t>Lecture 03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D64BE1-E603-4F18-9EC6-5D3F0FC4DB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defRPr/>
            </a:pPr>
            <a:r>
              <a:rPr lang="en-US" altLang="en-US" b="1" dirty="0"/>
              <a:t>The road to reforms </a:t>
            </a:r>
          </a:p>
          <a:p>
            <a:pPr eaLnBrk="1" fontAlgn="auto" hangingPunct="1">
              <a:defRPr/>
            </a:pPr>
            <a:r>
              <a:rPr lang="en-US" altLang="en-US" sz="4600" b="1" dirty="0">
                <a:solidFill>
                  <a:schemeClr val="bg1"/>
                </a:solidFill>
              </a:rPr>
              <a:t>Inward Orientation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36BA56-320C-45E1-B96E-82349E1F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B9A0FA75-941B-412E-ADF9-681158E12E91}" type="slidenum">
              <a:rPr lang="en-US" altLang="en-US" smtClean="0"/>
              <a:pPr>
                <a:spcAft>
                  <a:spcPts val="600"/>
                </a:spcAft>
                <a:defRPr/>
              </a:pPr>
              <a:t>1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FB80BE-805C-5B00-7D8D-5A7CF983DB62}"/>
              </a:ext>
            </a:extLst>
          </p:cNvPr>
          <p:cNvSpPr txBox="1"/>
          <p:nvPr/>
        </p:nvSpPr>
        <p:spPr>
          <a:xfrm>
            <a:off x="1109980" y="5638800"/>
            <a:ext cx="8338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Introduction Video[ Until 2:06]  : </a:t>
            </a:r>
            <a:r>
              <a:rPr lang="en-GB" dirty="0">
                <a:hlinkClick r:id="rId2"/>
              </a:rPr>
              <a:t>https://www.youtube.com/watch?v=mnjgjdwo-Gc</a:t>
            </a:r>
            <a:endParaRPr lang="en-GB" dirty="0"/>
          </a:p>
          <a:p>
            <a:endParaRPr lang="en-SG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8AC6-707E-F374-C828-4851D234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Key Objectives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CBFB0E4-1A90-0F24-CCC3-172190658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195010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5A039-951B-CE49-AB78-B7DDDB4B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58ACFF92-4814-4263-A32E-C81EDC494371}" type="slidenum">
              <a:rPr lang="en-US" altLang="en-US" smtClean="0"/>
              <a:pPr>
                <a:spcAft>
                  <a:spcPts val="600"/>
                </a:spcAft>
                <a:defRPr/>
              </a:pPr>
              <a:t>2</a:t>
            </a:fld>
            <a:endParaRPr lang="en-US" altLang="en-US" dirty="0"/>
          </a:p>
        </p:txBody>
      </p:sp>
      <p:pic>
        <p:nvPicPr>
          <p:cNvPr id="4" name="Graphic 3" descr="Bullseye with solid fill">
            <a:extLst>
              <a:ext uri="{FF2B5EF4-FFF2-40B4-BE49-F238E27FC236}">
                <a16:creationId xmlns:a16="http://schemas.microsoft.com/office/drawing/2014/main" id="{5654FF83-6574-AA7C-66BE-685F54EE6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4400" y="792480"/>
            <a:ext cx="9906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1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65A377-1411-CE8B-784B-EEDD1239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5903" y="6223828"/>
            <a:ext cx="4717774" cy="365125"/>
          </a:xfrm>
        </p:spPr>
        <p:txBody>
          <a:bodyPr/>
          <a:lstStyle/>
          <a:p>
            <a:pPr>
              <a:defRPr/>
            </a:pPr>
            <a:r>
              <a:rPr lang="en-GB"/>
              <a:t>SIM/UOW/July2024/Clare Kon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A66DE-301A-41C2-6024-7E293D8D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1C8AB9-80F9-420C-B7EC-7984EE5C364D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D024ACA-9288-210F-80A3-4D62D82093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4013304"/>
              </p:ext>
            </p:extLst>
          </p:nvPr>
        </p:nvGraphicFramePr>
        <p:xfrm>
          <a:off x="2658885" y="1555614"/>
          <a:ext cx="4389730" cy="4557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05F191A-2E59-1090-F72D-17BAA89C4B46}"/>
              </a:ext>
            </a:extLst>
          </p:cNvPr>
          <p:cNvSpPr/>
          <p:nvPr/>
        </p:nvSpPr>
        <p:spPr>
          <a:xfrm>
            <a:off x="261028" y="1784490"/>
            <a:ext cx="1961730" cy="1474319"/>
          </a:xfrm>
          <a:prstGeom prst="wedgeRoundRectCallout">
            <a:avLst>
              <a:gd name="adj1" fmla="val 83274"/>
              <a:gd name="adj2" fmla="val -301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Mainly by poor developing economies </a:t>
            </a:r>
            <a:endParaRPr lang="en-SG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A7F2F10-D7EB-DAC8-3BA2-A3D7F6CAE01E}"/>
              </a:ext>
            </a:extLst>
          </p:cNvPr>
          <p:cNvSpPr/>
          <p:nvPr/>
        </p:nvSpPr>
        <p:spPr>
          <a:xfrm>
            <a:off x="4798870" y="123828"/>
            <a:ext cx="3430730" cy="1474319"/>
          </a:xfrm>
          <a:prstGeom prst="wedgeRoundRectCallout">
            <a:avLst>
              <a:gd name="adj1" fmla="val -21575"/>
              <a:gd name="adj2" fmla="val 59698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Mainly by rich developed economies with funding </a:t>
            </a:r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F7B0AF5-FD7F-923F-F264-E458CCC92B16}"/>
              </a:ext>
            </a:extLst>
          </p:cNvPr>
          <p:cNvSpPr/>
          <p:nvPr/>
        </p:nvSpPr>
        <p:spPr>
          <a:xfrm>
            <a:off x="7089714" y="3023062"/>
            <a:ext cx="2133600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Dependency theory 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7E07F-AB4C-5151-6AA1-9052AFFF9619}"/>
              </a:ext>
            </a:extLst>
          </p:cNvPr>
          <p:cNvSpPr txBox="1"/>
          <p:nvPr/>
        </p:nvSpPr>
        <p:spPr>
          <a:xfrm>
            <a:off x="9317061" y="1983040"/>
            <a:ext cx="23168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Structural reforms </a:t>
            </a:r>
            <a:endParaRPr lang="en-SG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59652-5760-58E0-0703-6E06223BA1D2}"/>
              </a:ext>
            </a:extLst>
          </p:cNvPr>
          <p:cNvSpPr txBox="1"/>
          <p:nvPr/>
        </p:nvSpPr>
        <p:spPr>
          <a:xfrm>
            <a:off x="381000" y="533400"/>
            <a:ext cx="304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From topic 2: </a:t>
            </a:r>
            <a:endParaRPr lang="en-SG" dirty="0"/>
          </a:p>
        </p:txBody>
      </p:sp>
      <p:pic>
        <p:nvPicPr>
          <p:cNvPr id="11" name="Picture 10" descr="Hands opening a door to a green field&#10;&#10;AI-generated content may be incorrect.">
            <a:extLst>
              <a:ext uri="{FF2B5EF4-FFF2-40B4-BE49-F238E27FC236}">
                <a16:creationId xmlns:a16="http://schemas.microsoft.com/office/drawing/2014/main" id="{D3411749-6F36-9ABA-346C-ECFEE24CBE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363113" y="3137571"/>
            <a:ext cx="22860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6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4A59-5C61-E81B-D53B-7DBE88D9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Which sector should govt develop 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82537-C7B2-6914-E0FC-E4686896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pic>
        <p:nvPicPr>
          <p:cNvPr id="7" name="Picture 6" descr="A person standing in front of a street sign">
            <a:extLst>
              <a:ext uri="{FF2B5EF4-FFF2-40B4-BE49-F238E27FC236}">
                <a16:creationId xmlns:a16="http://schemas.microsoft.com/office/drawing/2014/main" id="{96915765-2C1F-4CC9-3E81-1C4E3C0F4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09950" y="1828800"/>
            <a:ext cx="5372100" cy="3581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DA018-100B-99DC-91C0-0ACEBD94AF87}"/>
              </a:ext>
            </a:extLst>
          </p:cNvPr>
          <p:cNvSpPr txBox="1"/>
          <p:nvPr/>
        </p:nvSpPr>
        <p:spPr>
          <a:xfrm>
            <a:off x="3886200" y="5146711"/>
            <a:ext cx="4838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hlinkClick r:id="rId3" tooltip="https://protectme.blog/tag/connected-home/"/>
              </a:rPr>
              <a:t>This Photo</a:t>
            </a:r>
            <a:r>
              <a:rPr lang="en-SG" sz="900" dirty="0"/>
              <a:t> by Unknown Author is licensed under </a:t>
            </a:r>
            <a:r>
              <a:rPr lang="en-SG" sz="900" dirty="0">
                <a:hlinkClick r:id="rId4" tooltip="https://creativecommons.org/licenses/by/3.0/"/>
              </a:rPr>
              <a:t>CC BY</a:t>
            </a:r>
            <a:endParaRPr lang="en-SG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14983-E61C-58A3-C05F-3B66E04F1C25}"/>
              </a:ext>
            </a:extLst>
          </p:cNvPr>
          <p:cNvSpPr txBox="1"/>
          <p:nvPr/>
        </p:nvSpPr>
        <p:spPr>
          <a:xfrm>
            <a:off x="609600" y="2514600"/>
            <a:ext cx="2362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Existing primary sector </a:t>
            </a:r>
            <a:endParaRPr lang="en-SG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7CC46-A85E-5B59-AF88-9CB683C7B504}"/>
              </a:ext>
            </a:extLst>
          </p:cNvPr>
          <p:cNvSpPr txBox="1"/>
          <p:nvPr/>
        </p:nvSpPr>
        <p:spPr>
          <a:xfrm>
            <a:off x="9329530" y="2482334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New </a:t>
            </a:r>
            <a:r>
              <a:rPr lang="en-GB" sz="3600" dirty="0"/>
              <a:t>Secondary Sector 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344254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54A8-98EC-363F-9697-F1CC7D06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front of a street sign">
            <a:extLst>
              <a:ext uri="{FF2B5EF4-FFF2-40B4-BE49-F238E27FC236}">
                <a16:creationId xmlns:a16="http://schemas.microsoft.com/office/drawing/2014/main" id="{8F082DC4-052A-D6C2-43F7-16948042E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3150" b="424"/>
          <a:stretch>
            <a:fillRect/>
          </a:stretch>
        </p:blipFill>
        <p:spPr>
          <a:xfrm>
            <a:off x="8896350" y="1965960"/>
            <a:ext cx="3067050" cy="3581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90359-D3B7-86C6-6C59-B86ED1CD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Which sector should govt develop 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6551C-E1B0-AE7A-3750-EBEC5B86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6568B-DFD4-DFA6-8DEF-A5939FC1FB73}"/>
              </a:ext>
            </a:extLst>
          </p:cNvPr>
          <p:cNvSpPr txBox="1"/>
          <p:nvPr/>
        </p:nvSpPr>
        <p:spPr>
          <a:xfrm>
            <a:off x="1295400" y="1828800"/>
            <a:ext cx="6934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Existing primary sector </a:t>
            </a:r>
          </a:p>
          <a:p>
            <a:endParaRPr lang="en-SG" sz="4000" dirty="0"/>
          </a:p>
          <a:p>
            <a:r>
              <a:rPr lang="en-SG" sz="4000" dirty="0"/>
              <a:t>Backward with low usage of k, poor infrastructure </a:t>
            </a:r>
          </a:p>
          <a:p>
            <a:endParaRPr lang="en-SG" sz="4000" dirty="0"/>
          </a:p>
          <a:p>
            <a:r>
              <a:rPr lang="en-SG" sz="4000" dirty="0"/>
              <a:t>Majority of the labour seeking employment in this sector</a:t>
            </a:r>
          </a:p>
          <a:p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342601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DA52-42A6-6A04-22FA-404A5612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8B26-681E-9B3E-10A1-665BD04D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10561320" cy="1280160"/>
          </a:xfrm>
        </p:spPr>
        <p:txBody>
          <a:bodyPr/>
          <a:lstStyle/>
          <a:p>
            <a:r>
              <a:rPr lang="en-SG" dirty="0"/>
              <a:t>Issues and concerns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C4A85-F7C7-AACD-CE56-1C5A9086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pic>
        <p:nvPicPr>
          <p:cNvPr id="7" name="Picture 6" descr="A person standing in front of a street sign">
            <a:extLst>
              <a:ext uri="{FF2B5EF4-FFF2-40B4-BE49-F238E27FC236}">
                <a16:creationId xmlns:a16="http://schemas.microsoft.com/office/drawing/2014/main" id="{8D1A0D22-0AE6-3296-2006-0B459C6B2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8581" b="-3040"/>
          <a:stretch>
            <a:fillRect/>
          </a:stretch>
        </p:blipFill>
        <p:spPr>
          <a:xfrm>
            <a:off x="228600" y="2391531"/>
            <a:ext cx="2762250" cy="3690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1B1114-8FA6-1FD3-BE13-CFBC1654C3DA}"/>
              </a:ext>
            </a:extLst>
          </p:cNvPr>
          <p:cNvSpPr txBox="1"/>
          <p:nvPr/>
        </p:nvSpPr>
        <p:spPr>
          <a:xfrm>
            <a:off x="304800" y="6132984"/>
            <a:ext cx="4838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hlinkClick r:id="rId4" tooltip="https://protectme.blog/tag/connected-home/"/>
              </a:rPr>
              <a:t>This Photo</a:t>
            </a:r>
            <a:r>
              <a:rPr lang="en-SG" sz="900" dirty="0"/>
              <a:t> by Unknown Author is licensed under </a:t>
            </a:r>
            <a:r>
              <a:rPr lang="en-SG" sz="900" dirty="0">
                <a:hlinkClick r:id="rId5" tooltip="https://creativecommons.org/licenses/by/3.0/"/>
              </a:rPr>
              <a:t>CC BY</a:t>
            </a:r>
            <a:endParaRPr lang="en-SG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83620-F6DA-F969-8DDD-F14F4E3B33A3}"/>
              </a:ext>
            </a:extLst>
          </p:cNvPr>
          <p:cNvSpPr txBox="1"/>
          <p:nvPr/>
        </p:nvSpPr>
        <p:spPr>
          <a:xfrm>
            <a:off x="3657600" y="1709433"/>
            <a:ext cx="643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New </a:t>
            </a:r>
            <a:r>
              <a:rPr lang="en-GB" sz="3600" dirty="0"/>
              <a:t>Secondary Sector </a:t>
            </a:r>
            <a:endParaRPr lang="en-SG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85E95-B9A2-DA34-AE71-57AF1CA479B5}"/>
              </a:ext>
            </a:extLst>
          </p:cNvPr>
          <p:cNvSpPr txBox="1"/>
          <p:nvPr/>
        </p:nvSpPr>
        <p:spPr>
          <a:xfrm>
            <a:off x="3352800" y="2504206"/>
            <a:ext cx="815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Requires capital accumulation (K) – requires funding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Need infrastructure and support (electricity, water)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Lack of knowledge and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Labour supply issues </a:t>
            </a:r>
          </a:p>
        </p:txBody>
      </p:sp>
    </p:spTree>
    <p:extLst>
      <p:ext uri="{BB962C8B-B14F-4D97-AF65-F5344CB8AC3E}">
        <p14:creationId xmlns:p14="http://schemas.microsoft.com/office/powerpoint/2010/main" val="277312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CD11-2FB9-8B5C-5574-15441500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4685-4C31-E1E4-991F-4ED8661F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10561320" cy="1280160"/>
          </a:xfrm>
        </p:spPr>
        <p:txBody>
          <a:bodyPr/>
          <a:lstStyle/>
          <a:p>
            <a:r>
              <a:rPr lang="en-SG" dirty="0"/>
              <a:t>Issues and concerns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3C6A1-F4F4-4B3A-9F79-FD6E82E2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pic>
        <p:nvPicPr>
          <p:cNvPr id="7" name="Picture 6" descr="A person standing in front of a street sign">
            <a:extLst>
              <a:ext uri="{FF2B5EF4-FFF2-40B4-BE49-F238E27FC236}">
                <a16:creationId xmlns:a16="http://schemas.microsoft.com/office/drawing/2014/main" id="{94EC9260-A80A-2A04-0303-DF1148E31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8581" b="-3040"/>
          <a:stretch>
            <a:fillRect/>
          </a:stretch>
        </p:blipFill>
        <p:spPr>
          <a:xfrm>
            <a:off x="228600" y="2391531"/>
            <a:ext cx="2762250" cy="3690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C15B12-676E-1775-E583-A07BD737CE06}"/>
              </a:ext>
            </a:extLst>
          </p:cNvPr>
          <p:cNvSpPr txBox="1"/>
          <p:nvPr/>
        </p:nvSpPr>
        <p:spPr>
          <a:xfrm>
            <a:off x="304800" y="6132984"/>
            <a:ext cx="4838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hlinkClick r:id="rId4" tooltip="https://protectme.blog/tag/connected-home/"/>
              </a:rPr>
              <a:t>This Photo</a:t>
            </a:r>
            <a:r>
              <a:rPr lang="en-SG" sz="900" dirty="0"/>
              <a:t> by Unknown Author is licensed under </a:t>
            </a:r>
            <a:r>
              <a:rPr lang="en-SG" sz="900" dirty="0">
                <a:hlinkClick r:id="rId5" tooltip="https://creativecommons.org/licenses/by/3.0/"/>
              </a:rPr>
              <a:t>CC BY</a:t>
            </a:r>
            <a:endParaRPr lang="en-SG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0454FA-DD1B-3CD1-D0FE-E1286E8C53C8}"/>
              </a:ext>
            </a:extLst>
          </p:cNvPr>
          <p:cNvSpPr txBox="1"/>
          <p:nvPr/>
        </p:nvSpPr>
        <p:spPr>
          <a:xfrm>
            <a:off x="3657600" y="1709433"/>
            <a:ext cx="643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New </a:t>
            </a:r>
            <a:r>
              <a:rPr lang="en-GB" sz="3600" dirty="0"/>
              <a:t>Secondary Sector </a:t>
            </a:r>
            <a:endParaRPr lang="en-SG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D0466-200B-2AA9-D93A-EDF27EAA7A48}"/>
              </a:ext>
            </a:extLst>
          </p:cNvPr>
          <p:cNvSpPr txBox="1"/>
          <p:nvPr/>
        </p:nvSpPr>
        <p:spPr>
          <a:xfrm>
            <a:off x="3352800" y="2504206"/>
            <a:ext cx="815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What type of manufacturing goods?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Will the locals buy or still purchase foreign imported goods </a:t>
            </a:r>
          </a:p>
        </p:txBody>
      </p:sp>
    </p:spTree>
    <p:extLst>
      <p:ext uri="{BB962C8B-B14F-4D97-AF65-F5344CB8AC3E}">
        <p14:creationId xmlns:p14="http://schemas.microsoft.com/office/powerpoint/2010/main" val="76782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BC0314-7722-4E4D-8166-E326A2CF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2075504"/>
            <a:ext cx="8679915" cy="1748729"/>
          </a:xfrm>
        </p:spPr>
        <p:txBody>
          <a:bodyPr vert="horz" lIns="228600" tIns="228600" rIns="228600" bIns="0" rtlCol="0" anchor="b">
            <a:normAutofit fontScale="9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4000" i="1" dirty="0"/>
              <a:t>The road to </a:t>
            </a:r>
            <a:br>
              <a:rPr lang="en-US" sz="5400" dirty="0"/>
            </a:br>
            <a:r>
              <a:rPr lang="en-US" sz="5400" dirty="0">
                <a:solidFill>
                  <a:srgbClr val="FF0000"/>
                </a:solidFill>
              </a:rPr>
              <a:t>structural </a:t>
            </a:r>
            <a:br>
              <a:rPr lang="en-US" sz="5400" dirty="0"/>
            </a:br>
            <a:r>
              <a:rPr lang="en-US" sz="5400" dirty="0">
                <a:solidFill>
                  <a:srgbClr val="FF0000"/>
                </a:solidFill>
              </a:rPr>
              <a:t>Reforms and Change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B5C92-AFF3-4DBC-83FE-FEB456976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4298" y="4191000"/>
            <a:ext cx="8673427" cy="1322587"/>
          </a:xfrm>
        </p:spPr>
        <p:txBody>
          <a:bodyPr vert="horz" lIns="91440" tIns="0" rIns="91440" bIns="45720" rtlCol="0">
            <a:normAutofit fontScale="70000" lnSpcReduction="20000"/>
          </a:bodyPr>
          <a:lstStyle/>
          <a:p>
            <a:pPr fontAlgn="auto">
              <a:lnSpc>
                <a:spcPct val="100000"/>
              </a:lnSpc>
              <a:defRPr/>
            </a:pPr>
            <a:r>
              <a:rPr lang="en-US" altLang="en-US" dirty="0"/>
              <a:t>Via</a:t>
            </a:r>
          </a:p>
          <a:p>
            <a:pPr fontAlgn="auto">
              <a:lnSpc>
                <a:spcPct val="100000"/>
              </a:lnSpc>
              <a:defRPr/>
            </a:pPr>
            <a:r>
              <a:rPr lang="en-US" altLang="en-US" sz="4000" b="1" dirty="0">
                <a:solidFill>
                  <a:schemeClr val="tx1"/>
                </a:solidFill>
              </a:rPr>
              <a:t> STRUCTURALIST APPROACH </a:t>
            </a:r>
          </a:p>
          <a:p>
            <a:pPr fontAlgn="auto">
              <a:lnSpc>
                <a:spcPct val="100000"/>
              </a:lnSpc>
              <a:defRPr/>
            </a:pPr>
            <a:r>
              <a:rPr lang="en-US" sz="4000" b="1" dirty="0">
                <a:solidFill>
                  <a:schemeClr val="tx1"/>
                </a:solidFill>
              </a:rPr>
              <a:t>All decided by the government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D6C52-90B5-408B-B82A-ED30181C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7A5115EA-A75A-4A61-A057-85A72C3E6D7C}" type="slidenum">
              <a:rPr lang="en-US" altLang="en-US" smtClean="0"/>
              <a:pPr>
                <a:spcAft>
                  <a:spcPts val="600"/>
                </a:spcAft>
                <a:defRPr/>
              </a:pPr>
              <a:t>8</a:t>
            </a:fld>
            <a:endParaRPr lang="en-US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5EF73C-336F-313E-C1FC-A5713CDA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80978"/>
            <a:ext cx="471777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/>
              <a:t>SIM/UOW/July2024/Clare Kon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569F8-6DB5-6B83-9C4E-A280FC13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80978"/>
            <a:ext cx="170621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6A1C8AB9-80F9-420C-B7EC-7984EE5C364D}" type="slidenum">
              <a:rPr lang="en-US" altLang="en-US" smtClean="0"/>
              <a:pPr>
                <a:spcAft>
                  <a:spcPts val="600"/>
                </a:spcAft>
                <a:defRPr/>
              </a:pPr>
              <a:t>9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BFD73-9D4D-DB62-27FA-2D20435146C6}"/>
              </a:ext>
            </a:extLst>
          </p:cNvPr>
          <p:cNvSpPr txBox="1"/>
          <p:nvPr/>
        </p:nvSpPr>
        <p:spPr>
          <a:xfrm>
            <a:off x="8185384" y="1752600"/>
            <a:ext cx="36256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ADD on : </a:t>
            </a:r>
          </a:p>
          <a:p>
            <a:r>
              <a:rPr lang="en-GB" sz="2400" b="1" dirty="0"/>
              <a:t>Exercise 1 </a:t>
            </a:r>
          </a:p>
          <a:p>
            <a:endParaRPr lang="en-SG" sz="2400" dirty="0"/>
          </a:p>
          <a:p>
            <a:r>
              <a:rPr lang="en-SG" sz="2400" dirty="0"/>
              <a:t>Can you identify the Asia economy(s)  that experienced </a:t>
            </a:r>
          </a:p>
          <a:p>
            <a:r>
              <a:rPr lang="en-SG" sz="2400" dirty="0"/>
              <a:t>a </a:t>
            </a:r>
            <a:r>
              <a:rPr lang="en-SG" sz="2400" b="1" i="1" u="sng" dirty="0">
                <a:solidFill>
                  <a:srgbClr val="00B0F0"/>
                </a:solidFill>
              </a:rPr>
              <a:t>structural change </a:t>
            </a:r>
            <a:r>
              <a:rPr lang="en-SG" sz="2400" dirty="0"/>
              <a:t>and the period it took place 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01B0D7-A401-74CF-775B-B00310CA0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157"/>
            <a:ext cx="8185384" cy="5924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69D1DE-5A0A-9BEA-57DC-295F56606F74}"/>
              </a:ext>
            </a:extLst>
          </p:cNvPr>
          <p:cNvSpPr txBox="1"/>
          <p:nvPr/>
        </p:nvSpPr>
        <p:spPr>
          <a:xfrm>
            <a:off x="7932725" y="5821674"/>
            <a:ext cx="2793609" cy="641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1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Source</a:t>
            </a:r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World Bank and CEIC.</a:t>
            </a:r>
            <a:r>
              <a:rPr lang="en-GB" b="0" i="0" u="none" strike="noStrike" baseline="30000" dirty="0">
                <a:solidFill>
                  <a:srgbClr val="0A5794"/>
                </a:solidFill>
                <a:effectLst/>
                <a:latin typeface="Open Sans" panose="020B0606030504020204" pitchFamily="34" charset="0"/>
                <a:hlinkClick r:id="rId3"/>
              </a:rPr>
              <a:t>1</a:t>
            </a:r>
            <a:r>
              <a:rPr lang="en-GB" b="0" i="0" baseline="3000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 </a:t>
            </a:r>
            <a:r>
              <a:rPr lang="en-GB" b="0" i="0" u="none" strike="noStrike" baseline="30000" dirty="0">
                <a:solidFill>
                  <a:srgbClr val="0A5794"/>
                </a:solidFill>
                <a:effectLst/>
                <a:latin typeface="Open Sans" panose="020B0606030504020204" pitchFamily="34" charset="0"/>
                <a:hlinkClick r:id="rId4"/>
              </a:rPr>
              <a:t>2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11FEBA-A608-C667-99D9-DF05FB7A9D36}"/>
              </a:ext>
            </a:extLst>
          </p:cNvPr>
          <p:cNvSpPr txBox="1"/>
          <p:nvPr/>
        </p:nvSpPr>
        <p:spPr>
          <a:xfrm>
            <a:off x="1117514" y="381262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Sectoral Composition of GDP of selected Asia Economies </a:t>
            </a:r>
            <a:endParaRPr lang="en-S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154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A3488C-4067-4EE1-9581-4F6E912F9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9601199" cy="24564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Development Strategies : </a:t>
            </a:r>
            <a:b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Inward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vs Outward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DF953-68D8-4014-B1F0-C3A71861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58B4A4-1AA4-46D5-A719-CBB502BE0F04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135019D-99AE-4343-B809-0AE1D28FC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329441"/>
              </p:ext>
            </p:extLst>
          </p:nvPr>
        </p:nvGraphicFramePr>
        <p:xfrm>
          <a:off x="4724400" y="1520746"/>
          <a:ext cx="6994525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Bent-Up 5">
            <a:extLst>
              <a:ext uri="{FF2B5EF4-FFF2-40B4-BE49-F238E27FC236}">
                <a16:creationId xmlns:a16="http://schemas.microsoft.com/office/drawing/2014/main" id="{0D1C6BC1-B4C2-E5F6-3658-A4A28E9A5AC8}"/>
              </a:ext>
            </a:extLst>
          </p:cNvPr>
          <p:cNvSpPr/>
          <p:nvPr/>
        </p:nvSpPr>
        <p:spPr>
          <a:xfrm>
            <a:off x="5257800" y="3733800"/>
            <a:ext cx="1447800" cy="1752600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B3365-08D5-E04B-FCA6-4A3E357625E9}"/>
              </a:ext>
            </a:extLst>
          </p:cNvPr>
          <p:cNvSpPr txBox="1"/>
          <p:nvPr/>
        </p:nvSpPr>
        <p:spPr>
          <a:xfrm>
            <a:off x="914400" y="42672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Instead of importing, produce the manufactured product locally and promote consumption 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520DB-877F-D70B-7E53-7462979EA21F}"/>
              </a:ext>
            </a:extLst>
          </p:cNvPr>
          <p:cNvSpPr txBox="1"/>
          <p:nvPr/>
        </p:nvSpPr>
        <p:spPr>
          <a:xfrm>
            <a:off x="457200" y="5791200"/>
            <a:ext cx="1028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We are NOT discussing  just on industrialisation but focus is it shuts off (except some aspects)  from the world economy  </a:t>
            </a:r>
            <a:endParaRPr lang="en-S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6D58-65FE-435E-82AE-89A93E85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204" y="2133600"/>
            <a:ext cx="3498979" cy="2456442"/>
          </a:xfrm>
        </p:spPr>
        <p:txBody>
          <a:bodyPr/>
          <a:lstStyle/>
          <a:p>
            <a:r>
              <a:rPr lang="en-GB" dirty="0"/>
              <a:t>Industry reforms – what’s ahead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1891BB-807E-42F4-980A-F0629185F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321187"/>
              </p:ext>
            </p:extLst>
          </p:nvPr>
        </p:nvGraphicFramePr>
        <p:xfrm>
          <a:off x="3124200" y="1405818"/>
          <a:ext cx="6934200" cy="2504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E84DC6-BB52-4D3D-8BDD-265A4A50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CFF92-4814-4263-A32E-C81EDC494371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CD7CDC3-7F0A-44B3-928A-CD0AC057204C}"/>
              </a:ext>
            </a:extLst>
          </p:cNvPr>
          <p:cNvSpPr/>
          <p:nvPr/>
        </p:nvSpPr>
        <p:spPr>
          <a:xfrm>
            <a:off x="8383701" y="3272923"/>
            <a:ext cx="3808299" cy="955720"/>
          </a:xfrm>
          <a:prstGeom prst="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 dirty="0"/>
              <a:t>To develop the manufacturing sector in domestic market  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C209EC-D1A0-4E4D-BBCB-6732626B8AC5}"/>
              </a:ext>
            </a:extLst>
          </p:cNvPr>
          <p:cNvSpPr/>
          <p:nvPr/>
        </p:nvSpPr>
        <p:spPr>
          <a:xfrm>
            <a:off x="5320588" y="3484083"/>
            <a:ext cx="2909011" cy="5334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Industrialisation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B50A51A-DFC7-4145-B015-710C2B90C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618677"/>
              </p:ext>
            </p:extLst>
          </p:nvPr>
        </p:nvGraphicFramePr>
        <p:xfrm>
          <a:off x="4285183" y="3733800"/>
          <a:ext cx="7754417" cy="3509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6610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ABC03B0-2486-4A2C-A65B-0B463094E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3ABC03B0-2486-4A2C-A65B-0B463094E9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10" grpId="0">
        <p:bldSub>
          <a:bldDgm bld="lvl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6D58-65FE-435E-82AE-89A93E85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204" y="2133600"/>
            <a:ext cx="3498979" cy="2456442"/>
          </a:xfrm>
        </p:spPr>
        <p:txBody>
          <a:bodyPr/>
          <a:lstStyle/>
          <a:p>
            <a:r>
              <a:rPr lang="en-GB" dirty="0"/>
              <a:t>Industry reforms – what’s ahead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1891BB-807E-42F4-980A-F0629185F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496857"/>
              </p:ext>
            </p:extLst>
          </p:nvPr>
        </p:nvGraphicFramePr>
        <p:xfrm>
          <a:off x="4836998" y="0"/>
          <a:ext cx="6934200" cy="2504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E84DC6-BB52-4D3D-8BDD-265A4A50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CFF92-4814-4263-A32E-C81EDC494371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B50A51A-DFC7-4145-B015-710C2B90C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719314"/>
              </p:ext>
            </p:extLst>
          </p:nvPr>
        </p:nvGraphicFramePr>
        <p:xfrm>
          <a:off x="4836998" y="2133600"/>
          <a:ext cx="7431201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195149-E966-6E7B-7C39-F7A017F6E672}"/>
              </a:ext>
            </a:extLst>
          </p:cNvPr>
          <p:cNvSpPr txBox="1"/>
          <p:nvPr/>
        </p:nvSpPr>
        <p:spPr>
          <a:xfrm>
            <a:off x="1066800" y="525780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INWARD ORIENTATION GROWTH 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F84A2931-801A-B66D-16E8-A75E13BC1D23}"/>
              </a:ext>
            </a:extLst>
          </p:cNvPr>
          <p:cNvSpPr/>
          <p:nvPr/>
        </p:nvSpPr>
        <p:spPr>
          <a:xfrm>
            <a:off x="3124200" y="1143000"/>
            <a:ext cx="2667000" cy="1524000"/>
          </a:xfrm>
          <a:prstGeom prst="wedgeRoundRectCallout">
            <a:avLst>
              <a:gd name="adj1" fmla="val 90959"/>
              <a:gd name="adj2" fmla="val 6904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Also known as Import Substituting Strategies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723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ABC03B0-2486-4A2C-A65B-0B463094E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3ABC03B0-2486-4A2C-A65B-0B463094E9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8E5D519-353E-4B20-A6A8-643BA1DA1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E8E5D519-353E-4B20-A6A8-643BA1DA17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4CFBDBC-79CA-4C7F-AA0C-485336DCF8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04CFBDBC-79CA-4C7F-AA0C-485336DCF8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D559A29-3EBA-4036-824E-942A207B14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>
                                            <p:graphicEl>
                                              <a:dgm id="{7D559A29-3EBA-4036-824E-942A207B14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83B7E4-1C80-4025-94AB-40877C6A07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9583B7E4-1C80-4025-94AB-40877C6A07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4BB7FBC-EBAA-4CD9-AE56-0FF835BFA1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>
                                            <p:graphicEl>
                                              <a:dgm id="{14BB7FBC-EBAA-4CD9-AE56-0FF835BFA1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D4A1195-F866-46BE-A0E4-D6EA06EEB6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5D4A1195-F866-46BE-A0E4-D6EA06EEB6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lvl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BC0314-7722-4E4D-8166-E326A2CF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1" y="2075504"/>
            <a:ext cx="5486400" cy="1748729"/>
          </a:xfrm>
        </p:spPr>
        <p:txBody>
          <a:bodyPr vert="horz" lIns="228600" tIns="228600" rIns="228600" bIns="0" rtlCol="0" anchor="t">
            <a:normAutofit/>
          </a:bodyPr>
          <a:lstStyle/>
          <a:p>
            <a:pPr lvl="0"/>
            <a:br>
              <a:rPr lang="en-GB" sz="3600" dirty="0">
                <a:solidFill>
                  <a:schemeClr val="bg1"/>
                </a:solidFill>
                <a:highlight>
                  <a:srgbClr val="FFFF00"/>
                </a:highlight>
              </a:rPr>
            </a:br>
            <a:r>
              <a:rPr lang="en-GB" sz="3600" dirty="0">
                <a:solidFill>
                  <a:schemeClr val="bg1"/>
                </a:solidFill>
                <a:highlight>
                  <a:srgbClr val="FFFF00"/>
                </a:highlight>
              </a:rPr>
              <a:t>2. Inward Orientation </a:t>
            </a:r>
            <a:br>
              <a:rPr lang="en-GB" sz="3600" dirty="0">
                <a:solidFill>
                  <a:schemeClr val="bg1"/>
                </a:solidFill>
                <a:highlight>
                  <a:srgbClr val="FFFF00"/>
                </a:highlight>
              </a:rPr>
            </a:br>
            <a:r>
              <a:rPr lang="en-GB" sz="3600" dirty="0">
                <a:solidFill>
                  <a:schemeClr val="bg1"/>
                </a:solidFill>
              </a:rPr>
              <a:t>Growth strategies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B5C92-AFF3-4DBC-83FE-FEB456976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0400" y="4114800"/>
            <a:ext cx="5791200" cy="1199134"/>
          </a:xfrm>
        </p:spPr>
        <p:txBody>
          <a:bodyPr vert="horz" lIns="91440" tIns="0" rIns="91440" bIns="45720" rtlCol="0">
            <a:normAutofit/>
          </a:bodyPr>
          <a:lstStyle/>
          <a:p>
            <a:pPr fontAlgn="auto">
              <a:lnSpc>
                <a:spcPct val="100000"/>
              </a:lnSpc>
              <a:defRPr/>
            </a:pPr>
            <a:r>
              <a:rPr lang="en-US" altLang="en-US" dirty="0"/>
              <a:t>The Strategies and evaluations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D6C52-90B5-408B-B82A-ED30181C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7A5115EA-A75A-4A61-A057-85A72C3E6D7C}" type="slidenum">
              <a:rPr lang="en-US" altLang="en-US" smtClean="0"/>
              <a:pPr>
                <a:spcAft>
                  <a:spcPts val="600"/>
                </a:spcAft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5748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5B48-AC22-44FF-A701-1683842D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4705"/>
            <a:ext cx="5767566" cy="1072378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GB" sz="4000" b="1" dirty="0">
                <a:solidFill>
                  <a:schemeClr val="tx1"/>
                </a:solidFill>
              </a:rPr>
              <a:t> What is an Infant industry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AE2A-68F3-415F-9D64-1958746A0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27122"/>
            <a:ext cx="6260544" cy="459747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dirty="0">
                <a:solidFill>
                  <a:schemeClr val="tx1"/>
                </a:solidFill>
              </a:rPr>
              <a:t>The local manufacturing sector in the poor countries are usually small and </a:t>
            </a:r>
            <a:r>
              <a:rPr lang="en-GB" dirty="0">
                <a:solidFill>
                  <a:schemeClr val="tx1"/>
                </a:solidFill>
                <a:highlight>
                  <a:srgbClr val="FFFF00"/>
                </a:highlight>
              </a:rPr>
              <a:t>undeveloped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10000"/>
              </a:lnSpc>
            </a:pPr>
            <a:r>
              <a:rPr lang="en-GB" dirty="0">
                <a:solidFill>
                  <a:schemeClr val="tx1"/>
                </a:solidFill>
              </a:rPr>
              <a:t>Thus this industry is considered to be an  </a:t>
            </a:r>
            <a:r>
              <a:rPr lang="en-GB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INFANT INDUSTRY </a:t>
            </a:r>
            <a:endParaRPr lang="en-GB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>
              <a:lnSpc>
                <a:spcPct val="110000"/>
              </a:lnSpc>
            </a:pPr>
            <a:r>
              <a:rPr lang="en-GB" sz="1800" dirty="0">
                <a:solidFill>
                  <a:schemeClr val="tx1"/>
                </a:solidFill>
              </a:rPr>
              <a:t>This industry currently does not have comparative advantage and </a:t>
            </a:r>
            <a:r>
              <a:rPr lang="en-GB" sz="1800" b="1" i="1" u="sng" dirty="0">
                <a:solidFill>
                  <a:schemeClr val="tx1"/>
                </a:solidFill>
              </a:rPr>
              <a:t>needs time to grow </a:t>
            </a:r>
          </a:p>
          <a:p>
            <a:pPr lvl="1" algn="just">
              <a:lnSpc>
                <a:spcPct val="110000"/>
              </a:lnSpc>
            </a:pPr>
            <a:r>
              <a:rPr lang="en-GB" sz="1800" dirty="0">
                <a:solidFill>
                  <a:schemeClr val="tx1"/>
                </a:solidFill>
              </a:rPr>
              <a:t>Given </a:t>
            </a:r>
            <a:r>
              <a:rPr lang="en-GB" sz="2800" b="1" i="1" dirty="0">
                <a:solidFill>
                  <a:schemeClr val="tx1"/>
                </a:solidFill>
              </a:rPr>
              <a:t>trade protection</a:t>
            </a:r>
            <a:r>
              <a:rPr lang="en-GB" sz="1800" dirty="0">
                <a:solidFill>
                  <a:schemeClr val="tx1"/>
                </a:solidFill>
              </a:rPr>
              <a:t>, learning can take place and this industry can grow</a:t>
            </a:r>
          </a:p>
          <a:p>
            <a:pPr algn="just">
              <a:lnSpc>
                <a:spcPct val="110000"/>
              </a:lnSpc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DE4D2-E349-4B82-99A4-F4023659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3934" y="320040"/>
            <a:ext cx="914400" cy="32004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8ACFF92-4814-4263-A32E-C81EDC494371}" type="slidenum">
              <a:rPr lang="en-US" altLang="en-US" smtClean="0"/>
              <a:pPr>
                <a:spcAft>
                  <a:spcPts val="600"/>
                </a:spcAft>
                <a:defRPr/>
              </a:pPr>
              <a:t>14</a:t>
            </a:fld>
            <a:endParaRPr lang="en-US" altLang="en-US" dirty="0"/>
          </a:p>
        </p:txBody>
      </p:sp>
      <p:pic>
        <p:nvPicPr>
          <p:cNvPr id="6" name="Picture 5" descr="A picture containing green, small, piece, sitting&#10;&#10;Description automatically generated">
            <a:extLst>
              <a:ext uri="{FF2B5EF4-FFF2-40B4-BE49-F238E27FC236}">
                <a16:creationId xmlns:a16="http://schemas.microsoft.com/office/drawing/2014/main" id="{FF7A9578-AA6C-4442-AC8E-3354CC1CE3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447" r="23573" b="-2"/>
          <a:stretch/>
        </p:blipFill>
        <p:spPr>
          <a:xfrm>
            <a:off x="7549862" y="227"/>
            <a:ext cx="464183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16C73E-A4E4-4E2C-850D-A064B8B22B9C}"/>
              </a:ext>
            </a:extLst>
          </p:cNvPr>
          <p:cNvSpPr txBox="1"/>
          <p:nvPr/>
        </p:nvSpPr>
        <p:spPr>
          <a:xfrm>
            <a:off x="9714735" y="6658172"/>
            <a:ext cx="24769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://restoringpangea.com/contending-for-the-gospel-part-1-how-not-to-do-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75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2" name="Rectangle 48141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018FE23D-51BB-409E-B6F4-23839136F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3405" y="22098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Trade protection and trade tools </a:t>
            </a:r>
          </a:p>
        </p:txBody>
      </p:sp>
      <p:pic>
        <p:nvPicPr>
          <p:cNvPr id="1026" name="Picture 2" descr="A close-up of words&#10;&#10;AI-generated content may be incorrect.">
            <a:extLst>
              <a:ext uri="{FF2B5EF4-FFF2-40B4-BE49-F238E27FC236}">
                <a16:creationId xmlns:a16="http://schemas.microsoft.com/office/drawing/2014/main" id="{BD729602-0A45-5B73-9395-C603B09AE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6091" y="857675"/>
            <a:ext cx="5977522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32" name="TextBox 1">
            <a:extLst>
              <a:ext uri="{FF2B5EF4-FFF2-40B4-BE49-F238E27FC236}">
                <a16:creationId xmlns:a16="http://schemas.microsoft.com/office/drawing/2014/main" id="{C4FCE5F9-4290-492B-81B5-3FD38819E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405" y="3657600"/>
            <a:ext cx="3912583" cy="4038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altLang="en-US" sz="1600" dirty="0">
                <a:solidFill>
                  <a:schemeClr val="accent1"/>
                </a:solidFill>
                <a:latin typeface="+mn-lt"/>
              </a:rPr>
              <a:t>Learning resource : </a:t>
            </a:r>
            <a:r>
              <a:rPr lang="en-US" altLang="en-US" sz="1600" dirty="0">
                <a:solidFill>
                  <a:schemeClr val="accent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https://www.investopedia.com/articles/economics/08/tariff-trade-barrier-basics.asp</a:t>
            </a:r>
            <a:endParaRPr lang="en-US" altLang="en-US" sz="16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552C-C1F3-4CAC-948F-6F6564122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CFDA32B4-4A0E-4FF6-9C38-EFB146CB82C8}" type="slidenum">
              <a:rPr lang="en-US" altLang="en-US" smtClean="0"/>
              <a:pPr defTabSz="914400">
                <a:spcAft>
                  <a:spcPts val="600"/>
                </a:spcAft>
                <a:defRPr/>
              </a:pPr>
              <a:t>15</a:t>
            </a:fld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A485-2072-4F4D-A0A5-D3B73C67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2" y="72495"/>
            <a:ext cx="9875520" cy="1356360"/>
          </a:xfrm>
        </p:spPr>
        <p:txBody>
          <a:bodyPr/>
          <a:lstStyle/>
          <a:p>
            <a:r>
              <a:rPr lang="en-GB" dirty="0"/>
              <a:t>Basics of trade : Simple Economics model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98C2C-0B82-29F4-4D6E-2FFED575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CF6296-6CB3-C371-78D1-B3F089A6CCFD}"/>
              </a:ext>
            </a:extLst>
          </p:cNvPr>
          <p:cNvCxnSpPr/>
          <p:nvPr/>
        </p:nvCxnSpPr>
        <p:spPr>
          <a:xfrm>
            <a:off x="1143000" y="1965960"/>
            <a:ext cx="0" cy="4434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C094FB-7B5B-9F9F-F8E0-5FEF39122FD9}"/>
              </a:ext>
            </a:extLst>
          </p:cNvPr>
          <p:cNvCxnSpPr/>
          <p:nvPr/>
        </p:nvCxnSpPr>
        <p:spPr>
          <a:xfrm>
            <a:off x="1066800" y="6324600"/>
            <a:ext cx="45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9784CC-E020-469B-BEB2-3B214E7A8B4B}"/>
              </a:ext>
            </a:extLst>
          </p:cNvPr>
          <p:cNvSpPr txBox="1"/>
          <p:nvPr/>
        </p:nvSpPr>
        <p:spPr>
          <a:xfrm>
            <a:off x="6095999" y="1143000"/>
            <a:ext cx="58131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Case of no trade : </a:t>
            </a:r>
          </a:p>
          <a:p>
            <a:r>
              <a:rPr lang="en-GB" dirty="0"/>
              <a:t>Local Supply : Q = 8P			--</a:t>
            </a:r>
            <a:r>
              <a:rPr lang="en-GB" dirty="0" err="1"/>
              <a:t>eqn</a:t>
            </a:r>
            <a:r>
              <a:rPr lang="en-GB" dirty="0"/>
              <a:t>(1)</a:t>
            </a:r>
          </a:p>
          <a:p>
            <a:r>
              <a:rPr lang="en-GB" dirty="0"/>
              <a:t>Local Demand : Q = 40 – 2P 		-- </a:t>
            </a:r>
            <a:r>
              <a:rPr lang="en-GB" dirty="0" err="1"/>
              <a:t>eqn</a:t>
            </a:r>
            <a:r>
              <a:rPr lang="en-GB" dirty="0"/>
              <a:t> (2)</a:t>
            </a:r>
          </a:p>
          <a:p>
            <a:endParaRPr lang="en-GB" dirty="0"/>
          </a:p>
          <a:p>
            <a:r>
              <a:rPr lang="en-GB" dirty="0"/>
              <a:t>Local Demand = Local Supply  at price P</a:t>
            </a:r>
            <a:r>
              <a:rPr lang="en-GB" baseline="-25000" dirty="0"/>
              <a:t>0 </a:t>
            </a:r>
            <a:r>
              <a:rPr lang="en-GB" dirty="0"/>
              <a:t>of $4m and quantity of 32</a:t>
            </a:r>
          </a:p>
          <a:p>
            <a:r>
              <a:rPr lang="en-GB" dirty="0"/>
              <a:t>The local farmers will be earning a revenue of $ _________ </a:t>
            </a:r>
          </a:p>
          <a:p>
            <a:endParaRPr lang="en-GB" dirty="0"/>
          </a:p>
          <a:p>
            <a:r>
              <a:rPr lang="en-GB" dirty="0"/>
              <a:t>If the given price is $1 and the market clears, what is the level of imports ?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2EA55-4E91-4616-AD07-560445A03732}"/>
              </a:ext>
            </a:extLst>
          </p:cNvPr>
          <p:cNvSpPr txBox="1"/>
          <p:nvPr/>
        </p:nvSpPr>
        <p:spPr>
          <a:xfrm>
            <a:off x="5791200" y="587906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Quantity of cars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9D0C3-E347-B931-2436-C510F1E8FE5E}"/>
              </a:ext>
            </a:extLst>
          </p:cNvPr>
          <p:cNvSpPr txBox="1"/>
          <p:nvPr/>
        </p:nvSpPr>
        <p:spPr>
          <a:xfrm>
            <a:off x="495299" y="1357728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Price ($/car)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A6903B-A093-6C56-1D8D-627BAEEFBAF8}"/>
                  </a:ext>
                </a:extLst>
              </p14:cNvPr>
              <p14:cNvContentPartPr/>
              <p14:nvPr/>
            </p14:nvContentPartPr>
            <p14:xfrm>
              <a:off x="1378166" y="2109869"/>
              <a:ext cx="3952800" cy="3952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A6903B-A093-6C56-1D8D-627BAEEFBA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0166" y="2091869"/>
                <a:ext cx="3988440" cy="39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01928CD-8C5E-22CF-E67F-44991D71CFBE}"/>
                  </a:ext>
                </a:extLst>
              </p14:cNvPr>
              <p14:cNvContentPartPr/>
              <p14:nvPr/>
            </p14:nvContentPartPr>
            <p14:xfrm>
              <a:off x="1396526" y="2358989"/>
              <a:ext cx="4499280" cy="3775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01928CD-8C5E-22CF-E67F-44991D71CF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8526" y="2341349"/>
                <a:ext cx="4534920" cy="38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C9F990-939E-7776-B2C3-5887178314E4}"/>
                  </a:ext>
                </a:extLst>
              </p14:cNvPr>
              <p14:cNvContentPartPr/>
              <p14:nvPr/>
            </p14:nvContentPartPr>
            <p14:xfrm>
              <a:off x="1039766" y="4319549"/>
              <a:ext cx="24501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C9F990-939E-7776-B2C3-5887178314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33646" y="4313429"/>
                <a:ext cx="24624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A4DB60BB-0177-A7B1-EEC9-EAAAA0C9B71A}"/>
              </a:ext>
            </a:extLst>
          </p:cNvPr>
          <p:cNvGrpSpPr/>
          <p:nvPr/>
        </p:nvGrpSpPr>
        <p:grpSpPr>
          <a:xfrm>
            <a:off x="3549326" y="4270229"/>
            <a:ext cx="360" cy="2012040"/>
            <a:chOff x="3549326" y="4270229"/>
            <a:chExt cx="360" cy="20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F2DB5A-E819-CD27-BD9C-5403A891C4F1}"/>
                    </a:ext>
                  </a:extLst>
                </p14:cNvPr>
                <p14:cNvContentPartPr/>
                <p14:nvPr/>
              </p14:nvContentPartPr>
              <p14:xfrm>
                <a:off x="3549326" y="4310189"/>
                <a:ext cx="360" cy="14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F2DB5A-E819-CD27-BD9C-5403A891C4F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43206" y="4304069"/>
                  <a:ext cx="1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44C017-CB21-81E4-8AEE-01EE024A9197}"/>
                    </a:ext>
                  </a:extLst>
                </p14:cNvPr>
                <p14:cNvContentPartPr/>
                <p14:nvPr/>
              </p14:nvContentPartPr>
              <p14:xfrm>
                <a:off x="3549326" y="4270229"/>
                <a:ext cx="360" cy="2012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44C017-CB21-81E4-8AEE-01EE024A919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43206" y="4264109"/>
                  <a:ext cx="12600" cy="20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DD47A4-150E-7147-EE1B-09074A6397B7}"/>
              </a:ext>
            </a:extLst>
          </p:cNvPr>
          <p:cNvGrpSpPr/>
          <p:nvPr/>
        </p:nvGrpSpPr>
        <p:grpSpPr>
          <a:xfrm>
            <a:off x="5051640" y="1854829"/>
            <a:ext cx="500760" cy="848880"/>
            <a:chOff x="5051640" y="1854829"/>
            <a:chExt cx="500760" cy="84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D69CDE-0453-82E8-DBD6-23C0D0655F8D}"/>
                    </a:ext>
                  </a:extLst>
                </p14:cNvPr>
                <p14:cNvContentPartPr/>
                <p14:nvPr/>
              </p14:nvContentPartPr>
              <p14:xfrm>
                <a:off x="5127600" y="1854829"/>
                <a:ext cx="239760" cy="342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D69CDE-0453-82E8-DBD6-23C0D0655F8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21480" y="1848709"/>
                  <a:ext cx="2520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68833C-FBD6-2BD3-5C9A-3BF48E82208F}"/>
                    </a:ext>
                  </a:extLst>
                </p14:cNvPr>
                <p14:cNvContentPartPr/>
                <p14:nvPr/>
              </p14:nvContentPartPr>
              <p14:xfrm>
                <a:off x="5051640" y="1999909"/>
                <a:ext cx="500760" cy="703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68833C-FBD6-2BD3-5C9A-3BF48E8220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45520" y="1993789"/>
                  <a:ext cx="513000" cy="71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E8F14D1-3BA2-72CA-20AE-0935FBC3DB3C}"/>
                  </a:ext>
                </a:extLst>
              </p14:cNvPr>
              <p14:cNvContentPartPr/>
              <p14:nvPr/>
            </p14:nvContentPartPr>
            <p14:xfrm>
              <a:off x="-90960" y="-143891"/>
              <a:ext cx="27360" cy="2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E8F14D1-3BA2-72CA-20AE-0935FBC3DB3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-97080" y="-150011"/>
                <a:ext cx="3960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AE07BC1-C5DF-B03B-FE05-D80CEB0196DD}"/>
              </a:ext>
            </a:extLst>
          </p:cNvPr>
          <p:cNvGrpSpPr/>
          <p:nvPr/>
        </p:nvGrpSpPr>
        <p:grpSpPr>
          <a:xfrm>
            <a:off x="4859858" y="1760149"/>
            <a:ext cx="1157760" cy="524520"/>
            <a:chOff x="4859858" y="1760149"/>
            <a:chExt cx="1157760" cy="52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544805-108F-F593-6D17-5AE17838499A}"/>
                    </a:ext>
                  </a:extLst>
                </p14:cNvPr>
                <p14:cNvContentPartPr/>
                <p14:nvPr/>
              </p14:nvContentPartPr>
              <p14:xfrm>
                <a:off x="4859858" y="1859149"/>
                <a:ext cx="232920" cy="364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544805-108F-F593-6D17-5AE1783849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51218" y="1850509"/>
                  <a:ext cx="2505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DD0887A-B026-AC6C-8639-942865573640}"/>
                    </a:ext>
                  </a:extLst>
                </p14:cNvPr>
                <p14:cNvContentPartPr/>
                <p14:nvPr/>
              </p14:nvContentPartPr>
              <p14:xfrm>
                <a:off x="5125178" y="2050309"/>
                <a:ext cx="102600" cy="23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DD0887A-B026-AC6C-8639-9428655736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16538" y="2041669"/>
                  <a:ext cx="120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B861B7B-61BA-5824-BA61-8A5E597E6A0B}"/>
                    </a:ext>
                  </a:extLst>
                </p14:cNvPr>
                <p14:cNvContentPartPr/>
                <p14:nvPr/>
              </p14:nvContentPartPr>
              <p14:xfrm>
                <a:off x="5362778" y="2000269"/>
                <a:ext cx="72720" cy="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B861B7B-61BA-5824-BA61-8A5E597E6A0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54138" y="1991269"/>
                  <a:ext cx="90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4040E7A-4A9B-3E10-13C5-5A18528BECFE}"/>
                    </a:ext>
                  </a:extLst>
                </p14:cNvPr>
                <p14:cNvContentPartPr/>
                <p14:nvPr/>
              </p14:nvContentPartPr>
              <p14:xfrm>
                <a:off x="5387258" y="2089189"/>
                <a:ext cx="50040" cy="9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4040E7A-4A9B-3E10-13C5-5A18528BECF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78618" y="2080189"/>
                  <a:ext cx="67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A5D10C-EFD7-D173-C3F9-966105BFAF44}"/>
                    </a:ext>
                  </a:extLst>
                </p14:cNvPr>
                <p14:cNvContentPartPr/>
                <p14:nvPr/>
              </p14:nvContentPartPr>
              <p14:xfrm>
                <a:off x="5636018" y="1810189"/>
                <a:ext cx="152640" cy="339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A5D10C-EFD7-D173-C3F9-966105BFAF4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27378" y="1801549"/>
                  <a:ext cx="1702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81F1A2-512D-B14A-4824-85713FAC47E7}"/>
                    </a:ext>
                  </a:extLst>
                </p14:cNvPr>
                <p14:cNvContentPartPr/>
                <p14:nvPr/>
              </p14:nvContentPartPr>
              <p14:xfrm>
                <a:off x="5895218" y="1760149"/>
                <a:ext cx="122400" cy="298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81F1A2-512D-B14A-4824-85713FAC47E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86578" y="1751509"/>
                  <a:ext cx="14004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9BB37C-3E04-19A8-5A7E-2325A5BA1486}"/>
              </a:ext>
            </a:extLst>
          </p:cNvPr>
          <p:cNvGrpSpPr/>
          <p:nvPr/>
        </p:nvGrpSpPr>
        <p:grpSpPr>
          <a:xfrm>
            <a:off x="1485578" y="1732069"/>
            <a:ext cx="699840" cy="550440"/>
            <a:chOff x="1485578" y="1732069"/>
            <a:chExt cx="699840" cy="5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CD5D0C-1396-9175-2F43-01BA56DE6988}"/>
                    </a:ext>
                  </a:extLst>
                </p14:cNvPr>
                <p14:cNvContentPartPr/>
                <p14:nvPr/>
              </p14:nvContentPartPr>
              <p14:xfrm>
                <a:off x="1485578" y="1732069"/>
                <a:ext cx="245520" cy="42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CD5D0C-1396-9175-2F43-01BA56DE698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76938" y="1723069"/>
                  <a:ext cx="2631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FB8BB0-C720-F9E8-6A8C-0F8B653FE4C3}"/>
                    </a:ext>
                  </a:extLst>
                </p14:cNvPr>
                <p14:cNvContentPartPr/>
                <p14:nvPr/>
              </p14:nvContentPartPr>
              <p14:xfrm>
                <a:off x="1796978" y="2087389"/>
                <a:ext cx="96480" cy="195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FB8BB0-C720-F9E8-6A8C-0F8B653FE4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87978" y="2078389"/>
                  <a:ext cx="114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561259-7E53-5F49-D61A-E316196F402C}"/>
                    </a:ext>
                  </a:extLst>
                </p14:cNvPr>
                <p14:cNvContentPartPr/>
                <p14:nvPr/>
              </p14:nvContentPartPr>
              <p14:xfrm>
                <a:off x="1859978" y="1894789"/>
                <a:ext cx="48960" cy="356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561259-7E53-5F49-D61A-E316196F402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51338" y="1885789"/>
                  <a:ext cx="66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C2920C-15BD-B3D9-8B6D-773F9D09DC9F}"/>
                    </a:ext>
                  </a:extLst>
                </p14:cNvPr>
                <p14:cNvContentPartPr/>
                <p14:nvPr/>
              </p14:nvContentPartPr>
              <p14:xfrm>
                <a:off x="2059778" y="1897669"/>
                <a:ext cx="98640" cy="21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C2920C-15BD-B3D9-8B6D-773F9D09DC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50778" y="1889029"/>
                  <a:ext cx="116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5DBA83C-6248-DCA0-59E6-21D32F763B7B}"/>
                    </a:ext>
                  </a:extLst>
                </p14:cNvPr>
                <p14:cNvContentPartPr/>
                <p14:nvPr/>
              </p14:nvContentPartPr>
              <p14:xfrm>
                <a:off x="2113418" y="1965349"/>
                <a:ext cx="72000" cy="32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5DBA83C-6248-DCA0-59E6-21D32F763B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04778" y="1956709"/>
                  <a:ext cx="896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B940564-4DB4-CFAA-A4FD-BEA6CE6C4BD3}"/>
              </a:ext>
            </a:extLst>
          </p:cNvPr>
          <p:cNvGrpSpPr/>
          <p:nvPr/>
        </p:nvGrpSpPr>
        <p:grpSpPr>
          <a:xfrm>
            <a:off x="2384858" y="1823869"/>
            <a:ext cx="349560" cy="273960"/>
            <a:chOff x="2384858" y="1823869"/>
            <a:chExt cx="34956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042E6C-6693-D484-F792-6035451C312A}"/>
                    </a:ext>
                  </a:extLst>
                </p14:cNvPr>
                <p14:cNvContentPartPr/>
                <p14:nvPr/>
              </p14:nvContentPartPr>
              <p14:xfrm>
                <a:off x="2384858" y="1823869"/>
                <a:ext cx="204840" cy="20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042E6C-6693-D484-F792-6035451C31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75858" y="1815229"/>
                  <a:ext cx="222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995A15-33DE-EB93-04D0-324137745E58}"/>
                    </a:ext>
                  </a:extLst>
                </p14:cNvPr>
                <p14:cNvContentPartPr/>
                <p14:nvPr/>
              </p14:nvContentPartPr>
              <p14:xfrm>
                <a:off x="2490698" y="1867429"/>
                <a:ext cx="27720" cy="230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995A15-33DE-EB93-04D0-324137745E5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82058" y="1858429"/>
                  <a:ext cx="45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8B51978-15E6-DAD9-52C7-CF71D3CE5737}"/>
                    </a:ext>
                  </a:extLst>
                </p14:cNvPr>
                <p14:cNvContentPartPr/>
                <p14:nvPr/>
              </p14:nvContentPartPr>
              <p14:xfrm>
                <a:off x="2617418" y="1873189"/>
                <a:ext cx="117000" cy="212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8B51978-15E6-DAD9-52C7-CF71D3CE57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08418" y="1864549"/>
                  <a:ext cx="1346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54E3F1-EF32-274D-F90E-D3B915924FEB}"/>
              </a:ext>
            </a:extLst>
          </p:cNvPr>
          <p:cNvGrpSpPr/>
          <p:nvPr/>
        </p:nvGrpSpPr>
        <p:grpSpPr>
          <a:xfrm>
            <a:off x="2937098" y="1702909"/>
            <a:ext cx="511200" cy="327600"/>
            <a:chOff x="2937098" y="1702909"/>
            <a:chExt cx="51120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56AC543-1D7C-3756-E99B-4673E54635B9}"/>
                    </a:ext>
                  </a:extLst>
                </p14:cNvPr>
                <p14:cNvContentPartPr/>
                <p14:nvPr/>
              </p14:nvContentPartPr>
              <p14:xfrm>
                <a:off x="2937098" y="1977229"/>
                <a:ext cx="92160" cy="39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56AC543-1D7C-3756-E99B-4673E54635B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28458" y="1968589"/>
                  <a:ext cx="109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0720FC-E9A1-0D18-3E62-D9584492538C}"/>
                    </a:ext>
                  </a:extLst>
                </p14:cNvPr>
                <p14:cNvContentPartPr/>
                <p14:nvPr/>
              </p14:nvContentPartPr>
              <p14:xfrm>
                <a:off x="3145538" y="1831429"/>
                <a:ext cx="135360" cy="195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0720FC-E9A1-0D18-3E62-D9584492538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36538" y="1822429"/>
                  <a:ext cx="153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DF8608-A29F-ED72-6768-4DED6872BD73}"/>
                    </a:ext>
                  </a:extLst>
                </p14:cNvPr>
                <p14:cNvContentPartPr/>
                <p14:nvPr/>
              </p14:nvContentPartPr>
              <p14:xfrm>
                <a:off x="3330578" y="1702909"/>
                <a:ext cx="117720" cy="327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DF8608-A29F-ED72-6768-4DED6872BD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21938" y="1694269"/>
                  <a:ext cx="13536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3694A7-C8EB-69C7-B34B-931AD161C58E}"/>
              </a:ext>
            </a:extLst>
          </p:cNvPr>
          <p:cNvGrpSpPr/>
          <p:nvPr/>
        </p:nvGrpSpPr>
        <p:grpSpPr>
          <a:xfrm>
            <a:off x="641018" y="4202029"/>
            <a:ext cx="284040" cy="293400"/>
            <a:chOff x="641018" y="4202029"/>
            <a:chExt cx="28404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BF37A96-EF56-4B97-2CC4-B2BD825587A5}"/>
                    </a:ext>
                  </a:extLst>
                </p14:cNvPr>
                <p14:cNvContentPartPr/>
                <p14:nvPr/>
              </p14:nvContentPartPr>
              <p14:xfrm>
                <a:off x="641018" y="4202029"/>
                <a:ext cx="284040" cy="195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BF37A96-EF56-4B97-2CC4-B2BD825587A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2018" y="4193389"/>
                  <a:ext cx="301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844841-6220-65C9-9AFE-E6BE00292481}"/>
                    </a:ext>
                  </a:extLst>
                </p14:cNvPr>
                <p14:cNvContentPartPr/>
                <p14:nvPr/>
              </p14:nvContentPartPr>
              <p14:xfrm>
                <a:off x="803738" y="4221829"/>
                <a:ext cx="13680" cy="27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844841-6220-65C9-9AFE-E6BE0029248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95098" y="4212829"/>
                  <a:ext cx="3132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0764DB7-1026-DEDD-2BBF-6874117AD121}"/>
              </a:ext>
            </a:extLst>
          </p:cNvPr>
          <p:cNvGrpSpPr/>
          <p:nvPr/>
        </p:nvGrpSpPr>
        <p:grpSpPr>
          <a:xfrm>
            <a:off x="3398258" y="6364189"/>
            <a:ext cx="341640" cy="209520"/>
            <a:chOff x="3398258" y="6364189"/>
            <a:chExt cx="34164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CF2F934-E5E7-C7BD-B4CC-361FC38314F4}"/>
                    </a:ext>
                  </a:extLst>
                </p14:cNvPr>
                <p14:cNvContentPartPr/>
                <p14:nvPr/>
              </p14:nvContentPartPr>
              <p14:xfrm>
                <a:off x="3398258" y="6364189"/>
                <a:ext cx="116640" cy="202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CF2F934-E5E7-C7BD-B4CC-361FC38314F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89258" y="6355549"/>
                  <a:ext cx="134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AC6AE3A-04CE-1E2A-4CD7-D948CA5E21DD}"/>
                    </a:ext>
                  </a:extLst>
                </p14:cNvPr>
                <p14:cNvContentPartPr/>
                <p14:nvPr/>
              </p14:nvContentPartPr>
              <p14:xfrm>
                <a:off x="3566738" y="6369949"/>
                <a:ext cx="173160" cy="20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AC6AE3A-04CE-1E2A-4CD7-D948CA5E21D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558098" y="6361309"/>
                  <a:ext cx="19080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A31C983-57BD-B53B-8968-6103AA3726A4}"/>
                  </a:ext>
                </a:extLst>
              </p14:cNvPr>
              <p14:cNvContentPartPr/>
              <p14:nvPr/>
            </p14:nvContentPartPr>
            <p14:xfrm>
              <a:off x="3534338" y="4202749"/>
              <a:ext cx="123480" cy="1429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A31C983-57BD-B53B-8968-6103AA3726A4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3525338" y="4194109"/>
                <a:ext cx="14112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31FF7EF-FB5C-6A6F-7887-82CAED2BB427}"/>
              </a:ext>
            </a:extLst>
          </p:cNvPr>
          <p:cNvGrpSpPr/>
          <p:nvPr/>
        </p:nvGrpSpPr>
        <p:grpSpPr>
          <a:xfrm>
            <a:off x="3922418" y="4211029"/>
            <a:ext cx="282600" cy="182160"/>
            <a:chOff x="3922418" y="4211029"/>
            <a:chExt cx="28260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50FE06-F714-5A8C-FE68-B4A8C9C2E5E8}"/>
                    </a:ext>
                  </a:extLst>
                </p14:cNvPr>
                <p14:cNvContentPartPr/>
                <p14:nvPr/>
              </p14:nvContentPartPr>
              <p14:xfrm>
                <a:off x="3922418" y="4288429"/>
                <a:ext cx="198720" cy="33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50FE06-F714-5A8C-FE68-B4A8C9C2E5E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913418" y="4279429"/>
                  <a:ext cx="216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0F29484-6883-A184-8EF3-F83556A865C9}"/>
                    </a:ext>
                  </a:extLst>
                </p14:cNvPr>
                <p14:cNvContentPartPr/>
                <p14:nvPr/>
              </p14:nvContentPartPr>
              <p14:xfrm>
                <a:off x="4038338" y="4211029"/>
                <a:ext cx="166680" cy="182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0F29484-6883-A184-8EF3-F83556A865C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029698" y="4202029"/>
                  <a:ext cx="18432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9B2CBAF-4EE7-740E-4ABA-DFCEDCA1B2D2}"/>
              </a:ext>
            </a:extLst>
          </p:cNvPr>
          <p:cNvGrpSpPr/>
          <p:nvPr/>
        </p:nvGrpSpPr>
        <p:grpSpPr>
          <a:xfrm>
            <a:off x="4457018" y="4191949"/>
            <a:ext cx="924480" cy="396000"/>
            <a:chOff x="4457018" y="4191949"/>
            <a:chExt cx="9244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EEA058E-97F3-BBE9-F711-8A0787AC9841}"/>
                    </a:ext>
                  </a:extLst>
                </p14:cNvPr>
                <p14:cNvContentPartPr/>
                <p14:nvPr/>
              </p14:nvContentPartPr>
              <p14:xfrm>
                <a:off x="4527938" y="4212109"/>
                <a:ext cx="136080" cy="133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EEA058E-97F3-BBE9-F711-8A0787AC984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519298" y="4203109"/>
                  <a:ext cx="153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41F7216-EBAD-B11A-91E5-7561513FB07F}"/>
                    </a:ext>
                  </a:extLst>
                </p14:cNvPr>
                <p14:cNvContentPartPr/>
                <p14:nvPr/>
              </p14:nvContentPartPr>
              <p14:xfrm>
                <a:off x="4725218" y="4191949"/>
                <a:ext cx="135360" cy="119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41F7216-EBAD-B11A-91E5-7561513FB07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16578" y="4183309"/>
                  <a:ext cx="1530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C72E4A-CD2B-FE2C-207B-52E198BD565F}"/>
                    </a:ext>
                  </a:extLst>
                </p14:cNvPr>
                <p14:cNvContentPartPr/>
                <p14:nvPr/>
              </p14:nvContentPartPr>
              <p14:xfrm>
                <a:off x="4457018" y="4497229"/>
                <a:ext cx="192240" cy="10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C72E4A-CD2B-FE2C-207B-52E198BD565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8378" y="4488589"/>
                  <a:ext cx="209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C44C69-89F0-577A-2D1A-73CB81F21139}"/>
                    </a:ext>
                  </a:extLst>
                </p14:cNvPr>
                <p14:cNvContentPartPr/>
                <p14:nvPr/>
              </p14:nvContentPartPr>
              <p14:xfrm>
                <a:off x="4583018" y="4410829"/>
                <a:ext cx="21600" cy="160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C44C69-89F0-577A-2D1A-73CB81F2113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574018" y="4402189"/>
                  <a:ext cx="39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6DABC8-6B76-7DD4-9CF2-C0DB7D077082}"/>
                    </a:ext>
                  </a:extLst>
                </p14:cNvPr>
                <p14:cNvContentPartPr/>
                <p14:nvPr/>
              </p14:nvContentPartPr>
              <p14:xfrm>
                <a:off x="4662578" y="4426669"/>
                <a:ext cx="64080" cy="161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6DABC8-6B76-7DD4-9CF2-C0DB7D07708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653578" y="4417669"/>
                  <a:ext cx="81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2FB0B5E-CB1D-70B6-078C-B001D59B7025}"/>
                    </a:ext>
                  </a:extLst>
                </p14:cNvPr>
                <p14:cNvContentPartPr/>
                <p14:nvPr/>
              </p14:nvContentPartPr>
              <p14:xfrm>
                <a:off x="4793618" y="4410829"/>
                <a:ext cx="204840" cy="131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2FB0B5E-CB1D-70B6-078C-B001D59B702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784978" y="4401829"/>
                  <a:ext cx="222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4EF3C35-678E-38E7-F03C-11CBB952D269}"/>
                    </a:ext>
                  </a:extLst>
                </p14:cNvPr>
                <p14:cNvContentPartPr/>
                <p14:nvPr/>
              </p14:nvContentPartPr>
              <p14:xfrm>
                <a:off x="5004218" y="4407949"/>
                <a:ext cx="113760" cy="127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4EF3C35-678E-38E7-F03C-11CBB952D26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995218" y="4398949"/>
                  <a:ext cx="131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3BD4CA5-2C0F-360D-DC34-A4DDA9F2FC72}"/>
                    </a:ext>
                  </a:extLst>
                </p14:cNvPr>
                <p14:cNvContentPartPr/>
                <p14:nvPr/>
              </p14:nvContentPartPr>
              <p14:xfrm>
                <a:off x="5101418" y="4285909"/>
                <a:ext cx="280080" cy="252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3BD4CA5-2C0F-360D-DC34-A4DDA9F2FC7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92418" y="4277269"/>
                  <a:ext cx="297720" cy="26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239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3C768-0B64-3591-0C64-FB128527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D553-49ED-C0A6-BF00-0FB5ADF1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95" y="57182"/>
            <a:ext cx="9875520" cy="1356360"/>
          </a:xfrm>
        </p:spPr>
        <p:txBody>
          <a:bodyPr/>
          <a:lstStyle/>
          <a:p>
            <a:r>
              <a:rPr lang="en-GB" dirty="0"/>
              <a:t>Basics of trade : Simple Economics model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0AE54-C1F6-BEA2-4910-81C24E26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F5B975-D741-22B0-1F9F-B1FF2E6957CB}"/>
              </a:ext>
            </a:extLst>
          </p:cNvPr>
          <p:cNvCxnSpPr/>
          <p:nvPr/>
        </p:nvCxnSpPr>
        <p:spPr>
          <a:xfrm>
            <a:off x="1143000" y="1965960"/>
            <a:ext cx="0" cy="4434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877EC4-5086-0034-E7E1-93EE42C858E9}"/>
              </a:ext>
            </a:extLst>
          </p:cNvPr>
          <p:cNvCxnSpPr/>
          <p:nvPr/>
        </p:nvCxnSpPr>
        <p:spPr>
          <a:xfrm>
            <a:off x="1066800" y="6324600"/>
            <a:ext cx="45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2B6AA6-3CE8-4E51-D157-2581331234B9}"/>
              </a:ext>
            </a:extLst>
          </p:cNvPr>
          <p:cNvSpPr txBox="1"/>
          <p:nvPr/>
        </p:nvSpPr>
        <p:spPr>
          <a:xfrm>
            <a:off x="6172203" y="1143000"/>
            <a:ext cx="57369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of trade : </a:t>
            </a:r>
            <a:r>
              <a:rPr lang="en-GB" sz="2400" b="1" dirty="0"/>
              <a:t>Import</a:t>
            </a:r>
            <a:r>
              <a:rPr lang="en-GB" dirty="0"/>
              <a:t> : </a:t>
            </a:r>
          </a:p>
          <a:p>
            <a:r>
              <a:rPr lang="en-GB" dirty="0"/>
              <a:t>local demand { see point C)  &gt; Local supply (See point B)  </a:t>
            </a:r>
          </a:p>
          <a:p>
            <a:endParaRPr lang="en-GB" dirty="0"/>
          </a:p>
          <a:p>
            <a:r>
              <a:rPr lang="en-GB" dirty="0"/>
              <a:t>This will occur if P lower than P0 ($4)  where there will be a shortage of BC ; thus buyers will buy this amount overseas, known as import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So if P1 is given as  $1k, </a:t>
            </a:r>
          </a:p>
          <a:p>
            <a:r>
              <a:rPr lang="en-GB" dirty="0"/>
              <a:t>Local Supply Q=</a:t>
            </a:r>
          </a:p>
          <a:p>
            <a:r>
              <a:rPr lang="en-GB" dirty="0"/>
              <a:t>Local Demand Q = </a:t>
            </a:r>
          </a:p>
          <a:p>
            <a:r>
              <a:rPr lang="en-GB" dirty="0"/>
              <a:t>Shortage = </a:t>
            </a:r>
          </a:p>
          <a:p>
            <a:r>
              <a:rPr lang="en-GB" dirty="0"/>
              <a:t>Import = 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Qn: so if the government adopts the inward orientation approach that they want to produce  the cars locally, and reduce imports, where must be the new price of cars ? </a:t>
            </a:r>
            <a:endParaRPr lang="en-SG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C27BF-B4D9-F93D-121D-D3BA23FF0786}"/>
              </a:ext>
            </a:extLst>
          </p:cNvPr>
          <p:cNvSpPr txBox="1"/>
          <p:nvPr/>
        </p:nvSpPr>
        <p:spPr>
          <a:xfrm>
            <a:off x="3840060" y="623160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Quantity of cars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C5F52-E575-A890-87ED-F6DF7EE30BF8}"/>
              </a:ext>
            </a:extLst>
          </p:cNvPr>
          <p:cNvSpPr txBox="1"/>
          <p:nvPr/>
        </p:nvSpPr>
        <p:spPr>
          <a:xfrm>
            <a:off x="495299" y="1357728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Price ($/car)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6AC471-950D-6379-7E7F-87C5A44668A1}"/>
                  </a:ext>
                </a:extLst>
              </p14:cNvPr>
              <p14:cNvContentPartPr/>
              <p14:nvPr/>
            </p14:nvContentPartPr>
            <p14:xfrm>
              <a:off x="1378166" y="2109869"/>
              <a:ext cx="3952800" cy="3952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6AC471-950D-6379-7E7F-87C5A44668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0166" y="2091869"/>
                <a:ext cx="3988440" cy="39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3E5CC9B-E83A-B59C-F5A2-A1CD6FEB9E00}"/>
                  </a:ext>
                </a:extLst>
              </p14:cNvPr>
              <p14:cNvContentPartPr/>
              <p14:nvPr/>
            </p14:nvContentPartPr>
            <p14:xfrm>
              <a:off x="1396526" y="2358989"/>
              <a:ext cx="4499280" cy="3775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3E5CC9B-E83A-B59C-F5A2-A1CD6FEB9E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8526" y="2340989"/>
                <a:ext cx="4534920" cy="38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F0AE57-4AC1-88BF-5E11-2E4032F7A649}"/>
                  </a:ext>
                </a:extLst>
              </p14:cNvPr>
              <p14:cNvContentPartPr/>
              <p14:nvPr/>
            </p14:nvContentPartPr>
            <p14:xfrm>
              <a:off x="1039766" y="4319549"/>
              <a:ext cx="24501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F0AE57-4AC1-88BF-5E11-2E4032F7A6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3646" y="4313429"/>
                <a:ext cx="24624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0A667536-D839-CD90-FA35-05573F7E3ECF}"/>
              </a:ext>
            </a:extLst>
          </p:cNvPr>
          <p:cNvGrpSpPr/>
          <p:nvPr/>
        </p:nvGrpSpPr>
        <p:grpSpPr>
          <a:xfrm>
            <a:off x="3549326" y="4270229"/>
            <a:ext cx="360" cy="2012040"/>
            <a:chOff x="3549326" y="4270229"/>
            <a:chExt cx="360" cy="20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DD28239-0DA2-B5B1-B699-872D83746C8D}"/>
                    </a:ext>
                  </a:extLst>
                </p14:cNvPr>
                <p14:cNvContentPartPr/>
                <p14:nvPr/>
              </p14:nvContentPartPr>
              <p14:xfrm>
                <a:off x="3549326" y="4310189"/>
                <a:ext cx="360" cy="14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DD28239-0DA2-B5B1-B699-872D83746C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43206" y="4304222"/>
                  <a:ext cx="12600" cy="25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779222-B340-3823-ABFD-E95EBB68AF9F}"/>
                    </a:ext>
                  </a:extLst>
                </p14:cNvPr>
                <p14:cNvContentPartPr/>
                <p14:nvPr/>
              </p14:nvContentPartPr>
              <p14:xfrm>
                <a:off x="3549326" y="4270229"/>
                <a:ext cx="360" cy="2012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779222-B340-3823-ABFD-E95EBB68AF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43206" y="4264109"/>
                  <a:ext cx="12600" cy="20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C199B2-32D3-4874-39BE-9FDB0D4B5DC4}"/>
              </a:ext>
            </a:extLst>
          </p:cNvPr>
          <p:cNvGrpSpPr/>
          <p:nvPr/>
        </p:nvGrpSpPr>
        <p:grpSpPr>
          <a:xfrm>
            <a:off x="579720" y="4228669"/>
            <a:ext cx="253440" cy="211320"/>
            <a:chOff x="579720" y="4228669"/>
            <a:chExt cx="25344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405B94-99C9-FF24-3ACB-46616BBAF764}"/>
                    </a:ext>
                  </a:extLst>
                </p14:cNvPr>
                <p14:cNvContentPartPr/>
                <p14:nvPr/>
              </p14:nvContentPartPr>
              <p14:xfrm>
                <a:off x="579720" y="4228669"/>
                <a:ext cx="253440" cy="155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405B94-99C9-FF24-3ACB-46616BBAF7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1080" y="4220029"/>
                  <a:ext cx="271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12F3CA-4666-2FC3-C100-55F2B9030B40}"/>
                    </a:ext>
                  </a:extLst>
                </p14:cNvPr>
                <p14:cNvContentPartPr/>
                <p14:nvPr/>
              </p14:nvContentPartPr>
              <p14:xfrm>
                <a:off x="739560" y="4230109"/>
                <a:ext cx="12600" cy="20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12F3CA-4666-2FC3-C100-55F2B9030B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0920" y="4221109"/>
                  <a:ext cx="3024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E552D3F-9D88-9AB6-AB24-4F6B7404ACA3}"/>
              </a:ext>
            </a:extLst>
          </p:cNvPr>
          <p:cNvGrpSpPr/>
          <p:nvPr/>
        </p:nvGrpSpPr>
        <p:grpSpPr>
          <a:xfrm>
            <a:off x="5080800" y="1968949"/>
            <a:ext cx="875160" cy="378000"/>
            <a:chOff x="5080800" y="1968949"/>
            <a:chExt cx="87516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8B33A1-1F9B-044A-4756-6256FD32E16A}"/>
                    </a:ext>
                  </a:extLst>
                </p14:cNvPr>
                <p14:cNvContentPartPr/>
                <p14:nvPr/>
              </p14:nvContentPartPr>
              <p14:xfrm>
                <a:off x="5080800" y="2005669"/>
                <a:ext cx="138240" cy="271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8B33A1-1F9B-044A-4756-6256FD32E1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72160" y="1996669"/>
                  <a:ext cx="155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E982E7-9E6B-F99B-D717-B1F7D8076304}"/>
                    </a:ext>
                  </a:extLst>
                </p14:cNvPr>
                <p14:cNvContentPartPr/>
                <p14:nvPr/>
              </p14:nvContentPartPr>
              <p14:xfrm>
                <a:off x="5274120" y="2166589"/>
                <a:ext cx="58680" cy="180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E982E7-9E6B-F99B-D717-B1F7D80763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65480" y="2157589"/>
                  <a:ext cx="76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AB999F-04BE-97D5-14B7-A00D28D80EAC}"/>
                    </a:ext>
                  </a:extLst>
                </p14:cNvPr>
                <p14:cNvContentPartPr/>
                <p14:nvPr/>
              </p14:nvContentPartPr>
              <p14:xfrm>
                <a:off x="5417760" y="2104669"/>
                <a:ext cx="72000" cy="8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AB999F-04BE-97D5-14B7-A00D28D80E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08760" y="2096029"/>
                  <a:ext cx="89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61B3AC-D129-009A-D7BB-759A70504467}"/>
                    </a:ext>
                  </a:extLst>
                </p14:cNvPr>
                <p14:cNvContentPartPr/>
                <p14:nvPr/>
              </p14:nvContentPartPr>
              <p14:xfrm>
                <a:off x="5427480" y="2195749"/>
                <a:ext cx="72720" cy="6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61B3AC-D129-009A-D7BB-759A705044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18840" y="2187109"/>
                  <a:ext cx="90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7D9745-2A33-4E91-D725-A5DAAAA8602D}"/>
                    </a:ext>
                  </a:extLst>
                </p14:cNvPr>
                <p14:cNvContentPartPr/>
                <p14:nvPr/>
              </p14:nvContentPartPr>
              <p14:xfrm>
                <a:off x="5631600" y="2016469"/>
                <a:ext cx="132480" cy="217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7D9745-2A33-4E91-D725-A5DAAAA860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22600" y="2007469"/>
                  <a:ext cx="150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8411B0-9F7D-EF06-ECCB-179416CA60C6}"/>
                    </a:ext>
                  </a:extLst>
                </p14:cNvPr>
                <p14:cNvContentPartPr/>
                <p14:nvPr/>
              </p14:nvContentPartPr>
              <p14:xfrm>
                <a:off x="5849400" y="1968949"/>
                <a:ext cx="106560" cy="213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8411B0-9F7D-EF06-ECCB-179416CA60C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40760" y="1960309"/>
                  <a:ext cx="12420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AD2A48-55E6-72FB-ADE5-FCC25E883092}"/>
              </a:ext>
            </a:extLst>
          </p:cNvPr>
          <p:cNvGrpSpPr/>
          <p:nvPr/>
        </p:nvGrpSpPr>
        <p:grpSpPr>
          <a:xfrm>
            <a:off x="1526520" y="1804789"/>
            <a:ext cx="522720" cy="397800"/>
            <a:chOff x="1526520" y="1804789"/>
            <a:chExt cx="52272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1622B0-0D7E-6BCB-4528-D1A1BA9ECA37}"/>
                    </a:ext>
                  </a:extLst>
                </p14:cNvPr>
                <p14:cNvContentPartPr/>
                <p14:nvPr/>
              </p14:nvContentPartPr>
              <p14:xfrm>
                <a:off x="1526520" y="1804789"/>
                <a:ext cx="222480" cy="30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1622B0-0D7E-6BCB-4528-D1A1BA9ECA3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17880" y="1795789"/>
                  <a:ext cx="2401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D531115-3B43-FBE9-59BC-A5BC6D08C5D3}"/>
                    </a:ext>
                  </a:extLst>
                </p14:cNvPr>
                <p14:cNvContentPartPr/>
                <p14:nvPr/>
              </p14:nvContentPartPr>
              <p14:xfrm>
                <a:off x="1771320" y="1966789"/>
                <a:ext cx="96840" cy="21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D531115-3B43-FBE9-59BC-A5BC6D08C5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62680" y="1958149"/>
                  <a:ext cx="114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39C5C9F-9C15-3503-2B46-2FC24C44CDFF}"/>
                    </a:ext>
                  </a:extLst>
                </p14:cNvPr>
                <p14:cNvContentPartPr/>
                <p14:nvPr/>
              </p14:nvContentPartPr>
              <p14:xfrm>
                <a:off x="1852680" y="1830349"/>
                <a:ext cx="58680" cy="37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39C5C9F-9C15-3503-2B46-2FC24C44CD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44040" y="1821709"/>
                  <a:ext cx="763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C05E763-027A-54BA-D1B3-3039F2C85B84}"/>
                    </a:ext>
                  </a:extLst>
                </p14:cNvPr>
                <p14:cNvContentPartPr/>
                <p14:nvPr/>
              </p14:nvContentPartPr>
              <p14:xfrm>
                <a:off x="1971120" y="1977229"/>
                <a:ext cx="78120" cy="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C05E763-027A-54BA-D1B3-3039F2C85B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2120" y="1968229"/>
                  <a:ext cx="95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CE3FC5-A864-F474-CD7D-763AF6B21868}"/>
                    </a:ext>
                  </a:extLst>
                </p14:cNvPr>
                <p14:cNvContentPartPr/>
                <p14:nvPr/>
              </p14:nvContentPartPr>
              <p14:xfrm>
                <a:off x="2012520" y="2044189"/>
                <a:ext cx="34200" cy="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CE3FC5-A864-F474-CD7D-763AF6B2186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03880" y="2035189"/>
                  <a:ext cx="518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35C7B2-3964-1B1F-2D83-8CEE9FAF4958}"/>
              </a:ext>
            </a:extLst>
          </p:cNvPr>
          <p:cNvGrpSpPr/>
          <p:nvPr/>
        </p:nvGrpSpPr>
        <p:grpSpPr>
          <a:xfrm>
            <a:off x="2255520" y="1779949"/>
            <a:ext cx="826560" cy="273240"/>
            <a:chOff x="2255520" y="1779949"/>
            <a:chExt cx="82656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06FCE5-5CEF-866E-C04A-C99210A8E2F7}"/>
                    </a:ext>
                  </a:extLst>
                </p14:cNvPr>
                <p14:cNvContentPartPr/>
                <p14:nvPr/>
              </p14:nvContentPartPr>
              <p14:xfrm>
                <a:off x="2255520" y="1822429"/>
                <a:ext cx="173160" cy="18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06FCE5-5CEF-866E-C04A-C99210A8E2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46520" y="1813429"/>
                  <a:ext cx="190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04B6F1-BC4D-FCDC-BA21-3C4274663044}"/>
                    </a:ext>
                  </a:extLst>
                </p14:cNvPr>
                <p14:cNvContentPartPr/>
                <p14:nvPr/>
              </p14:nvContentPartPr>
              <p14:xfrm>
                <a:off x="2388360" y="1853389"/>
                <a:ext cx="25560" cy="199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04B6F1-BC4D-FCDC-BA21-3C42746630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79720" y="1844389"/>
                  <a:ext cx="43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BA3946-35CF-E435-089C-CE44BAC4D12A}"/>
                    </a:ext>
                  </a:extLst>
                </p14:cNvPr>
                <p14:cNvContentPartPr/>
                <p14:nvPr/>
              </p14:nvContentPartPr>
              <p14:xfrm>
                <a:off x="2479080" y="1898749"/>
                <a:ext cx="121680" cy="150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BA3946-35CF-E435-089C-CE44BAC4D1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70080" y="1889749"/>
                  <a:ext cx="139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738AC5-6496-10C7-D402-759F6A1BD9C6}"/>
                    </a:ext>
                  </a:extLst>
                </p14:cNvPr>
                <p14:cNvContentPartPr/>
                <p14:nvPr/>
              </p14:nvContentPartPr>
              <p14:xfrm>
                <a:off x="2673120" y="1945549"/>
                <a:ext cx="65160" cy="16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738AC5-6496-10C7-D402-759F6A1BD9C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64480" y="1936909"/>
                  <a:ext cx="82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05B18D-E026-D622-D3FD-286A7819883E}"/>
                    </a:ext>
                  </a:extLst>
                </p14:cNvPr>
                <p14:cNvContentPartPr/>
                <p14:nvPr/>
              </p14:nvContentPartPr>
              <p14:xfrm>
                <a:off x="2836560" y="1873909"/>
                <a:ext cx="126360" cy="178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05B18D-E026-D622-D3FD-286A781988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27920" y="1865269"/>
                  <a:ext cx="144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D7613B-7B28-20CA-0F6F-3D657D363E12}"/>
                    </a:ext>
                  </a:extLst>
                </p14:cNvPr>
                <p14:cNvContentPartPr/>
                <p14:nvPr/>
              </p14:nvContentPartPr>
              <p14:xfrm>
                <a:off x="3004320" y="1779949"/>
                <a:ext cx="77760" cy="264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D7613B-7B28-20CA-0F6F-3D657D363E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95320" y="1771309"/>
                  <a:ext cx="95400" cy="28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643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82C64D9-D855-4343-BB40-3E465EFFA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6D061A-80BB-4A08-8350-176FFFDC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CE4854CA-3484-4D7A-830B-B7CCA3703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85873B29-00C9-4A09-9A38-04659945E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378" y="246887"/>
            <a:ext cx="5861321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773D8F8-52A0-4637-B217-CEED549DF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36924" y="4220801"/>
            <a:ext cx="4215939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8F11886E-162A-4B03-9FF2-6853869C8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34B1D-CF1F-41D9-29B8-9CF54E2A2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24" y="857675"/>
            <a:ext cx="4566230" cy="34377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b="1" cap="all">
                <a:solidFill>
                  <a:srgbClr val="FFFFFF"/>
                </a:solidFill>
              </a:rPr>
              <a:t>Tariffs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4D5D5-F844-F935-1719-EF6B73195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88" r="1903" b="3"/>
          <a:stretch>
            <a:fillRect/>
          </a:stretch>
        </p:blipFill>
        <p:spPr>
          <a:xfrm>
            <a:off x="381462" y="63820"/>
            <a:ext cx="5555054" cy="67303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9B999-0503-EB16-E536-E49F7DF0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12435390-808E-496C-9001-512058A0016E}" type="slidenum">
              <a:rPr lang="en-US" altLang="en-US" smtClean="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  <a:defRPr/>
              </a:pPr>
              <a:t>18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87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E201-0741-4BF2-9426-70FCC989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5867400" cy="2971800"/>
          </a:xfrm>
        </p:spPr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2.1.1 Protectionism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C80BF-3401-43C6-BACD-1398F82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15CB748-8EB0-402F-8F2A-976E683E4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7750131"/>
              </p:ext>
            </p:extLst>
          </p:nvPr>
        </p:nvGraphicFramePr>
        <p:xfrm>
          <a:off x="1447800" y="798411"/>
          <a:ext cx="12375143" cy="5261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80AB495-89DA-A683-0665-FAF418B2D93B}"/>
              </a:ext>
            </a:extLst>
          </p:cNvPr>
          <p:cNvSpPr txBox="1"/>
          <p:nvPr/>
        </p:nvSpPr>
        <p:spPr>
          <a:xfrm>
            <a:off x="685800" y="2895600"/>
            <a:ext cx="419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Aim : Reduce imports by increasing domestic price </a:t>
            </a:r>
          </a:p>
          <a:p>
            <a:endParaRPr lang="en-GB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67A215F-6B9D-C7B9-308B-3F73328D91D2}"/>
              </a:ext>
            </a:extLst>
          </p:cNvPr>
          <p:cNvSpPr/>
          <p:nvPr/>
        </p:nvSpPr>
        <p:spPr>
          <a:xfrm>
            <a:off x="2057400" y="3818930"/>
            <a:ext cx="1524000" cy="600670"/>
          </a:xfrm>
          <a:prstGeom prst="wedgeRoundRectCallout">
            <a:avLst>
              <a:gd name="adj1" fmla="val 89058"/>
              <a:gd name="adj2" fmla="val 2030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Earned by govt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5464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A485-2072-4F4D-A0A5-D3B73C67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778" y="236220"/>
            <a:ext cx="9875520" cy="1356360"/>
          </a:xfrm>
        </p:spPr>
        <p:txBody>
          <a:bodyPr anchor="t"/>
          <a:lstStyle/>
          <a:p>
            <a:r>
              <a:rPr lang="en-GB" dirty="0"/>
              <a:t>Effects of tariff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98C2C-0B82-29F4-4D6E-2FFED575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CF6296-6CB3-C371-78D1-B3F089A6CCFD}"/>
              </a:ext>
            </a:extLst>
          </p:cNvPr>
          <p:cNvCxnSpPr/>
          <p:nvPr/>
        </p:nvCxnSpPr>
        <p:spPr>
          <a:xfrm>
            <a:off x="1143000" y="1965960"/>
            <a:ext cx="0" cy="4434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9784CC-E020-469B-BEB2-3B214E7A8B4B}"/>
              </a:ext>
            </a:extLst>
          </p:cNvPr>
          <p:cNvSpPr txBox="1"/>
          <p:nvPr/>
        </p:nvSpPr>
        <p:spPr>
          <a:xfrm>
            <a:off x="6249182" y="685800"/>
            <a:ext cx="54101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Case of  free trade ( no tariff)  : import : local demand &gt; Local supply : example P1= $1, import = 30</a:t>
            </a:r>
          </a:p>
          <a:p>
            <a:endParaRPr lang="en-GB" sz="2400" dirty="0"/>
          </a:p>
          <a:p>
            <a:r>
              <a:rPr lang="en-GB" sz="2400" dirty="0"/>
              <a:t>Case of restricted trade : e.g $1 per item</a:t>
            </a:r>
          </a:p>
          <a:p>
            <a:r>
              <a:rPr lang="en-GB" sz="2400" dirty="0"/>
              <a:t>New price 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Effect on local supply, Q1</a:t>
            </a:r>
            <a:r>
              <a:rPr lang="en-GB" sz="2400" baseline="30000" dirty="0"/>
              <a:t>s</a:t>
            </a:r>
            <a:r>
              <a:rPr lang="en-GB" sz="2400" dirty="0"/>
              <a:t> 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Effect on local demand , Q1</a:t>
            </a:r>
            <a:r>
              <a:rPr lang="en-GB" sz="2400" baseline="30000" dirty="0"/>
              <a:t>d</a:t>
            </a:r>
            <a:r>
              <a:rPr lang="en-GB" sz="2400" dirty="0"/>
              <a:t> 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Effect on import  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Change in import 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Effect on government </a:t>
            </a:r>
          </a:p>
          <a:p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9D0C3-E347-B931-2436-C510F1E8FE5E}"/>
              </a:ext>
            </a:extLst>
          </p:cNvPr>
          <p:cNvSpPr txBox="1"/>
          <p:nvPr/>
        </p:nvSpPr>
        <p:spPr>
          <a:xfrm>
            <a:off x="495299" y="135772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Price ($)</a:t>
            </a:r>
            <a:endParaRPr lang="en-SG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B2EE8EC-4BB7-E278-0957-927F4949D515}"/>
              </a:ext>
            </a:extLst>
          </p:cNvPr>
          <p:cNvCxnSpPr/>
          <p:nvPr/>
        </p:nvCxnSpPr>
        <p:spPr>
          <a:xfrm>
            <a:off x="1066800" y="61722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E04667C-53D9-44C1-3B7C-E5E7A0E1A3DB}"/>
              </a:ext>
            </a:extLst>
          </p:cNvPr>
          <p:cNvSpPr txBox="1"/>
          <p:nvPr/>
        </p:nvSpPr>
        <p:spPr>
          <a:xfrm>
            <a:off x="3886200" y="6223828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Qty) </a:t>
            </a:r>
            <a:endParaRPr lang="en-SG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985FE1-6D8C-0BE2-A566-9B19B4DD817A}"/>
              </a:ext>
            </a:extLst>
          </p:cNvPr>
          <p:cNvSpPr txBox="1"/>
          <p:nvPr/>
        </p:nvSpPr>
        <p:spPr>
          <a:xfrm>
            <a:off x="1764262" y="14886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Local Supply : Q = 8P			--eqn(1)</a:t>
            </a:r>
          </a:p>
          <a:p>
            <a:r>
              <a:rPr lang="en-GB" dirty="0"/>
              <a:t>Local Demand : Q = 40 – 2P 		-- eqn (2)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C729030-3195-A8A9-AC3D-A7A01ACA8EFB}"/>
              </a:ext>
            </a:extLst>
          </p:cNvPr>
          <p:cNvGrpSpPr/>
          <p:nvPr/>
        </p:nvGrpSpPr>
        <p:grpSpPr>
          <a:xfrm>
            <a:off x="6787200" y="4966669"/>
            <a:ext cx="100080" cy="90360"/>
            <a:chOff x="6787200" y="4966669"/>
            <a:chExt cx="100080" cy="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7B21370-7A1D-F922-23C5-E7851E93FA77}"/>
                    </a:ext>
                  </a:extLst>
                </p14:cNvPr>
                <p14:cNvContentPartPr/>
                <p14:nvPr/>
              </p14:nvContentPartPr>
              <p14:xfrm>
                <a:off x="6800880" y="4966669"/>
                <a:ext cx="82800" cy="4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7B21370-7A1D-F922-23C5-E7851E93FA7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92240" y="4957669"/>
                  <a:ext cx="100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C523E4-8B73-A532-4187-63DDB3B1E668}"/>
                    </a:ext>
                  </a:extLst>
                </p14:cNvPr>
                <p14:cNvContentPartPr/>
                <p14:nvPr/>
              </p14:nvContentPartPr>
              <p14:xfrm>
                <a:off x="6814200" y="5046589"/>
                <a:ext cx="41040" cy="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C523E4-8B73-A532-4187-63DDB3B1E66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05560" y="5037589"/>
                  <a:ext cx="58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AC8F77-7269-3C8C-66DC-FFC18EC6689B}"/>
                    </a:ext>
                  </a:extLst>
                </p14:cNvPr>
                <p14:cNvContentPartPr/>
                <p14:nvPr/>
              </p14:nvContentPartPr>
              <p14:xfrm>
                <a:off x="6787200" y="5043709"/>
                <a:ext cx="100080" cy="13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AC8F77-7269-3C8C-66DC-FFC18EC6689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78200" y="5034709"/>
                  <a:ext cx="117720" cy="3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7675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40CD-89D0-EEE8-2CC1-04CC4E81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3B4E7-9912-E1F7-7D85-BE1A706E0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27" y="186034"/>
            <a:ext cx="9875520" cy="1356360"/>
          </a:xfrm>
        </p:spPr>
        <p:txBody>
          <a:bodyPr anchor="t"/>
          <a:lstStyle/>
          <a:p>
            <a:r>
              <a:rPr lang="en-GB" dirty="0"/>
              <a:t>Effects of Quota (fixed quantity)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072A8-AA2F-7BFE-2396-1106B40B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0C931C-6FCE-49F6-6EFA-77C43E314464}"/>
              </a:ext>
            </a:extLst>
          </p:cNvPr>
          <p:cNvCxnSpPr/>
          <p:nvPr/>
        </p:nvCxnSpPr>
        <p:spPr>
          <a:xfrm>
            <a:off x="1143000" y="1965960"/>
            <a:ext cx="0" cy="4434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1EFE60-9E29-9BC7-D1CF-943EE00A8CD3}"/>
              </a:ext>
            </a:extLst>
          </p:cNvPr>
          <p:cNvSpPr txBox="1"/>
          <p:nvPr/>
        </p:nvSpPr>
        <p:spPr>
          <a:xfrm>
            <a:off x="6400800" y="1283868"/>
            <a:ext cx="54101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Case of  free trade ( no tariff)  : import : local demand &gt; Local supply : example P1= $1, import = 30</a:t>
            </a:r>
          </a:p>
          <a:p>
            <a:endParaRPr lang="en-GB" sz="2400" dirty="0"/>
          </a:p>
          <a:p>
            <a:r>
              <a:rPr lang="en-GB" sz="2400" dirty="0"/>
              <a:t>Case of restricted trade</a:t>
            </a:r>
          </a:p>
          <a:p>
            <a:r>
              <a:rPr lang="en-GB" sz="2400" dirty="0">
                <a:solidFill>
                  <a:srgbClr val="FF0000"/>
                </a:solidFill>
              </a:rPr>
              <a:t>Quota = 10 = new import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How do we depict this restriction on the diagram? </a:t>
            </a:r>
          </a:p>
          <a:p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268A1-F40F-9300-0FE1-688ED85E566B}"/>
              </a:ext>
            </a:extLst>
          </p:cNvPr>
          <p:cNvSpPr txBox="1"/>
          <p:nvPr/>
        </p:nvSpPr>
        <p:spPr>
          <a:xfrm>
            <a:off x="495299" y="135772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Price ($)</a:t>
            </a:r>
            <a:endParaRPr lang="en-SG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9821B3-7645-5CD2-51D7-E4A490B71273}"/>
              </a:ext>
            </a:extLst>
          </p:cNvPr>
          <p:cNvCxnSpPr/>
          <p:nvPr/>
        </p:nvCxnSpPr>
        <p:spPr>
          <a:xfrm>
            <a:off x="1066800" y="61722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CEA9F00-F3FB-7991-A949-03E6346E189E}"/>
              </a:ext>
            </a:extLst>
          </p:cNvPr>
          <p:cNvSpPr txBox="1"/>
          <p:nvPr/>
        </p:nvSpPr>
        <p:spPr>
          <a:xfrm>
            <a:off x="3886200" y="6223828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Qty) </a:t>
            </a:r>
            <a:endParaRPr lang="en-SG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063995-3AA6-35B4-BAA0-1008F00A429E}"/>
              </a:ext>
            </a:extLst>
          </p:cNvPr>
          <p:cNvSpPr txBox="1"/>
          <p:nvPr/>
        </p:nvSpPr>
        <p:spPr>
          <a:xfrm>
            <a:off x="1600200" y="10816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Local Supply : Q = 8P			--eqn(1)</a:t>
            </a:r>
          </a:p>
          <a:p>
            <a:r>
              <a:rPr lang="en-GB" dirty="0"/>
              <a:t>Local Demand : Q = 40 – 2P 		-- eqn (2)</a:t>
            </a:r>
          </a:p>
        </p:txBody>
      </p:sp>
    </p:spTree>
    <p:extLst>
      <p:ext uri="{BB962C8B-B14F-4D97-AF65-F5344CB8AC3E}">
        <p14:creationId xmlns:p14="http://schemas.microsoft.com/office/powerpoint/2010/main" val="3090963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F0F1B-75B6-FA58-B2D7-908F092F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484D-8FED-7210-CFD7-D9CE0019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27" y="186034"/>
            <a:ext cx="9875520" cy="1356360"/>
          </a:xfrm>
        </p:spPr>
        <p:txBody>
          <a:bodyPr anchor="t"/>
          <a:lstStyle/>
          <a:p>
            <a:r>
              <a:rPr lang="en-GB" dirty="0"/>
              <a:t>Effects of Quota (fixed quantity)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784F1-F8F0-CD80-0FA4-3EED74BF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B075DF-82AC-729B-3FB0-7E358EBBA269}"/>
              </a:ext>
            </a:extLst>
          </p:cNvPr>
          <p:cNvCxnSpPr/>
          <p:nvPr/>
        </p:nvCxnSpPr>
        <p:spPr>
          <a:xfrm>
            <a:off x="1143000" y="1965960"/>
            <a:ext cx="0" cy="4434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FBD9B5-92CF-6E67-00BE-471F92D8CFC8}"/>
              </a:ext>
            </a:extLst>
          </p:cNvPr>
          <p:cNvSpPr txBox="1"/>
          <p:nvPr/>
        </p:nvSpPr>
        <p:spPr>
          <a:xfrm>
            <a:off x="6286504" y="990600"/>
            <a:ext cx="54101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/>
              <a:t>Case of restricted trade</a:t>
            </a:r>
          </a:p>
          <a:p>
            <a:r>
              <a:rPr lang="en-GB" sz="2400" dirty="0">
                <a:solidFill>
                  <a:srgbClr val="FF0000"/>
                </a:solidFill>
              </a:rPr>
              <a:t>Quota = 10 = new import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Working backwards</a:t>
            </a:r>
          </a:p>
          <a:p>
            <a:r>
              <a:rPr lang="en-GB" sz="2400" dirty="0">
                <a:solidFill>
                  <a:srgbClr val="FF0000"/>
                </a:solidFill>
              </a:rPr>
              <a:t>New demand – New Supply = 10  </a:t>
            </a:r>
          </a:p>
          <a:p>
            <a:r>
              <a:rPr lang="en-GB" sz="2400" dirty="0">
                <a:solidFill>
                  <a:srgbClr val="FF0000"/>
                </a:solidFill>
              </a:rPr>
              <a:t>New Price =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Government tax revenue = 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We will examine ad valorem tax in tutorial discussions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8C8C80-AC1D-417A-B322-7C8CB84A9F94}"/>
              </a:ext>
            </a:extLst>
          </p:cNvPr>
          <p:cNvSpPr txBox="1"/>
          <p:nvPr/>
        </p:nvSpPr>
        <p:spPr>
          <a:xfrm>
            <a:off x="495299" y="135772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Price ($)</a:t>
            </a:r>
            <a:endParaRPr lang="en-SG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0905896-77FD-4407-4F54-91876A819236}"/>
              </a:ext>
            </a:extLst>
          </p:cNvPr>
          <p:cNvCxnSpPr/>
          <p:nvPr/>
        </p:nvCxnSpPr>
        <p:spPr>
          <a:xfrm>
            <a:off x="1066800" y="61722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50E21B4-191E-1260-0659-E21B30F125FF}"/>
              </a:ext>
            </a:extLst>
          </p:cNvPr>
          <p:cNvSpPr txBox="1"/>
          <p:nvPr/>
        </p:nvSpPr>
        <p:spPr>
          <a:xfrm>
            <a:off x="3886200" y="6223828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Qty) </a:t>
            </a:r>
            <a:endParaRPr lang="en-SG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140574-30AB-1E0D-A5EB-BFFD9F66E2EA}"/>
              </a:ext>
            </a:extLst>
          </p:cNvPr>
          <p:cNvSpPr txBox="1"/>
          <p:nvPr/>
        </p:nvSpPr>
        <p:spPr>
          <a:xfrm>
            <a:off x="1600200" y="10816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Local Supply : Q = 8P			--eqn(1)</a:t>
            </a:r>
          </a:p>
          <a:p>
            <a:r>
              <a:rPr lang="en-GB" dirty="0"/>
              <a:t>Local Demand : Q = 40 – 2P 		-- eqn (2)</a:t>
            </a:r>
          </a:p>
        </p:txBody>
      </p:sp>
    </p:spTree>
    <p:extLst>
      <p:ext uri="{BB962C8B-B14F-4D97-AF65-F5344CB8AC3E}">
        <p14:creationId xmlns:p14="http://schemas.microsoft.com/office/powerpoint/2010/main" val="1431951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B767-BC43-1954-50ED-164C51CF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60" y="130217"/>
            <a:ext cx="10349587" cy="1356360"/>
          </a:xfrm>
        </p:spPr>
        <p:txBody>
          <a:bodyPr>
            <a:normAutofit/>
          </a:bodyPr>
          <a:lstStyle/>
          <a:p>
            <a:r>
              <a:rPr lang="en-SG" sz="3600" dirty="0"/>
              <a:t>2.1.2 Effects of trade protection  on domestic market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598B9-1E67-61B9-5C99-824D3202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SIM/UOW/July2020/Clare Kon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169EE-EB7D-A35D-2A4C-BF2B8D68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C32738C-03C7-ACD4-B3BE-74E2FF7931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053827"/>
              </p:ext>
            </p:extLst>
          </p:nvPr>
        </p:nvGraphicFramePr>
        <p:xfrm>
          <a:off x="-114852" y="10668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8217A97-F8D8-2C11-08F7-E8F1DB461AA6}"/>
                  </a:ext>
                </a:extLst>
              </p14:cNvPr>
              <p14:cNvContentPartPr/>
              <p14:nvPr/>
            </p14:nvContentPartPr>
            <p14:xfrm>
              <a:off x="354415" y="1462691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8217A97-F8D8-2C11-08F7-E8F1DB461AA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5415" y="145369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Arrow: Down 20">
            <a:extLst>
              <a:ext uri="{FF2B5EF4-FFF2-40B4-BE49-F238E27FC236}">
                <a16:creationId xmlns:a16="http://schemas.microsoft.com/office/drawing/2014/main" id="{7CE65897-DB6E-E3B4-D1ED-0E5B6E610C3F}"/>
              </a:ext>
            </a:extLst>
          </p:cNvPr>
          <p:cNvSpPr/>
          <p:nvPr/>
        </p:nvSpPr>
        <p:spPr>
          <a:xfrm rot="16200000">
            <a:off x="7231023" y="4529729"/>
            <a:ext cx="1261106" cy="134564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Effects</a:t>
            </a:r>
            <a:endParaRPr lang="en-SG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255E9F-54CD-7D7B-3C93-2B6EB7721A0E}"/>
              </a:ext>
            </a:extLst>
          </p:cNvPr>
          <p:cNvSpPr txBox="1"/>
          <p:nvPr/>
        </p:nvSpPr>
        <p:spPr>
          <a:xfrm>
            <a:off x="8382000" y="4385305"/>
            <a:ext cx="3112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Lack or limited competition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Firms become complacent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Produce poor quality goods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70C0"/>
                </a:solidFill>
              </a:rPr>
              <a:t>Direct resources towards protected industries [ i.e. where prices rise more rapidly] </a:t>
            </a:r>
            <a:endParaRPr lang="en-S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164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8FE8-8330-0738-0D40-9525B448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4A88-E3A4-96C0-ECBD-00FD5C8C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60" y="130217"/>
            <a:ext cx="10349587" cy="1356360"/>
          </a:xfrm>
        </p:spPr>
        <p:txBody>
          <a:bodyPr>
            <a:normAutofit/>
          </a:bodyPr>
          <a:lstStyle/>
          <a:p>
            <a:r>
              <a:rPr lang="en-SG" sz="3600" dirty="0"/>
              <a:t>2.1.2 Effects of trade protection  on domestic market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1DC94-2545-92AF-77DE-F31E7F32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SIM/UOW/July2020/Clare Kon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C9A67-6DA5-3190-610A-8C7B493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FF06ED-3637-0498-5523-FF76A6915C0E}"/>
              </a:ext>
            </a:extLst>
          </p:cNvPr>
          <p:cNvGraphicFramePr/>
          <p:nvPr/>
        </p:nvGraphicFramePr>
        <p:xfrm>
          <a:off x="-114852" y="10668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721780E-5BDB-EC76-3E2C-1F7A4149F99F}"/>
                  </a:ext>
                </a:extLst>
              </p14:cNvPr>
              <p14:cNvContentPartPr/>
              <p14:nvPr/>
            </p14:nvContentPartPr>
            <p14:xfrm>
              <a:off x="354415" y="1462691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721780E-5BDB-EC76-3E2C-1F7A4149F9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5415" y="145369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0734F457-737E-9AF1-B6A7-A6C232F6990F}"/>
              </a:ext>
            </a:extLst>
          </p:cNvPr>
          <p:cNvSpPr/>
          <p:nvPr/>
        </p:nvSpPr>
        <p:spPr>
          <a:xfrm rot="16200000">
            <a:off x="6629400" y="1600200"/>
            <a:ext cx="1447800" cy="1066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A7FCFA-02A5-8BFE-CDB3-5E371967DAA1}"/>
              </a:ext>
            </a:extLst>
          </p:cNvPr>
          <p:cNvSpPr txBox="1"/>
          <p:nvPr/>
        </p:nvSpPr>
        <p:spPr>
          <a:xfrm>
            <a:off x="8013148" y="1409699"/>
            <a:ext cx="3112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Loss of consumer sovereignty : Choices: ‘forced to buy the more expensive and/or poor quality locally produced item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0405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3BBB-2553-0660-242D-D7D1966C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2.1.4 Effects of trade protection 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14E8F4-7DC5-9DE7-5DF4-2122D6A0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SIM/UOW/July2024/Clare Kon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2285E-EE56-FC18-9E01-74C07101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83EFABD-50E1-3A64-36AD-F5729390D2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34584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8567D6-D157-AEE1-D218-FE26A12055E5}"/>
              </a:ext>
            </a:extLst>
          </p:cNvPr>
          <p:cNvSpPr txBox="1"/>
          <p:nvPr/>
        </p:nvSpPr>
        <p:spPr>
          <a:xfrm>
            <a:off x="5410200" y="297180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RGDP</a:t>
            </a:r>
          </a:p>
          <a:p>
            <a:pPr algn="ctr"/>
            <a:r>
              <a:rPr lang="en-GB" b="1" dirty="0"/>
              <a:t>Rises </a:t>
            </a:r>
            <a:endParaRPr lang="en-SG" b="1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22FE694-9FBA-58E6-2358-E9BFD69F9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308111"/>
              </p:ext>
            </p:extLst>
          </p:nvPr>
        </p:nvGraphicFramePr>
        <p:xfrm>
          <a:off x="2032000" y="5334000"/>
          <a:ext cx="8636000" cy="804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84099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2C64D9-D855-4343-BB40-3E465EFFA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06D061A-80BB-4A08-8350-176FFFDC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E3AA470-3B69-490E-97A2-0A6A6AB58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713BAD8-E33C-42AC-A8E6-8F3D8B37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2979E2-B89C-40AF-BC3B-F1B518211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2D195C48-3B53-4363-9FA7-58E5976EA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72E50-7203-4FA0-BB83-8BC856EB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3400" b="1" cap="all" dirty="0">
                <a:solidFill>
                  <a:srgbClr val="FFFFFF"/>
                </a:solidFill>
              </a:rPr>
              <a:t>2.2 . Inward Orientation Growth Strategies </a:t>
            </a:r>
            <a:br>
              <a:rPr lang="en-US" sz="3400" b="1" cap="all" dirty="0">
                <a:solidFill>
                  <a:srgbClr val="FFFFFF"/>
                </a:solidFill>
              </a:rPr>
            </a:br>
            <a:br>
              <a:rPr lang="en-US" sz="3400" b="1" cap="all" dirty="0">
                <a:solidFill>
                  <a:srgbClr val="FFFFFF"/>
                </a:solidFill>
              </a:rPr>
            </a:br>
            <a:r>
              <a:rPr lang="en-US" sz="3400" b="1" i="1" cap="all" dirty="0">
                <a:solidFill>
                  <a:srgbClr val="FFFFFF"/>
                </a:solidFill>
              </a:rPr>
              <a:t>Overvalue local currency </a:t>
            </a:r>
          </a:p>
        </p:txBody>
      </p:sp>
      <p:pic>
        <p:nvPicPr>
          <p:cNvPr id="5" name="Picture 4" descr="A person pumping a balloon with a dollar sign&#10;&#10;AI-generated content may be incorrect.">
            <a:extLst>
              <a:ext uri="{FF2B5EF4-FFF2-40B4-BE49-F238E27FC236}">
                <a16:creationId xmlns:a16="http://schemas.microsoft.com/office/drawing/2014/main" id="{4B61E181-AF00-FD27-4421-158A5F5A7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4968"/>
          <a:stretch>
            <a:fillRect/>
          </a:stretch>
        </p:blipFill>
        <p:spPr>
          <a:xfrm>
            <a:off x="872064" y="857675"/>
            <a:ext cx="6045576" cy="51406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4B22C-DF55-468C-9969-D6FB67FC1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980" y="6223828"/>
            <a:ext cx="7975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12435390-808E-496C-9001-512058A0016E}" type="slidenum">
              <a:rPr lang="en-US" alt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  <a:defRPr/>
              </a:pPr>
              <a:t>26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990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81F1-311C-426B-A2E5-E08EA48E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2.3 . Inward Orientation and over valued currency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9829-C8AA-41D4-AE14-685AD63F7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95" y="1694594"/>
            <a:ext cx="5969369" cy="4800600"/>
          </a:xfrm>
        </p:spPr>
        <p:txBody>
          <a:bodyPr>
            <a:noAutofit/>
          </a:bodyPr>
          <a:lstStyle/>
          <a:p>
            <a:r>
              <a:rPr lang="en-GB" sz="1800" dirty="0">
                <a:solidFill>
                  <a:schemeClr val="tx1"/>
                </a:solidFill>
              </a:rPr>
              <a:t>Effects of an </a:t>
            </a:r>
            <a:r>
              <a:rPr lang="en-GB" sz="1800" b="1" dirty="0">
                <a:solidFill>
                  <a:schemeClr val="tx1"/>
                </a:solidFill>
              </a:rPr>
              <a:t>OVER VALUED CURRENCY </a:t>
            </a:r>
          </a:p>
          <a:p>
            <a:r>
              <a:rPr lang="en-GB" sz="1800" dirty="0">
                <a:solidFill>
                  <a:schemeClr val="tx1"/>
                </a:solidFill>
              </a:rPr>
              <a:t>-Example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tx1"/>
                </a:solidFill>
              </a:rPr>
              <a:t>Brazilian Real  1 = USD 0.20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tx1"/>
                </a:solidFill>
              </a:rPr>
              <a:t>Brazilian Real  1 = USD 0.40</a:t>
            </a:r>
          </a:p>
          <a:p>
            <a:r>
              <a:rPr lang="en-GB" sz="2000" dirty="0">
                <a:solidFill>
                  <a:schemeClr val="tx1"/>
                </a:solidFill>
              </a:rPr>
              <a:t>In other words, the Brazilian govt will buy up the Local currency and sell USD [ imagine she has a pot of currency comprise of local and different foreign international currency]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3560D-3D76-4B2E-9972-B861D0E2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CFF92-4814-4263-A32E-C81EDC494371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B3FBD11-95BF-4B3D-B4F1-2202D93102F3}"/>
              </a:ext>
            </a:extLst>
          </p:cNvPr>
          <p:cNvSpPr/>
          <p:nvPr/>
        </p:nvSpPr>
        <p:spPr>
          <a:xfrm>
            <a:off x="5160266" y="2438400"/>
            <a:ext cx="1981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Focus </a:t>
            </a:r>
            <a:endParaRPr lang="en-SG" dirty="0"/>
          </a:p>
        </p:txBody>
      </p:sp>
      <p:pic>
        <p:nvPicPr>
          <p:cNvPr id="11" name="Picture 10" descr="A close-up of a coin&#10;&#10;Description automatically generated">
            <a:extLst>
              <a:ext uri="{FF2B5EF4-FFF2-40B4-BE49-F238E27FC236}">
                <a16:creationId xmlns:a16="http://schemas.microsoft.com/office/drawing/2014/main" id="{BFE0FF01-3983-40FD-57F3-ADFC9997F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85615" y="1965960"/>
            <a:ext cx="4063536" cy="3047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9B000-1CD3-E8BA-BE07-F4DB4F727712}"/>
              </a:ext>
            </a:extLst>
          </p:cNvPr>
          <p:cNvSpPr txBox="1"/>
          <p:nvPr/>
        </p:nvSpPr>
        <p:spPr>
          <a:xfrm>
            <a:off x="5105400" y="4446165"/>
            <a:ext cx="5858254" cy="1477328"/>
          </a:xfrm>
          <a:prstGeom prst="rect">
            <a:avLst/>
          </a:prstGeom>
          <a:solidFill>
            <a:srgbClr val="C5D3FF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Example : A metal cutting machine from USA cost USD 2000</a:t>
            </a:r>
          </a:p>
          <a:p>
            <a:endParaRPr lang="en-GB" dirty="0"/>
          </a:p>
          <a:p>
            <a:r>
              <a:rPr lang="en-GB" dirty="0"/>
              <a:t>Before revaluation , the Brazilian pay (2000/0.2) = 10, 000 real</a:t>
            </a:r>
          </a:p>
          <a:p>
            <a:r>
              <a:rPr lang="en-GB" dirty="0"/>
              <a:t>With revaluation, the Brazilian pays (2000/0.4) = 5,000 real </a:t>
            </a:r>
            <a:endParaRPr lang="en-SG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DC93505-68E6-61DB-001C-83D8CE785157}"/>
              </a:ext>
            </a:extLst>
          </p:cNvPr>
          <p:cNvSpPr/>
          <p:nvPr/>
        </p:nvSpPr>
        <p:spPr>
          <a:xfrm>
            <a:off x="1143000" y="5163406"/>
            <a:ext cx="2209800" cy="1060422"/>
          </a:xfrm>
          <a:prstGeom prst="wedgeRoundRectCallout">
            <a:avLst>
              <a:gd name="adj1" fmla="val 126126"/>
              <a:gd name="adj2" fmla="val -4986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 common practise by newly industrialised nations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48082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81F1-311C-426B-A2E5-E08EA48E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2.3 . Inward Orientation and over valued currency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9829-C8AA-41D4-AE14-685AD63F7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95" y="1694594"/>
            <a:ext cx="5969369" cy="4800600"/>
          </a:xfrm>
        </p:spPr>
        <p:txBody>
          <a:bodyPr>
            <a:noAutofit/>
          </a:bodyPr>
          <a:lstStyle/>
          <a:p>
            <a:r>
              <a:rPr lang="en-GB" sz="1800" dirty="0">
                <a:solidFill>
                  <a:schemeClr val="tx1"/>
                </a:solidFill>
              </a:rPr>
              <a:t>Effects of an </a:t>
            </a:r>
            <a:r>
              <a:rPr lang="en-GB" sz="1800" b="1" dirty="0">
                <a:solidFill>
                  <a:schemeClr val="tx1"/>
                </a:solidFill>
              </a:rPr>
              <a:t>OVER VALUED CURRENCY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tx1"/>
                </a:solidFill>
              </a:rPr>
              <a:t>A rise in imports where the </a:t>
            </a:r>
            <a:r>
              <a:rPr lang="en-GB" sz="1800" dirty="0">
                <a:solidFill>
                  <a:schemeClr val="tx1"/>
                </a:solidFill>
                <a:highlight>
                  <a:srgbClr val="FFFF00"/>
                </a:highlight>
              </a:rPr>
              <a:t>strong local currency </a:t>
            </a:r>
            <a:r>
              <a:rPr lang="en-GB" sz="1800" dirty="0">
                <a:solidFill>
                  <a:schemeClr val="tx1"/>
                </a:solidFill>
              </a:rPr>
              <a:t>allows local firms to acquire intermediate goods , machinery for supporting the local production </a:t>
            </a:r>
          </a:p>
          <a:p>
            <a:pPr marL="4572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tx1"/>
              </a:solidFill>
            </a:endParaRPr>
          </a:p>
          <a:p>
            <a:pPr marL="4572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70C0"/>
                </a:solidFill>
              </a:rPr>
              <a:t>But what if the US$ appreciates ?</a:t>
            </a:r>
          </a:p>
          <a:p>
            <a:pPr marL="4572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70C0"/>
                </a:solidFill>
              </a:rPr>
              <a:t>1. That means the Brazilian govt will have to buy up more local currency with more US$ - Rapid depletion of reserves will land up in a currency crisis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3560D-3D76-4B2E-9972-B861D0E2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CFF92-4814-4263-A32E-C81EDC494371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B3FBD11-95BF-4B3D-B4F1-2202D93102F3}"/>
              </a:ext>
            </a:extLst>
          </p:cNvPr>
          <p:cNvSpPr/>
          <p:nvPr/>
        </p:nvSpPr>
        <p:spPr>
          <a:xfrm>
            <a:off x="2819400" y="5105400"/>
            <a:ext cx="1981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Focus </a:t>
            </a:r>
            <a:endParaRPr lang="en-SG" dirty="0"/>
          </a:p>
        </p:txBody>
      </p:sp>
      <p:pic>
        <p:nvPicPr>
          <p:cNvPr id="11" name="Picture 10" descr="A close-up of a coin&#10;&#10;Description automatically generated">
            <a:extLst>
              <a:ext uri="{FF2B5EF4-FFF2-40B4-BE49-F238E27FC236}">
                <a16:creationId xmlns:a16="http://schemas.microsoft.com/office/drawing/2014/main" id="{BFE0FF01-3983-40FD-57F3-ADFC9997F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9736" y="1974273"/>
            <a:ext cx="5004264" cy="375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15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81F1-311C-426B-A2E5-E08EA48E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783" y="609600"/>
            <a:ext cx="6693061" cy="1356360"/>
          </a:xfrm>
        </p:spPr>
        <p:txBody>
          <a:bodyPr>
            <a:normAutofit/>
          </a:bodyPr>
          <a:lstStyle/>
          <a:p>
            <a:r>
              <a:rPr lang="en-GB" dirty="0"/>
              <a:t>2.3.1 Inward Orientation and over valued currency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9829-C8AA-41D4-AE14-685AD63F7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783" y="2057400"/>
            <a:ext cx="6693061" cy="40386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sz="3600" b="1" i="1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3600" b="1" i="1" dirty="0">
                <a:solidFill>
                  <a:schemeClr val="tx1"/>
                </a:solidFill>
              </a:rPr>
              <a:t>Key Problems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The country require </a:t>
            </a:r>
            <a:r>
              <a:rPr lang="en-GB" dirty="0">
                <a:solidFill>
                  <a:schemeClr val="tx1"/>
                </a:solidFill>
                <a:highlight>
                  <a:srgbClr val="FFFF00"/>
                </a:highlight>
              </a:rPr>
              <a:t>reserves to maintain the exchange rate</a:t>
            </a:r>
            <a:r>
              <a:rPr lang="en-GB" dirty="0">
                <a:solidFill>
                  <a:schemeClr val="tx1"/>
                </a:solidFill>
              </a:rPr>
              <a:t> i.e. to buy up the local currency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This is the </a:t>
            </a:r>
            <a:r>
              <a:rPr lang="en-GB" b="1" u="sng" dirty="0">
                <a:solidFill>
                  <a:schemeClr val="tx1"/>
                </a:solidFill>
              </a:rPr>
              <a:t>key challenge </a:t>
            </a:r>
            <a:r>
              <a:rPr lang="en-GB" dirty="0">
                <a:solidFill>
                  <a:schemeClr val="tx1"/>
                </a:solidFill>
              </a:rPr>
              <a:t>faced by poor developing countries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3560D-3D76-4B2E-9972-B861D0E2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58ACFF92-4814-4263-A32E-C81EDC494371}" type="slidenum">
              <a:rPr lang="en-US" altLang="en-US" smtClean="0"/>
              <a:pPr>
                <a:spcAft>
                  <a:spcPts val="600"/>
                </a:spcAft>
                <a:defRPr/>
              </a:pPr>
              <a:t>29</a:t>
            </a:fld>
            <a:endParaRPr lang="en-US" altLang="en-US" dirty="0"/>
          </a:p>
        </p:txBody>
      </p:sp>
      <p:pic>
        <p:nvPicPr>
          <p:cNvPr id="8" name="Picture 7" descr="A close-up of a coin&#10;&#10;Description automatically generated">
            <a:extLst>
              <a:ext uri="{FF2B5EF4-FFF2-40B4-BE49-F238E27FC236}">
                <a16:creationId xmlns:a16="http://schemas.microsoft.com/office/drawing/2014/main" id="{8D9BA9E4-1C75-F882-2F3B-0174842C6B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7115" r="20001" b="1"/>
          <a:stretch/>
        </p:blipFill>
        <p:spPr>
          <a:xfrm>
            <a:off x="223336" y="243840"/>
            <a:ext cx="3646837" cy="637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65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C64D9-D855-4343-BB40-3E465EFFA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6D061A-80BB-4A08-8350-176FFFDC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92BB3-3613-4DC5-97E0-299B04C46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072E50-7203-4FA0-BB83-8BC856EB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8424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3100" b="1" cap="all" dirty="0">
                <a:solidFill>
                  <a:srgbClr val="FFFFFF"/>
                </a:solidFill>
              </a:rPr>
              <a:t>2.3 . Inward Orientation Growth Strategies </a:t>
            </a:r>
            <a:br>
              <a:rPr lang="en-US" sz="3100" b="1" cap="all" dirty="0">
                <a:solidFill>
                  <a:srgbClr val="FFFFFF"/>
                </a:solidFill>
              </a:rPr>
            </a:br>
            <a:br>
              <a:rPr lang="en-US" sz="3100" b="1" cap="all" dirty="0">
                <a:solidFill>
                  <a:srgbClr val="FFFFFF"/>
                </a:solidFill>
              </a:rPr>
            </a:br>
            <a:r>
              <a:rPr lang="en-US" sz="3100" b="1" i="1" cap="all" dirty="0">
                <a:solidFill>
                  <a:srgbClr val="FFFFFF"/>
                </a:solidFill>
              </a:rPr>
              <a:t>Government assistance </a:t>
            </a:r>
          </a:p>
        </p:txBody>
      </p:sp>
      <p:pic>
        <p:nvPicPr>
          <p:cNvPr id="5" name="Picture 4" descr="Close-up of several signs on a rack&#10;&#10;AI-generated content may be incorrect.">
            <a:extLst>
              <a:ext uri="{FF2B5EF4-FFF2-40B4-BE49-F238E27FC236}">
                <a16:creationId xmlns:a16="http://schemas.microsoft.com/office/drawing/2014/main" id="{D81053C5-B0D4-81B6-983B-E09770BAC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8876" r="1" b="35434"/>
          <a:stretch>
            <a:fillRect/>
          </a:stretch>
        </p:blipFill>
        <p:spPr>
          <a:xfrm>
            <a:off x="243840" y="256540"/>
            <a:ext cx="11704320" cy="37642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4B22C-DF55-468C-9969-D6FB67FC1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12435390-808E-496C-9001-512058A0016E}" type="slidenum">
              <a:rPr lang="en-US" alt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  <a:defRPr/>
              </a:pPr>
              <a:t>30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782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DB93-0833-4640-A4DD-043B78D0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2.4 . Govt assistance scheme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59229-7722-4A20-A8A0-80DDDE16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CFF92-4814-4263-A32E-C81EDC494371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  <p:grpSp>
        <p:nvGrpSpPr>
          <p:cNvPr id="6" name="Group 1027">
            <a:extLst>
              <a:ext uri="{FF2B5EF4-FFF2-40B4-BE49-F238E27FC236}">
                <a16:creationId xmlns:a16="http://schemas.microsoft.com/office/drawing/2014/main" id="{71ADCF91-2292-4B54-A374-64B816114C96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295400"/>
            <a:ext cx="7154160" cy="4302000"/>
            <a:chOff x="720" y="1248"/>
            <a:chExt cx="4512" cy="2640"/>
          </a:xfrm>
          <a:noFill/>
        </p:grpSpPr>
        <p:sp>
          <p:nvSpPr>
            <p:cNvPr id="7" name="AutoShape 1028">
              <a:extLst>
                <a:ext uri="{FF2B5EF4-FFF2-40B4-BE49-F238E27FC236}">
                  <a16:creationId xmlns:a16="http://schemas.microsoft.com/office/drawing/2014/main" id="{269BA992-AA60-42A2-832B-335D347D0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60"/>
              <a:ext cx="1584" cy="720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2000" dirty="0">
                  <a:latin typeface="Comic Sans MS" panose="030F0702030302020204" pitchFamily="66" charset="0"/>
                </a:rPr>
                <a:t>Government </a:t>
              </a:r>
            </a:p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2000" dirty="0">
                  <a:latin typeface="Comic Sans MS" panose="030F0702030302020204" pitchFamily="66" charset="0"/>
                </a:rPr>
                <a:t>payment to a </a:t>
              </a:r>
            </a:p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2000" dirty="0">
                  <a:latin typeface="Comic Sans MS" panose="030F0702030302020204" pitchFamily="66" charset="0"/>
                </a:rPr>
                <a:t>domestic producer</a:t>
              </a:r>
            </a:p>
          </p:txBody>
        </p:sp>
        <p:sp>
          <p:nvSpPr>
            <p:cNvPr id="8" name="AutoShape 1029">
              <a:extLst>
                <a:ext uri="{FF2B5EF4-FFF2-40B4-BE49-F238E27FC236}">
                  <a16:creationId xmlns:a16="http://schemas.microsoft.com/office/drawing/2014/main" id="{6955FE37-4B87-42E7-8F02-00C815BD0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256"/>
              <a:ext cx="912" cy="52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Cash Grants</a:t>
              </a:r>
            </a:p>
          </p:txBody>
        </p:sp>
        <p:sp>
          <p:nvSpPr>
            <p:cNvPr id="9" name="AutoShape 1030">
              <a:extLst>
                <a:ext uri="{FF2B5EF4-FFF2-40B4-BE49-F238E27FC236}">
                  <a16:creationId xmlns:a16="http://schemas.microsoft.com/office/drawing/2014/main" id="{ACB51B5C-668E-4537-B56F-24C5F658F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248"/>
              <a:ext cx="912" cy="52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Tax Breaks</a:t>
              </a:r>
            </a:p>
          </p:txBody>
        </p:sp>
        <p:sp>
          <p:nvSpPr>
            <p:cNvPr id="10" name="AutoShape 1031">
              <a:extLst>
                <a:ext uri="{FF2B5EF4-FFF2-40B4-BE49-F238E27FC236}">
                  <a16:creationId xmlns:a16="http://schemas.microsoft.com/office/drawing/2014/main" id="{979650AB-FA96-4E7B-807C-130881DD7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208"/>
              <a:ext cx="912" cy="528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Low Interest</a:t>
              </a:r>
            </a:p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Loans</a:t>
              </a:r>
            </a:p>
          </p:txBody>
        </p:sp>
        <p:sp>
          <p:nvSpPr>
            <p:cNvPr id="11" name="AutoShape 1032">
              <a:extLst>
                <a:ext uri="{FF2B5EF4-FFF2-40B4-BE49-F238E27FC236}">
                  <a16:creationId xmlns:a16="http://schemas.microsoft.com/office/drawing/2014/main" id="{356E719C-64A5-4797-A11B-E15BF1806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64"/>
              <a:ext cx="1008" cy="624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Government</a:t>
              </a:r>
            </a:p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Equity</a:t>
              </a:r>
            </a:p>
            <a:p>
              <a:pPr algn="ctr">
                <a:spcBef>
                  <a:spcPct val="0"/>
                </a:spcBef>
                <a:buClrTx/>
                <a:buNone/>
                <a:defRPr/>
              </a:pPr>
              <a:r>
                <a:rPr kumimoji="0" lang="en-US" altLang="en-US" sz="1800" dirty="0">
                  <a:latin typeface="Comic Sans MS" panose="030F0702030302020204" pitchFamily="66" charset="0"/>
                </a:rPr>
                <a:t>Participation</a:t>
              </a:r>
            </a:p>
          </p:txBody>
        </p:sp>
        <p:sp>
          <p:nvSpPr>
            <p:cNvPr id="12" name="Line 1033">
              <a:extLst>
                <a:ext uri="{FF2B5EF4-FFF2-40B4-BE49-F238E27FC236}">
                  <a16:creationId xmlns:a16="http://schemas.microsoft.com/office/drawing/2014/main" id="{1473765D-EBD9-49F5-9222-AED6BF86A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976"/>
              <a:ext cx="0" cy="24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" name="Line 1034">
              <a:extLst>
                <a:ext uri="{FF2B5EF4-FFF2-40B4-BE49-F238E27FC236}">
                  <a16:creationId xmlns:a16="http://schemas.microsoft.com/office/drawing/2014/main" id="{39FA359B-6DD5-40E7-BB2A-B4613A3B49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1872"/>
              <a:ext cx="0" cy="24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" name="Line 1035">
              <a:extLst>
                <a:ext uri="{FF2B5EF4-FFF2-40B4-BE49-F238E27FC236}">
                  <a16:creationId xmlns:a16="http://schemas.microsoft.com/office/drawing/2014/main" id="{E5A2ABBC-21FC-4F85-9EAA-4AF57B47E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496"/>
              <a:ext cx="336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" name="Line 1036">
              <a:extLst>
                <a:ext uri="{FF2B5EF4-FFF2-40B4-BE49-F238E27FC236}">
                  <a16:creationId xmlns:a16="http://schemas.microsoft.com/office/drawing/2014/main" id="{D91C1D1C-04FF-4F3C-91A9-2968193095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544"/>
              <a:ext cx="38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en-GB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F0A7EE-5744-4C3C-9468-6F13B0AF8AEB}"/>
                  </a:ext>
                </a:extLst>
              </p14:cNvPr>
              <p14:cNvContentPartPr/>
              <p14:nvPr/>
            </p14:nvContentPartPr>
            <p14:xfrm>
              <a:off x="9699050" y="6253081"/>
              <a:ext cx="8640" cy="41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F0A7EE-5744-4C3C-9468-6F13B0AF8A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90050" y="6244441"/>
                <a:ext cx="26280" cy="5904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aphic 18">
            <a:extLst>
              <a:ext uri="{FF2B5EF4-FFF2-40B4-BE49-F238E27FC236}">
                <a16:creationId xmlns:a16="http://schemas.microsoft.com/office/drawing/2014/main" id="{DE735887-F88D-FB4F-FD51-7F856A517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18519" y="1600200"/>
            <a:ext cx="3651709" cy="282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09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71A1-0DFE-45AD-ADC7-6FF433BB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/>
              <a:t>2.4.1 . Arguments government funding and assistance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F892-4F77-426F-A7BF-66BD2612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435390-808E-496C-9001-512058A0016E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83789-09BD-49FD-8C7D-CE669CD602D3}"/>
              </a:ext>
            </a:extLst>
          </p:cNvPr>
          <p:cNvSpPr txBox="1"/>
          <p:nvPr/>
        </p:nvSpPr>
        <p:spPr>
          <a:xfrm>
            <a:off x="4572000" y="2075000"/>
            <a:ext cx="7315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/>
              <a:t>High cash grants and subsidy = </a:t>
            </a:r>
            <a:r>
              <a:rPr lang="en-GB" sz="3200" dirty="0">
                <a:highlight>
                  <a:srgbClr val="FFFF00"/>
                </a:highlight>
              </a:rPr>
              <a:t>high government spending (G rises)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/>
              <a:t>Low taxes or tax credit for firms (T falls)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FF0000"/>
                </a:solidFill>
              </a:rPr>
              <a:t>Budget deficit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/>
              <a:t>Note: Impact on  government’s  budget (= T – G)   as T falls, G rises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/>
              <a:t>Corruption ? Red tapes? </a:t>
            </a:r>
            <a:br>
              <a:rPr lang="en-GB" sz="3200" dirty="0"/>
            </a:br>
            <a:endParaRPr lang="en-GB" sz="3200" dirty="0"/>
          </a:p>
          <a:p>
            <a:pPr lvl="1"/>
            <a:r>
              <a:rPr lang="en-GB" sz="3200" dirty="0"/>
              <a:t>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86BD71-C93A-4DBA-8C57-2C0A1E210611}"/>
              </a:ext>
            </a:extLst>
          </p:cNvPr>
          <p:cNvSpPr txBox="1">
            <a:spLocks/>
          </p:cNvSpPr>
          <p:nvPr/>
        </p:nvSpPr>
        <p:spPr bwMode="auto">
          <a:xfrm>
            <a:off x="5105400" y="6017453"/>
            <a:ext cx="7543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Video Link: </a:t>
            </a:r>
            <a:r>
              <a:rPr lang="en-GB" dirty="0">
                <a:solidFill>
                  <a:schemeClr val="tx1"/>
                </a:solidFill>
                <a:hlinkClick r:id="rId2" tooltip="Share lin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https://youtu.be/mnjgjdwo-Gc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E6698BE-D581-4D16-A9D0-6E59416250C1}"/>
              </a:ext>
            </a:extLst>
          </p:cNvPr>
          <p:cNvSpPr/>
          <p:nvPr/>
        </p:nvSpPr>
        <p:spPr>
          <a:xfrm>
            <a:off x="1524000" y="5895915"/>
            <a:ext cx="3276600" cy="1143000"/>
          </a:xfrm>
          <a:prstGeom prst="wedgeRoundRectCallout">
            <a:avLst>
              <a:gd name="adj1" fmla="val -45107"/>
              <a:gd name="adj2" fmla="val -761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study : Latin America </a:t>
            </a:r>
            <a:endParaRPr lang="en-SG" dirty="0"/>
          </a:p>
        </p:txBody>
      </p:sp>
      <p:pic>
        <p:nvPicPr>
          <p:cNvPr id="8" name="Picture 7" descr="A green house with a dollar sign&#10;&#10;Description automatically generated">
            <a:extLst>
              <a:ext uri="{FF2B5EF4-FFF2-40B4-BE49-F238E27FC236}">
                <a16:creationId xmlns:a16="http://schemas.microsoft.com/office/drawing/2014/main" id="{9D6B5DF5-F390-8FBE-F848-9B65E2F2E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905000" y="2095045"/>
            <a:ext cx="1985998" cy="301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77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E428-0AA2-81E5-841A-F4B665DE4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A Quick summary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D737E-6FB0-4F75-2A90-15B18976C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F30EE-3983-D493-7B8D-03D2FE22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5DB18-2A95-42C9-A42F-9689D5553440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5D10F8A-0027-8CDC-71AC-CA9E5706C9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702284"/>
              </p:ext>
            </p:extLst>
          </p:nvPr>
        </p:nvGraphicFramePr>
        <p:xfrm>
          <a:off x="1156252" y="1905000"/>
          <a:ext cx="9920687" cy="5647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2481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A3488C-4067-4EE1-9581-4F6E912F9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1" y="2349925"/>
            <a:ext cx="3625610" cy="245644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Development Strategies : </a:t>
            </a:r>
            <a:b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Inward vs Outward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DF953-68D8-4014-B1F0-C3A71861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58B4A4-1AA4-46D5-A719-CBB502BE0F04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135019D-99AE-4343-B809-0AE1D28FC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9014639"/>
              </p:ext>
            </p:extLst>
          </p:nvPr>
        </p:nvGraphicFramePr>
        <p:xfrm>
          <a:off x="4307128" y="2027091"/>
          <a:ext cx="6994525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B67D54-9D06-2C79-9156-E43E624DAFEF}"/>
              </a:ext>
            </a:extLst>
          </p:cNvPr>
          <p:cNvSpPr txBox="1"/>
          <p:nvPr/>
        </p:nvSpPr>
        <p:spPr>
          <a:xfrm>
            <a:off x="685800" y="381000"/>
            <a:ext cx="10210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in all, these inward orientation industries of the structuralist approach failed. </a:t>
            </a:r>
          </a:p>
          <a:p>
            <a:r>
              <a:rPr lang="en-GB" dirty="0"/>
              <a:t>Many researched showed the dismal economic performance of the </a:t>
            </a:r>
            <a:r>
              <a:rPr lang="en-GB" sz="2800" b="1" dirty="0"/>
              <a:t>Latin America economies </a:t>
            </a:r>
            <a:endParaRPr lang="en-GB" b="1" dirty="0"/>
          </a:p>
          <a:p>
            <a:r>
              <a:rPr lang="en-GB" dirty="0"/>
              <a:t>Now we consider the alternative – Outward Oriented approach which was adopted in the Asia economies </a:t>
            </a:r>
            <a:endParaRPr lang="en-SG" dirty="0"/>
          </a:p>
        </p:txBody>
      </p:sp>
      <p:pic>
        <p:nvPicPr>
          <p:cNvPr id="6" name="Graphic 5" descr="Thumbs Down with solid fill">
            <a:extLst>
              <a:ext uri="{FF2B5EF4-FFF2-40B4-BE49-F238E27FC236}">
                <a16:creationId xmlns:a16="http://schemas.microsoft.com/office/drawing/2014/main" id="{9F2C0CCF-7810-2340-FB8A-FDAA7FF0D0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9328" y="3782945"/>
            <a:ext cx="1138844" cy="1138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1ACC0D-13AD-0A11-C77E-B992D18BD8AD}"/>
              </a:ext>
            </a:extLst>
          </p:cNvPr>
          <p:cNvSpPr txBox="1"/>
          <p:nvPr/>
        </p:nvSpPr>
        <p:spPr>
          <a:xfrm>
            <a:off x="7964728" y="6081231"/>
            <a:ext cx="3429000" cy="369332"/>
          </a:xfrm>
          <a:prstGeom prst="rect">
            <a:avLst/>
          </a:prstGeom>
          <a:solidFill>
            <a:srgbClr val="C5D3FF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Topic 04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34279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EA9C-5120-49E4-8284-6D551B6E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36" y="562301"/>
            <a:ext cx="7210396" cy="810704"/>
          </a:xfrm>
        </p:spPr>
        <p:txBody>
          <a:bodyPr>
            <a:normAutofit/>
          </a:bodyPr>
          <a:lstStyle/>
          <a:p>
            <a:r>
              <a:rPr lang="en-GB" dirty="0"/>
              <a:t>3. An overview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920351-DD60-4469-9636-5E78952F0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320843"/>
              </p:ext>
            </p:extLst>
          </p:nvPr>
        </p:nvGraphicFramePr>
        <p:xfrm>
          <a:off x="3441469" y="2291500"/>
          <a:ext cx="10083338" cy="281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yellow sign on a pole&#10;&#10;Description automatically generated">
            <a:extLst>
              <a:ext uri="{FF2B5EF4-FFF2-40B4-BE49-F238E27FC236}">
                <a16:creationId xmlns:a16="http://schemas.microsoft.com/office/drawing/2014/main" id="{49C681DB-642B-4907-8EC7-78B84DA9A10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26484" t="-2208"/>
          <a:stretch/>
        </p:blipFill>
        <p:spPr>
          <a:xfrm>
            <a:off x="448887" y="1679170"/>
            <a:ext cx="4661066" cy="4860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C8D52B-E5D5-448F-93E1-2503E0B7C7C9}"/>
              </a:ext>
            </a:extLst>
          </p:cNvPr>
          <p:cNvSpPr txBox="1"/>
          <p:nvPr/>
        </p:nvSpPr>
        <p:spPr>
          <a:xfrm>
            <a:off x="863809" y="6239263"/>
            <a:ext cx="23408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75" dirty="0">
                <a:hlinkClick r:id="rId9" tooltip="http://luistorodupouy.blogspot.com/2010_11_01_archive.html"/>
              </a:rPr>
              <a:t>This Photo</a:t>
            </a:r>
            <a:r>
              <a:rPr lang="en-GB" sz="675" dirty="0"/>
              <a:t> by Unknown Author is licensed under </a:t>
            </a:r>
            <a:r>
              <a:rPr lang="en-GB" sz="675" dirty="0">
                <a:hlinkClick r:id="rId10" tooltip="https://creativecommons.org/licenses/by-nc-sa/3.0/"/>
              </a:rPr>
              <a:t>CC BY-SA-NC</a:t>
            </a:r>
            <a:endParaRPr lang="en-GB" sz="675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D0A15C7-ADE5-8B76-F53C-9CE046A736BA}"/>
              </a:ext>
            </a:extLst>
          </p:cNvPr>
          <p:cNvSpPr/>
          <p:nvPr/>
        </p:nvSpPr>
        <p:spPr>
          <a:xfrm>
            <a:off x="7696200" y="4876800"/>
            <a:ext cx="3657600" cy="685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Trade liberalisation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504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F8840E-5C5A-4C3A-99DE-ED9D6BC3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3.1 Outward Orientated growth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40E43-7B11-4AFA-96FD-CBBA269584EC}"/>
              </a:ext>
            </a:extLst>
          </p:cNvPr>
          <p:cNvSpPr txBox="1"/>
          <p:nvPr/>
        </p:nvSpPr>
        <p:spPr>
          <a:xfrm>
            <a:off x="1371600" y="1965961"/>
            <a:ext cx="63923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4000" dirty="0"/>
              <a:t>Also known as the  </a:t>
            </a:r>
            <a:r>
              <a:rPr lang="en-GB" sz="4000" dirty="0">
                <a:highlight>
                  <a:srgbClr val="FFFF00"/>
                </a:highlight>
              </a:rPr>
              <a:t>NEOCLASSICAL Approach </a:t>
            </a:r>
            <a:r>
              <a:rPr lang="en-GB" sz="4000" dirty="0"/>
              <a:t>of theory of Industrialisation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4000" dirty="0"/>
              <a:t>Vs Structuralist approach [ Inward orientation + high degree of govt intervention]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2414F-5D17-45C3-B45C-40E9D2B130C5}"/>
              </a:ext>
            </a:extLst>
          </p:cNvPr>
          <p:cNvSpPr txBox="1"/>
          <p:nvPr/>
        </p:nvSpPr>
        <p:spPr>
          <a:xfrm>
            <a:off x="216516" y="6085217"/>
            <a:ext cx="609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altLang="en-US" b="1" dirty="0">
                <a:solidFill>
                  <a:srgbClr val="FF0000"/>
                </a:solidFill>
                <a:latin typeface="+mj-lt"/>
                <a:cs typeface="Times New Roman" pitchFamily="18" charset="0"/>
                <a:hlinkClick r:id="rId2"/>
              </a:rPr>
              <a:t>https://youtu.be/qUtv3PoRhhw</a:t>
            </a:r>
            <a:r>
              <a:rPr lang="en-AU" alt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</a:p>
        </p:txBody>
      </p:sp>
      <p:pic>
        <p:nvPicPr>
          <p:cNvPr id="3" name="Graphic 2" descr="Postit Notes outline">
            <a:extLst>
              <a:ext uri="{FF2B5EF4-FFF2-40B4-BE49-F238E27FC236}">
                <a16:creationId xmlns:a16="http://schemas.microsoft.com/office/drawing/2014/main" id="{8402F24E-8AF5-E3E2-A1B0-613CA02C5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8464" y="1715956"/>
            <a:ext cx="2876901" cy="2876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5B579C-C08C-D682-5DA4-5BE95BAF5D38}"/>
              </a:ext>
            </a:extLst>
          </p:cNvPr>
          <p:cNvSpPr txBox="1"/>
          <p:nvPr/>
        </p:nvSpPr>
        <p:spPr>
          <a:xfrm>
            <a:off x="9652908" y="2967335"/>
            <a:ext cx="154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Vs Structuralist approach </a:t>
            </a:r>
          </a:p>
        </p:txBody>
      </p:sp>
    </p:spTree>
    <p:extLst>
      <p:ext uri="{BB962C8B-B14F-4D97-AF65-F5344CB8AC3E}">
        <p14:creationId xmlns:p14="http://schemas.microsoft.com/office/powerpoint/2010/main" val="3217108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595B955-2017-48E3-8DA9-66D6D8886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48404" y="609600"/>
            <a:ext cx="6822744" cy="135636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/>
                </a:solidFill>
              </a:rPr>
              <a:t>Reference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4099ED6-5DD4-41E2-8045-65AC5C6365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48404" y="2057400"/>
            <a:ext cx="6822744" cy="4038600"/>
          </a:xfrm>
        </p:spPr>
        <p:txBody>
          <a:bodyPr>
            <a:normAutofit/>
          </a:bodyPr>
          <a:lstStyle/>
          <a:p>
            <a:pPr eaLnBrk="1" hangingPunct="1"/>
            <a:r>
              <a:rPr lang="en-AU" altLang="en-US" sz="1900" dirty="0">
                <a:solidFill>
                  <a:schemeClr val="tx1"/>
                </a:solidFill>
              </a:rPr>
              <a:t>Bhattacharyya, S. And Williamson, J. G. (2009) Commodity Price Shocks and the Australian Economy since Federation, NBER Working Paper 14694, </a:t>
            </a:r>
            <a:r>
              <a:rPr lang="en-AU" altLang="en-US" sz="19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http://www.nber.org/papers/w14694</a:t>
            </a:r>
            <a:endParaRPr lang="en-AU" altLang="en-US" sz="1900" dirty="0">
              <a:solidFill>
                <a:schemeClr val="tx1"/>
              </a:solidFill>
            </a:endParaRPr>
          </a:p>
          <a:p>
            <a:pPr eaLnBrk="1" hangingPunct="1"/>
            <a:r>
              <a:rPr lang="en-AU" altLang="en-US" sz="1900" dirty="0">
                <a:solidFill>
                  <a:schemeClr val="tx1"/>
                </a:solidFill>
              </a:rPr>
              <a:t>Love, J. (1983), Concentration, diversification and earnings instability, World Development, 11 (9), pp. 787-93.</a:t>
            </a:r>
          </a:p>
          <a:p>
            <a:pPr eaLnBrk="1" hangingPunct="1"/>
            <a:r>
              <a:rPr lang="en-AU" altLang="en-US" sz="1900" dirty="0">
                <a:solidFill>
                  <a:schemeClr val="tx1"/>
                </a:solidFill>
              </a:rPr>
              <a:t>Meier,M.G and Rauch,J.E. (2000), Leading Issues in Economic Development, Oxford University Press, Oxford (Chapter 4 &amp; 5).</a:t>
            </a:r>
            <a:endParaRPr lang="en-AU" altLang="en-US" sz="1900" b="1" u="sng" dirty="0">
              <a:solidFill>
                <a:schemeClr val="tx1"/>
              </a:solidFill>
            </a:endParaRPr>
          </a:p>
          <a:p>
            <a:pPr eaLnBrk="1" hangingPunct="1"/>
            <a:r>
              <a:rPr lang="en-AU" altLang="en-US" sz="1900" dirty="0">
                <a:solidFill>
                  <a:schemeClr val="tx1"/>
                </a:solidFill>
              </a:rPr>
              <a:t>Pugel, T.A. (2004), </a:t>
            </a:r>
            <a:r>
              <a:rPr lang="en-AU" altLang="en-US" sz="1900" i="1" dirty="0">
                <a:solidFill>
                  <a:schemeClr val="tx1"/>
                </a:solidFill>
              </a:rPr>
              <a:t>International Economics</a:t>
            </a:r>
            <a:r>
              <a:rPr lang="en-AU" altLang="en-US" sz="1900" dirty="0">
                <a:solidFill>
                  <a:schemeClr val="tx1"/>
                </a:solidFill>
              </a:rPr>
              <a:t>, Irwin, USA (Chapter 6:116).</a:t>
            </a:r>
          </a:p>
          <a:p>
            <a:pPr eaLnBrk="1" hangingPunct="1"/>
            <a:r>
              <a:rPr lang="en-AU" alt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Weiss,J.(1988),</a:t>
            </a:r>
            <a:r>
              <a:rPr lang="en-AU" altLang="en-US" sz="19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in Developing Countries</a:t>
            </a:r>
            <a:r>
              <a:rPr lang="en-AU" alt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Routledge, London (Chapter 3).</a:t>
            </a:r>
          </a:p>
          <a:p>
            <a:pPr eaLnBrk="1" hangingPunct="1"/>
            <a:endParaRPr lang="en-US" altLang="en-US" sz="19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DE2B5-FAB1-4E17-A264-290152EC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5B45446A-82E5-4B97-8902-CFA8929DF95B}" type="slidenum">
              <a:rPr lang="en-US" altLang="en-US" smtClean="0"/>
              <a:pPr>
                <a:spcAft>
                  <a:spcPts val="600"/>
                </a:spcAft>
                <a:defRPr/>
              </a:pPr>
              <a:t>37</a:t>
            </a:fld>
            <a:endParaRPr lang="en-US" altLang="en-US" dirty="0"/>
          </a:p>
        </p:txBody>
      </p:sp>
      <p:pic>
        <p:nvPicPr>
          <p:cNvPr id="4" name="Graphic 3" descr="Address Book outline">
            <a:extLst>
              <a:ext uri="{FF2B5EF4-FFF2-40B4-BE49-F238E27FC236}">
                <a16:creationId xmlns:a16="http://schemas.microsoft.com/office/drawing/2014/main" id="{9E00D543-A4B5-99A8-05E9-EAA6A04E4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65" y="1860302"/>
            <a:ext cx="3135414" cy="313541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FA8C-C206-9724-B45E-E77A9D83CF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066800"/>
            <a:ext cx="5767388" cy="1071563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Email : ckon@uow.edu.au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8E797-2B90-EBC0-5EC2-8E384E4E9E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362200"/>
            <a:ext cx="5768975" cy="26828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Send me an email if you have any issues or concerns on</a:t>
            </a:r>
          </a:p>
          <a:p>
            <a:pPr marL="800100" lvl="1"/>
            <a:r>
              <a:rPr lang="en-US" dirty="0">
                <a:solidFill>
                  <a:schemeClr val="tx1"/>
                </a:solidFill>
              </a:rPr>
              <a:t>The lesson today</a:t>
            </a:r>
          </a:p>
          <a:p>
            <a:pPr marL="800100" lvl="1"/>
            <a:r>
              <a:rPr lang="en-US" dirty="0">
                <a:solidFill>
                  <a:schemeClr val="tx1"/>
                </a:solidFill>
              </a:rPr>
              <a:t>Access to Moodle </a:t>
            </a:r>
          </a:p>
          <a:p>
            <a:pPr marL="800100" lvl="1"/>
            <a:r>
              <a:rPr lang="en-US" dirty="0">
                <a:solidFill>
                  <a:schemeClr val="tx1"/>
                </a:solidFill>
              </a:rPr>
              <a:t>Any errors you spotted  in the course materials </a:t>
            </a:r>
          </a:p>
          <a:p>
            <a:pPr marL="800100" lvl="1"/>
            <a:r>
              <a:rPr lang="en-US" dirty="0">
                <a:solidFill>
                  <a:schemeClr val="tx1"/>
                </a:solidFill>
              </a:rPr>
              <a:t>Sharing a news or video resource </a:t>
            </a:r>
          </a:p>
          <a:p>
            <a:r>
              <a:rPr lang="en-US" sz="1600" dirty="0">
                <a:solidFill>
                  <a:schemeClr val="tx1"/>
                </a:solidFill>
              </a:rPr>
              <a:t>I will respond to you within 48 hours. </a:t>
            </a:r>
          </a:p>
        </p:txBody>
      </p:sp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F586139D-38B2-4A7C-E70B-68A79DCB3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6652" y="1438299"/>
            <a:ext cx="3990545" cy="399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2049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17478</TotalTime>
  <Words>1911</Words>
  <Application>Microsoft Office PowerPoint</Application>
  <PresentationFormat>Widescreen</PresentationFormat>
  <Paragraphs>330</Paragraphs>
  <Slides>38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Comic Sans MS</vt:lpstr>
      <vt:lpstr>Corbel</vt:lpstr>
      <vt:lpstr>Open Sans</vt:lpstr>
      <vt:lpstr>Times New Roman</vt:lpstr>
      <vt:lpstr>Basis</vt:lpstr>
      <vt:lpstr>ECON251  Industry and Trade in Asia  Lecture 03</vt:lpstr>
      <vt:lpstr>Key Objectives </vt:lpstr>
      <vt:lpstr>PowerPoint Presentation</vt:lpstr>
      <vt:lpstr>Which sector should govt develop ? </vt:lpstr>
      <vt:lpstr>Which sector should govt develop ? </vt:lpstr>
      <vt:lpstr>Issues and concerns </vt:lpstr>
      <vt:lpstr>Issues and concerns </vt:lpstr>
      <vt:lpstr>The road to  structural  Reforms and Change </vt:lpstr>
      <vt:lpstr>PowerPoint Presentation</vt:lpstr>
      <vt:lpstr>Development Strategies :   Inward vs Outward </vt:lpstr>
      <vt:lpstr>Industry reforms – what’s ahead </vt:lpstr>
      <vt:lpstr>Industry reforms – what’s ahead </vt:lpstr>
      <vt:lpstr> 2. Inward Orientation  Growth strategies </vt:lpstr>
      <vt:lpstr> What is an Infant industry  </vt:lpstr>
      <vt:lpstr>2.1 Trade protection and trade tools </vt:lpstr>
      <vt:lpstr>Basics of trade : Simple Economics model </vt:lpstr>
      <vt:lpstr>Basics of trade : Simple Economics model </vt:lpstr>
      <vt:lpstr>Tariffs </vt:lpstr>
      <vt:lpstr>2.1.1 Protectionism Tools</vt:lpstr>
      <vt:lpstr>Effects of tariff </vt:lpstr>
      <vt:lpstr>Effects of Quota (fixed quantity) </vt:lpstr>
      <vt:lpstr>Effects of Quota (fixed quantity) </vt:lpstr>
      <vt:lpstr>2.1.2 Effects of trade protection  on domestic market </vt:lpstr>
      <vt:lpstr>2.1.2 Effects of trade protection  on domestic market </vt:lpstr>
      <vt:lpstr>2.1.4 Effects of trade protection </vt:lpstr>
      <vt:lpstr>2.2 . Inward Orientation Growth Strategies   Overvalue local currency </vt:lpstr>
      <vt:lpstr>2.3 . Inward Orientation and over valued currency </vt:lpstr>
      <vt:lpstr>2.3 . Inward Orientation and over valued currency </vt:lpstr>
      <vt:lpstr>2.3.1 Inward Orientation and over valued currency </vt:lpstr>
      <vt:lpstr>2.3 . Inward Orientation Growth Strategies   Government assistance </vt:lpstr>
      <vt:lpstr>2.4 . Govt assistance scheme </vt:lpstr>
      <vt:lpstr>2.4.1 . Arguments government funding and assistance </vt:lpstr>
      <vt:lpstr>A Quick summary </vt:lpstr>
      <vt:lpstr>Development Strategies :   Inward vs Outward </vt:lpstr>
      <vt:lpstr>3. An overview </vt:lpstr>
      <vt:lpstr>3.1 Outward Orientated growth </vt:lpstr>
      <vt:lpstr>Reference</vt:lpstr>
      <vt:lpstr>Email : ckon@uow.edu.au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ECON251  Industry and Trade in Asia  Lecture 2</dc:title>
  <dc:creator>Clare Kon</dc:creator>
  <cp:lastModifiedBy>Clare Kon</cp:lastModifiedBy>
  <cp:revision>10</cp:revision>
  <dcterms:created xsi:type="dcterms:W3CDTF">2020-07-06T06:19:58Z</dcterms:created>
  <dcterms:modified xsi:type="dcterms:W3CDTF">2026-06-17T10:27:42Z</dcterms:modified>
</cp:coreProperties>
</file>